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7" r:id="rId2"/>
  </p:sldMasterIdLst>
  <p:notesMasterIdLst>
    <p:notesMasterId r:id="rId45"/>
  </p:notesMasterIdLst>
  <p:handoutMasterIdLst>
    <p:handoutMasterId r:id="rId46"/>
  </p:handoutMasterIdLst>
  <p:sldIdLst>
    <p:sldId id="1376" r:id="rId3"/>
    <p:sldId id="1377" r:id="rId4"/>
    <p:sldId id="678" r:id="rId5"/>
    <p:sldId id="751" r:id="rId6"/>
    <p:sldId id="597" r:id="rId7"/>
    <p:sldId id="635" r:id="rId8"/>
    <p:sldId id="877" r:id="rId9"/>
    <p:sldId id="878" r:id="rId10"/>
    <p:sldId id="879" r:id="rId11"/>
    <p:sldId id="636" r:id="rId12"/>
    <p:sldId id="637" r:id="rId13"/>
    <p:sldId id="638" r:id="rId14"/>
    <p:sldId id="639" r:id="rId15"/>
    <p:sldId id="609" r:id="rId16"/>
    <p:sldId id="610" r:id="rId17"/>
    <p:sldId id="611" r:id="rId18"/>
    <p:sldId id="612" r:id="rId19"/>
    <p:sldId id="613" r:id="rId20"/>
    <p:sldId id="614" r:id="rId21"/>
    <p:sldId id="620" r:id="rId22"/>
    <p:sldId id="615" r:id="rId23"/>
    <p:sldId id="640" r:id="rId24"/>
    <p:sldId id="641" r:id="rId25"/>
    <p:sldId id="642" r:id="rId26"/>
    <p:sldId id="643" r:id="rId27"/>
    <p:sldId id="645" r:id="rId28"/>
    <p:sldId id="646" r:id="rId29"/>
    <p:sldId id="647" r:id="rId30"/>
    <p:sldId id="648" r:id="rId31"/>
    <p:sldId id="649" r:id="rId32"/>
    <p:sldId id="650" r:id="rId33"/>
    <p:sldId id="880" r:id="rId34"/>
    <p:sldId id="881" r:id="rId35"/>
    <p:sldId id="882" r:id="rId36"/>
    <p:sldId id="616" r:id="rId37"/>
    <p:sldId id="651" r:id="rId38"/>
    <p:sldId id="652" r:id="rId39"/>
    <p:sldId id="883" r:id="rId40"/>
    <p:sldId id="617" r:id="rId41"/>
    <p:sldId id="618" r:id="rId42"/>
    <p:sldId id="653" r:id="rId43"/>
    <p:sldId id="654" r:id="rId44"/>
  </p:sldIdLst>
  <p:sldSz cx="9144000" cy="6858000" type="screen4x3"/>
  <p:notesSz cx="6797675" cy="9926638"/>
  <p:custDataLst>
    <p:tags r:id="rId47"/>
  </p:custDataLst>
  <p:defaultTextStyle>
    <a:defPPr>
      <a:defRPr lang="zh-CN"/>
    </a:defPPr>
    <a:lvl1pPr marL="0" lvl="0"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sz="32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4313" userDrawn="1">
          <p15:clr>
            <a:srgbClr val="A4A3A4"/>
          </p15:clr>
        </p15:guide>
        <p15:guide id="2" pos="573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lzhou" initials="LZ" lastIdx="3" clrIdx="0"/>
  <p:cmAuthor id="1" name="幸全" initials="幸全"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0000FF"/>
    <a:srgbClr val="000000"/>
    <a:srgbClr val="00FF00"/>
    <a:srgbClr val="EBDEC9"/>
    <a:srgbClr val="BE3A3A"/>
    <a:srgbClr val="806858"/>
    <a:srgbClr val="735E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8360"/>
  </p:normalViewPr>
  <p:slideViewPr>
    <p:cSldViewPr showGuides="1">
      <p:cViewPr varScale="1">
        <p:scale>
          <a:sx n="90" d="100"/>
          <a:sy n="90" d="100"/>
        </p:scale>
        <p:origin x="1056" y="48"/>
      </p:cViewPr>
      <p:guideLst>
        <p:guide orient="horz" pos="4313"/>
        <p:guide pos="5735"/>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Lst>
  </p:outlineViewPr>
  <p:notesTextViewPr>
    <p:cViewPr>
      <p:scale>
        <a:sx n="100" d="100"/>
        <a:sy n="100" d="100"/>
      </p:scale>
      <p:origin x="0" y="0"/>
    </p:cViewPr>
  </p:notesTextViewPr>
  <p:sorterViewPr showFormatting="0">
    <p:cViewPr>
      <p:scale>
        <a:sx n="200" d="100"/>
        <a:sy n="200" d="100"/>
      </p:scale>
      <p:origin x="0" y="-238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ags" Target="tags/tag1.xml"/><Relationship Id="rId50"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commentAuthors" Target="commentAuthors.xml"/><Relationship Id="rId8" Type="http://schemas.openxmlformats.org/officeDocument/2006/relationships/slide" Target="slides/slide6.xml"/><Relationship Id="rId51"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handoutMaster" Target="handoutMasters/handoutMaster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_rels/viewProps.xml.rels><?xml version="1.0" encoding="UTF-8" standalone="yes"?>
<Relationships xmlns="http://schemas.openxmlformats.org/package/2006/relationships"><Relationship Id="rId8" Type="http://schemas.openxmlformats.org/officeDocument/2006/relationships/slide" Target="slides/slide20.xml"/><Relationship Id="rId13" Type="http://schemas.openxmlformats.org/officeDocument/2006/relationships/slide" Target="slides/slide40.xml"/><Relationship Id="rId3" Type="http://schemas.openxmlformats.org/officeDocument/2006/relationships/slide" Target="slides/slide15.xml"/><Relationship Id="rId7" Type="http://schemas.openxmlformats.org/officeDocument/2006/relationships/slide" Target="slides/slide19.xml"/><Relationship Id="rId12" Type="http://schemas.openxmlformats.org/officeDocument/2006/relationships/slide" Target="slides/slide39.xml"/><Relationship Id="rId2" Type="http://schemas.openxmlformats.org/officeDocument/2006/relationships/slide" Target="slides/slide14.xml"/><Relationship Id="rId1" Type="http://schemas.openxmlformats.org/officeDocument/2006/relationships/slide" Target="slides/slide5.xml"/><Relationship Id="rId6" Type="http://schemas.openxmlformats.org/officeDocument/2006/relationships/slide" Target="slides/slide18.xml"/><Relationship Id="rId11" Type="http://schemas.openxmlformats.org/officeDocument/2006/relationships/slide" Target="slides/slide35.xml"/><Relationship Id="rId5" Type="http://schemas.openxmlformats.org/officeDocument/2006/relationships/slide" Target="slides/slide17.xml"/><Relationship Id="rId10" Type="http://schemas.openxmlformats.org/officeDocument/2006/relationships/slide" Target="slides/slide22.xml"/><Relationship Id="rId4" Type="http://schemas.openxmlformats.org/officeDocument/2006/relationships/slide" Target="slides/slide16.xml"/><Relationship Id="rId9" Type="http://schemas.openxmlformats.org/officeDocument/2006/relationships/slide" Target="slides/slide2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4930" name="Rectangle 2"/>
          <p:cNvSpPr>
            <a:spLocks noGrp="1" noChangeArrowheads="1"/>
          </p:cNvSpPr>
          <p:nvPr>
            <p:ph type="hdr" sz="quarter"/>
          </p:nvPr>
        </p:nvSpPr>
        <p:spPr bwMode="auto">
          <a:xfrm>
            <a:off x="0" y="0"/>
            <a:ext cx="2946400" cy="496888"/>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4931" name="Rectangle 3"/>
          <p:cNvSpPr>
            <a:spLocks noGrp="1" noChangeArrowheads="1"/>
          </p:cNvSpPr>
          <p:nvPr>
            <p:ph type="dt" sz="quarter" idx="1"/>
          </p:nvPr>
        </p:nvSpPr>
        <p:spPr bwMode="auto">
          <a:xfrm>
            <a:off x="3849688" y="0"/>
            <a:ext cx="294640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4932" name="Rectangle 4"/>
          <p:cNvSpPr>
            <a:spLocks noGrp="1" noChangeArrowheads="1"/>
          </p:cNvSpPr>
          <p:nvPr>
            <p:ph type="ftr" sz="quarter" idx="2"/>
          </p:nvPr>
        </p:nvSpPr>
        <p:spPr bwMode="auto">
          <a:xfrm>
            <a:off x="0" y="9428163"/>
            <a:ext cx="2946400" cy="496888"/>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4933" name="Rectangle 5"/>
          <p:cNvSpPr>
            <a:spLocks noGrp="1" noChangeArrowheads="1"/>
          </p:cNvSpPr>
          <p:nvPr>
            <p:ph type="sldNum" sz="quarter" idx="3"/>
          </p:nvPr>
        </p:nvSpPr>
        <p:spPr bwMode="auto">
          <a:xfrm>
            <a:off x="3849688" y="9428163"/>
            <a:ext cx="2946400" cy="496888"/>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DD000B99-ACDB-487D-B0A9-E0C53689D8CD}" type="slidenum">
              <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1250" name="Rectangle 2"/>
          <p:cNvSpPr>
            <a:spLocks noGrp="1" noChangeArrowheads="1"/>
          </p:cNvSpPr>
          <p:nvPr>
            <p:ph type="hdr" sz="quarter"/>
          </p:nvPr>
        </p:nvSpPr>
        <p:spPr bwMode="auto">
          <a:xfrm>
            <a:off x="0" y="0"/>
            <a:ext cx="2946400" cy="496888"/>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1251" name="Rectangle 3"/>
          <p:cNvSpPr>
            <a:spLocks noGrp="1" noChangeArrowheads="1"/>
          </p:cNvSpPr>
          <p:nvPr>
            <p:ph type="dt" idx="1"/>
          </p:nvPr>
        </p:nvSpPr>
        <p:spPr bwMode="auto">
          <a:xfrm>
            <a:off x="3849688" y="0"/>
            <a:ext cx="2946400" cy="496888"/>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6" name="Rectangle 4"/>
          <p:cNvSpPr>
            <a:spLocks noGrp="1" noRot="1" noChangeAspect="1" noTextEdit="1"/>
          </p:cNvSpPr>
          <p:nvPr>
            <p:ph type="sldImg" idx="2"/>
          </p:nvPr>
        </p:nvSpPr>
        <p:spPr>
          <a:xfrm>
            <a:off x="917575" y="744538"/>
            <a:ext cx="4962525" cy="3722687"/>
          </a:xfrm>
          <a:prstGeom prst="rect">
            <a:avLst/>
          </a:prstGeom>
          <a:noFill/>
          <a:ln w="9525" cap="flat" cmpd="sng">
            <a:solidFill>
              <a:srgbClr val="000000"/>
            </a:solidFill>
            <a:prstDash val="solid"/>
            <a:miter/>
            <a:headEnd type="none" w="med" len="med"/>
            <a:tailEnd type="none" w="med" len="med"/>
          </a:ln>
        </p:spPr>
      </p:sp>
      <p:sp>
        <p:nvSpPr>
          <p:cNvPr id="181253" name="Rectangle 5"/>
          <p:cNvSpPr>
            <a:spLocks noGrp="1" noChangeArrowheads="1"/>
          </p:cNvSpPr>
          <p:nvPr>
            <p:ph type="body" sz="quarter" idx="3"/>
          </p:nvPr>
        </p:nvSpPr>
        <p:spPr bwMode="auto">
          <a:xfrm>
            <a:off x="679450" y="4714875"/>
            <a:ext cx="5438775" cy="4467225"/>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181254" name="Rectangle 6"/>
          <p:cNvSpPr>
            <a:spLocks noGrp="1" noChangeArrowheads="1"/>
          </p:cNvSpPr>
          <p:nvPr>
            <p:ph type="ftr" sz="quarter" idx="4"/>
          </p:nvPr>
        </p:nvSpPr>
        <p:spPr bwMode="auto">
          <a:xfrm>
            <a:off x="0" y="9428163"/>
            <a:ext cx="2946400" cy="496888"/>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81255" name="Rectangle 7"/>
          <p:cNvSpPr>
            <a:spLocks noGrp="1" noChangeArrowheads="1"/>
          </p:cNvSpPr>
          <p:nvPr>
            <p:ph type="sldNum" sz="quarter" idx="5"/>
          </p:nvPr>
        </p:nvSpPr>
        <p:spPr bwMode="auto">
          <a:xfrm>
            <a:off x="3849688" y="9428163"/>
            <a:ext cx="2946400" cy="496888"/>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A90A0FE8-ED4E-4148-A85F-2F415B01D834}" type="slidenum">
              <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slideMaster" Target="../slideMasters/slideMaster1.xml"/><Relationship Id="rId5" Type="http://schemas.openxmlformats.org/officeDocument/2006/relationships/tags" Target="../tags/tag12.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slideMaster" Target="../slideMasters/slideMaster1.xml"/><Relationship Id="rId5" Type="http://schemas.openxmlformats.org/officeDocument/2006/relationships/tags" Target="../tags/tag17.xml"/><Relationship Id="rId4" Type="http://schemas.openxmlformats.org/officeDocument/2006/relationships/tags" Target="../tags/tag16.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slideMaster" Target="../slideMasters/slideMaster1.xml"/><Relationship Id="rId5" Type="http://schemas.openxmlformats.org/officeDocument/2006/relationships/tags" Target="../tags/tag22.xml"/><Relationship Id="rId4" Type="http://schemas.openxmlformats.org/officeDocument/2006/relationships/tags" Target="../tags/tag2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5.xml"/><Relationship Id="rId7" Type="http://schemas.openxmlformats.org/officeDocument/2006/relationships/slideMaster" Target="../slideMasters/slideMaster1.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6.xml"/><Relationship Id="rId3" Type="http://schemas.openxmlformats.org/officeDocument/2006/relationships/tags" Target="../tags/tag31.xml"/><Relationship Id="rId7" Type="http://schemas.openxmlformats.org/officeDocument/2006/relationships/tags" Target="../tags/tag35.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slideMaster" Target="../slideMasters/slideMaster1.xml"/><Relationship Id="rId5" Type="http://schemas.openxmlformats.org/officeDocument/2006/relationships/tags" Target="../tags/tag41.xml"/><Relationship Id="rId4" Type="http://schemas.openxmlformats.org/officeDocument/2006/relationships/tags" Target="../tags/tag40.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tags" Target="../tags/tag42.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52.xml"/><Relationship Id="rId3" Type="http://schemas.openxmlformats.org/officeDocument/2006/relationships/tags" Target="../tags/tag47.xml"/><Relationship Id="rId7" Type="http://schemas.openxmlformats.org/officeDocument/2006/relationships/tags" Target="../tags/tag51.xml"/><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tags" Target="../tags/tag50.xml"/><Relationship Id="rId11" Type="http://schemas.openxmlformats.org/officeDocument/2006/relationships/image" Target="../media/image1.jpeg"/><Relationship Id="rId5" Type="http://schemas.openxmlformats.org/officeDocument/2006/relationships/tags" Target="../tags/tag49.xml"/><Relationship Id="rId10" Type="http://schemas.openxmlformats.org/officeDocument/2006/relationships/slideMaster" Target="../slideMasters/slideMaster1.xml"/><Relationship Id="rId4" Type="http://schemas.openxmlformats.org/officeDocument/2006/relationships/tags" Target="../tags/tag48.xml"/><Relationship Id="rId9" Type="http://schemas.openxmlformats.org/officeDocument/2006/relationships/tags" Target="../tags/tag53.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slideMaster" Target="../slideMasters/slideMaster1.xml"/><Relationship Id="rId5" Type="http://schemas.openxmlformats.org/officeDocument/2006/relationships/tags" Target="../tags/tag58.xml"/><Relationship Id="rId4" Type="http://schemas.openxmlformats.org/officeDocument/2006/relationships/tags" Target="../tags/tag57.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 Id="rId5" Type="http://schemas.openxmlformats.org/officeDocument/2006/relationships/slideMaster" Target="../slideMasters/slideMaster1.xml"/><Relationship Id="rId4" Type="http://schemas.openxmlformats.org/officeDocument/2006/relationships/tags" Target="../tags/tag62.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slideMaster" Target="../slideMasters/slideMaster1.xml"/><Relationship Id="rId5" Type="http://schemas.openxmlformats.org/officeDocument/2006/relationships/tags" Target="../tags/tag67.xml"/><Relationship Id="rId4" Type="http://schemas.openxmlformats.org/officeDocument/2006/relationships/tags" Target="../tags/tag66.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tags" Target="../tags/tag68.xml"/><Relationship Id="rId5" Type="http://schemas.openxmlformats.org/officeDocument/2006/relationships/slideMaster" Target="../slideMasters/slideMaster1.xml"/><Relationship Id="rId4" Type="http://schemas.openxmlformats.org/officeDocument/2006/relationships/tags" Target="../tags/tag71.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74.xml"/><Relationship Id="rId7" Type="http://schemas.openxmlformats.org/officeDocument/2006/relationships/slideMaster" Target="../slideMasters/slideMaster1.xml"/><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tags" Target="../tags/tag77.xml"/><Relationship Id="rId5" Type="http://schemas.openxmlformats.org/officeDocument/2006/relationships/tags" Target="../tags/tag76.xml"/><Relationship Id="rId4" Type="http://schemas.openxmlformats.org/officeDocument/2006/relationships/tags" Target="../tags/tag75.xml"/></Relationships>
</file>

<file path=ppt/slideLayouts/_rels/slideLayout14.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80.xml"/><Relationship Id="rId7" Type="http://schemas.openxmlformats.org/officeDocument/2006/relationships/tags" Target="../tags/tag84.xml"/><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tags" Target="../tags/tag83.xml"/><Relationship Id="rId5" Type="http://schemas.openxmlformats.org/officeDocument/2006/relationships/tags" Target="../tags/tag82.xml"/><Relationship Id="rId4" Type="http://schemas.openxmlformats.org/officeDocument/2006/relationships/tags" Target="../tags/tag81.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92.xml"/><Relationship Id="rId3" Type="http://schemas.openxmlformats.org/officeDocument/2006/relationships/tags" Target="../tags/tag87.xml"/><Relationship Id="rId7" Type="http://schemas.openxmlformats.org/officeDocument/2006/relationships/tags" Target="../tags/tag91.xml"/><Relationship Id="rId2" Type="http://schemas.openxmlformats.org/officeDocument/2006/relationships/tags" Target="../tags/tag86.xml"/><Relationship Id="rId1" Type="http://schemas.openxmlformats.org/officeDocument/2006/relationships/tags" Target="../tags/tag85.xml"/><Relationship Id="rId6" Type="http://schemas.openxmlformats.org/officeDocument/2006/relationships/tags" Target="../tags/tag90.xml"/><Relationship Id="rId5" Type="http://schemas.openxmlformats.org/officeDocument/2006/relationships/tags" Target="../tags/tag89.xml"/><Relationship Id="rId4" Type="http://schemas.openxmlformats.org/officeDocument/2006/relationships/tags" Target="../tags/tag88.xml"/><Relationship Id="rId9"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00.xml"/><Relationship Id="rId3" Type="http://schemas.openxmlformats.org/officeDocument/2006/relationships/tags" Target="../tags/tag95.xml"/><Relationship Id="rId7" Type="http://schemas.openxmlformats.org/officeDocument/2006/relationships/tags" Target="../tags/tag99.xml"/><Relationship Id="rId2" Type="http://schemas.openxmlformats.org/officeDocument/2006/relationships/tags" Target="../tags/tag94.xml"/><Relationship Id="rId1" Type="http://schemas.openxmlformats.org/officeDocument/2006/relationships/tags" Target="../tags/tag93.xml"/><Relationship Id="rId6" Type="http://schemas.openxmlformats.org/officeDocument/2006/relationships/tags" Target="../tags/tag98.xml"/><Relationship Id="rId5" Type="http://schemas.openxmlformats.org/officeDocument/2006/relationships/tags" Target="../tags/tag97.xml"/><Relationship Id="rId4" Type="http://schemas.openxmlformats.org/officeDocument/2006/relationships/tags" Target="../tags/tag96.xml"/><Relationship Id="rId9"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08.xml"/><Relationship Id="rId3" Type="http://schemas.openxmlformats.org/officeDocument/2006/relationships/tags" Target="../tags/tag103.xml"/><Relationship Id="rId7" Type="http://schemas.openxmlformats.org/officeDocument/2006/relationships/tags" Target="../tags/tag107.xml"/><Relationship Id="rId2" Type="http://schemas.openxmlformats.org/officeDocument/2006/relationships/tags" Target="../tags/tag102.xml"/><Relationship Id="rId1" Type="http://schemas.openxmlformats.org/officeDocument/2006/relationships/tags" Target="../tags/tag101.xml"/><Relationship Id="rId6" Type="http://schemas.openxmlformats.org/officeDocument/2006/relationships/tags" Target="../tags/tag106.xml"/><Relationship Id="rId11" Type="http://schemas.openxmlformats.org/officeDocument/2006/relationships/slideMaster" Target="../slideMasters/slideMaster1.xml"/><Relationship Id="rId5" Type="http://schemas.openxmlformats.org/officeDocument/2006/relationships/tags" Target="../tags/tag105.xml"/><Relationship Id="rId10" Type="http://schemas.openxmlformats.org/officeDocument/2006/relationships/tags" Target="../tags/tag110.xml"/><Relationship Id="rId4" Type="http://schemas.openxmlformats.org/officeDocument/2006/relationships/tags" Target="../tags/tag104.xml"/><Relationship Id="rId9" Type="http://schemas.openxmlformats.org/officeDocument/2006/relationships/tags" Target="../tags/tag109.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113.xml"/><Relationship Id="rId2" Type="http://schemas.openxmlformats.org/officeDocument/2006/relationships/tags" Target="../tags/tag112.xml"/><Relationship Id="rId1" Type="http://schemas.openxmlformats.org/officeDocument/2006/relationships/tags" Target="../tags/tag111.xml"/><Relationship Id="rId6" Type="http://schemas.openxmlformats.org/officeDocument/2006/relationships/slideMaster" Target="../slideMasters/slideMaster1.xml"/><Relationship Id="rId5" Type="http://schemas.openxmlformats.org/officeDocument/2006/relationships/tags" Target="../tags/tag115.xml"/><Relationship Id="rId4" Type="http://schemas.openxmlformats.org/officeDocument/2006/relationships/tags" Target="../tags/tag114.xml"/></Relationships>
</file>

<file path=ppt/slideLayouts/_rels/slideLayout19.xml.rels><?xml version="1.0" encoding="UTF-8" standalone="yes"?>
<Relationships xmlns="http://schemas.openxmlformats.org/package/2006/relationships"><Relationship Id="rId8" Type="http://schemas.openxmlformats.org/officeDocument/2006/relationships/tags" Target="../tags/tag130.xml"/><Relationship Id="rId13" Type="http://schemas.openxmlformats.org/officeDocument/2006/relationships/tags" Target="../tags/tag135.xml"/><Relationship Id="rId18" Type="http://schemas.openxmlformats.org/officeDocument/2006/relationships/image" Target="../media/image4.png"/><Relationship Id="rId3" Type="http://schemas.openxmlformats.org/officeDocument/2006/relationships/tags" Target="../tags/tag125.xml"/><Relationship Id="rId21" Type="http://schemas.openxmlformats.org/officeDocument/2006/relationships/image" Target="../media/image7.png"/><Relationship Id="rId7" Type="http://schemas.openxmlformats.org/officeDocument/2006/relationships/tags" Target="../tags/tag129.xml"/><Relationship Id="rId12" Type="http://schemas.openxmlformats.org/officeDocument/2006/relationships/tags" Target="../tags/tag134.xml"/><Relationship Id="rId17" Type="http://schemas.openxmlformats.org/officeDocument/2006/relationships/image" Target="../media/image3.jpeg"/><Relationship Id="rId25" Type="http://schemas.openxmlformats.org/officeDocument/2006/relationships/image" Target="../media/image11.png"/><Relationship Id="rId2" Type="http://schemas.openxmlformats.org/officeDocument/2006/relationships/tags" Target="../tags/tag124.xml"/><Relationship Id="rId16" Type="http://schemas.openxmlformats.org/officeDocument/2006/relationships/slideMaster" Target="../slideMasters/slideMaster2.xml"/><Relationship Id="rId20" Type="http://schemas.openxmlformats.org/officeDocument/2006/relationships/image" Target="../media/image6.png"/><Relationship Id="rId1" Type="http://schemas.openxmlformats.org/officeDocument/2006/relationships/tags" Target="../tags/tag123.xml"/><Relationship Id="rId6" Type="http://schemas.openxmlformats.org/officeDocument/2006/relationships/tags" Target="../tags/tag128.xml"/><Relationship Id="rId11" Type="http://schemas.openxmlformats.org/officeDocument/2006/relationships/tags" Target="../tags/tag133.xml"/><Relationship Id="rId24" Type="http://schemas.openxmlformats.org/officeDocument/2006/relationships/image" Target="../media/image10.png"/><Relationship Id="rId5" Type="http://schemas.openxmlformats.org/officeDocument/2006/relationships/tags" Target="../tags/tag127.xml"/><Relationship Id="rId15" Type="http://schemas.openxmlformats.org/officeDocument/2006/relationships/tags" Target="../tags/tag137.xml"/><Relationship Id="rId23" Type="http://schemas.openxmlformats.org/officeDocument/2006/relationships/image" Target="../media/image9.png"/><Relationship Id="rId10" Type="http://schemas.openxmlformats.org/officeDocument/2006/relationships/tags" Target="../tags/tag132.xml"/><Relationship Id="rId19" Type="http://schemas.openxmlformats.org/officeDocument/2006/relationships/image" Target="../media/image5.png"/><Relationship Id="rId4" Type="http://schemas.openxmlformats.org/officeDocument/2006/relationships/tags" Target="../tags/tag126.xml"/><Relationship Id="rId9" Type="http://schemas.openxmlformats.org/officeDocument/2006/relationships/tags" Target="../tags/tag131.xml"/><Relationship Id="rId14" Type="http://schemas.openxmlformats.org/officeDocument/2006/relationships/tags" Target="../tags/tag136.xml"/><Relationship Id="rId22" Type="http://schemas.openxmlformats.org/officeDocument/2006/relationships/image" Target="../media/image8.png"/></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140.xml"/><Relationship Id="rId2" Type="http://schemas.openxmlformats.org/officeDocument/2006/relationships/tags" Target="../tags/tag139.xml"/><Relationship Id="rId1" Type="http://schemas.openxmlformats.org/officeDocument/2006/relationships/tags" Target="../tags/tag138.xml"/><Relationship Id="rId6" Type="http://schemas.openxmlformats.org/officeDocument/2006/relationships/slideMaster" Target="../slideMasters/slideMaster2.xml"/><Relationship Id="rId5" Type="http://schemas.openxmlformats.org/officeDocument/2006/relationships/tags" Target="../tags/tag142.xml"/><Relationship Id="rId4" Type="http://schemas.openxmlformats.org/officeDocument/2006/relationships/tags" Target="../tags/tag141.xml"/></Relationships>
</file>

<file path=ppt/slideLayouts/_rels/slideLayout21.xml.rels><?xml version="1.0" encoding="UTF-8" standalone="yes"?>
<Relationships xmlns="http://schemas.openxmlformats.org/package/2006/relationships"><Relationship Id="rId8" Type="http://schemas.openxmlformats.org/officeDocument/2006/relationships/tags" Target="../tags/tag150.xml"/><Relationship Id="rId3" Type="http://schemas.openxmlformats.org/officeDocument/2006/relationships/tags" Target="../tags/tag145.xml"/><Relationship Id="rId7" Type="http://schemas.openxmlformats.org/officeDocument/2006/relationships/tags" Target="../tags/tag149.xml"/><Relationship Id="rId2" Type="http://schemas.openxmlformats.org/officeDocument/2006/relationships/tags" Target="../tags/tag144.xml"/><Relationship Id="rId1" Type="http://schemas.openxmlformats.org/officeDocument/2006/relationships/tags" Target="../tags/tag143.xml"/><Relationship Id="rId6" Type="http://schemas.openxmlformats.org/officeDocument/2006/relationships/tags" Target="../tags/tag148.xml"/><Relationship Id="rId11" Type="http://schemas.openxmlformats.org/officeDocument/2006/relationships/image" Target="../media/image12.png"/><Relationship Id="rId5" Type="http://schemas.openxmlformats.org/officeDocument/2006/relationships/tags" Target="../tags/tag147.xml"/><Relationship Id="rId10" Type="http://schemas.openxmlformats.org/officeDocument/2006/relationships/slideMaster" Target="../slideMasters/slideMaster2.xml"/><Relationship Id="rId4" Type="http://schemas.openxmlformats.org/officeDocument/2006/relationships/tags" Target="../tags/tag146.xml"/><Relationship Id="rId9" Type="http://schemas.openxmlformats.org/officeDocument/2006/relationships/tags" Target="../tags/tag151.xml"/></Relationships>
</file>

<file path=ppt/slideLayouts/_rels/slideLayout22.xml.rels><?xml version="1.0" encoding="UTF-8" standalone="yes"?>
<Relationships xmlns="http://schemas.openxmlformats.org/package/2006/relationships"><Relationship Id="rId3" Type="http://schemas.openxmlformats.org/officeDocument/2006/relationships/tags" Target="../tags/tag154.xml"/><Relationship Id="rId7" Type="http://schemas.openxmlformats.org/officeDocument/2006/relationships/slideMaster" Target="../slideMasters/slideMaster2.xml"/><Relationship Id="rId2" Type="http://schemas.openxmlformats.org/officeDocument/2006/relationships/tags" Target="../tags/tag153.xml"/><Relationship Id="rId1" Type="http://schemas.openxmlformats.org/officeDocument/2006/relationships/tags" Target="../tags/tag152.xml"/><Relationship Id="rId6" Type="http://schemas.openxmlformats.org/officeDocument/2006/relationships/tags" Target="../tags/tag157.xml"/><Relationship Id="rId5" Type="http://schemas.openxmlformats.org/officeDocument/2006/relationships/tags" Target="../tags/tag156.xml"/><Relationship Id="rId4" Type="http://schemas.openxmlformats.org/officeDocument/2006/relationships/tags" Target="../tags/tag155.xml"/></Relationships>
</file>

<file path=ppt/slideLayouts/_rels/slideLayout23.xml.rels><?xml version="1.0" encoding="UTF-8" standalone="yes"?>
<Relationships xmlns="http://schemas.openxmlformats.org/package/2006/relationships"><Relationship Id="rId8" Type="http://schemas.openxmlformats.org/officeDocument/2006/relationships/tags" Target="../tags/tag165.xml"/><Relationship Id="rId3" Type="http://schemas.openxmlformats.org/officeDocument/2006/relationships/tags" Target="../tags/tag160.xml"/><Relationship Id="rId7" Type="http://schemas.openxmlformats.org/officeDocument/2006/relationships/tags" Target="../tags/tag164.xml"/><Relationship Id="rId2" Type="http://schemas.openxmlformats.org/officeDocument/2006/relationships/tags" Target="../tags/tag159.xml"/><Relationship Id="rId1" Type="http://schemas.openxmlformats.org/officeDocument/2006/relationships/tags" Target="../tags/tag158.xml"/><Relationship Id="rId6" Type="http://schemas.openxmlformats.org/officeDocument/2006/relationships/tags" Target="../tags/tag163.xml"/><Relationship Id="rId5" Type="http://schemas.openxmlformats.org/officeDocument/2006/relationships/tags" Target="../tags/tag162.xml"/><Relationship Id="rId4" Type="http://schemas.openxmlformats.org/officeDocument/2006/relationships/tags" Target="../tags/tag161.xml"/><Relationship Id="rId9"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tags" Target="../tags/tag168.xml"/><Relationship Id="rId2" Type="http://schemas.openxmlformats.org/officeDocument/2006/relationships/tags" Target="../tags/tag167.xml"/><Relationship Id="rId1" Type="http://schemas.openxmlformats.org/officeDocument/2006/relationships/tags" Target="../tags/tag166.xml"/><Relationship Id="rId5" Type="http://schemas.openxmlformats.org/officeDocument/2006/relationships/slideMaster" Target="../slideMasters/slideMaster2.xml"/><Relationship Id="rId4" Type="http://schemas.openxmlformats.org/officeDocument/2006/relationships/tags" Target="../tags/tag169.xml"/></Relationships>
</file>

<file path=ppt/slideLayouts/_rels/slideLayout25.xml.rels><?xml version="1.0" encoding="UTF-8" standalone="yes"?>
<Relationships xmlns="http://schemas.openxmlformats.org/package/2006/relationships"><Relationship Id="rId3" Type="http://schemas.openxmlformats.org/officeDocument/2006/relationships/tags" Target="../tags/tag172.xml"/><Relationship Id="rId2" Type="http://schemas.openxmlformats.org/officeDocument/2006/relationships/tags" Target="../tags/tag171.xml"/><Relationship Id="rId1" Type="http://schemas.openxmlformats.org/officeDocument/2006/relationships/tags" Target="../tags/tag170.xml"/><Relationship Id="rId4"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tags" Target="../tags/tag175.xml"/><Relationship Id="rId7" Type="http://schemas.openxmlformats.org/officeDocument/2006/relationships/slideMaster" Target="../slideMasters/slideMaster2.xml"/><Relationship Id="rId2" Type="http://schemas.openxmlformats.org/officeDocument/2006/relationships/tags" Target="../tags/tag174.xml"/><Relationship Id="rId1" Type="http://schemas.openxmlformats.org/officeDocument/2006/relationships/tags" Target="../tags/tag173.xml"/><Relationship Id="rId6" Type="http://schemas.openxmlformats.org/officeDocument/2006/relationships/tags" Target="../tags/tag178.xml"/><Relationship Id="rId5" Type="http://schemas.openxmlformats.org/officeDocument/2006/relationships/tags" Target="../tags/tag177.xml"/><Relationship Id="rId4" Type="http://schemas.openxmlformats.org/officeDocument/2006/relationships/tags" Target="../tags/tag176.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181.xml"/><Relationship Id="rId2" Type="http://schemas.openxmlformats.org/officeDocument/2006/relationships/tags" Target="../tags/tag180.xml"/><Relationship Id="rId1" Type="http://schemas.openxmlformats.org/officeDocument/2006/relationships/tags" Target="../tags/tag179.xml"/><Relationship Id="rId6" Type="http://schemas.openxmlformats.org/officeDocument/2006/relationships/slideMaster" Target="../slideMasters/slideMaster2.xml"/><Relationship Id="rId5" Type="http://schemas.openxmlformats.org/officeDocument/2006/relationships/tags" Target="../tags/tag183.xml"/><Relationship Id="rId4" Type="http://schemas.openxmlformats.org/officeDocument/2006/relationships/tags" Target="../tags/tag182.xml"/></Relationships>
</file>

<file path=ppt/slideLayouts/_rels/slideLayout28.xml.rels><?xml version="1.0" encoding="UTF-8" standalone="yes"?>
<Relationships xmlns="http://schemas.openxmlformats.org/package/2006/relationships"><Relationship Id="rId3" Type="http://schemas.openxmlformats.org/officeDocument/2006/relationships/tags" Target="../tags/tag186.xml"/><Relationship Id="rId2" Type="http://schemas.openxmlformats.org/officeDocument/2006/relationships/tags" Target="../tags/tag185.xml"/><Relationship Id="rId1" Type="http://schemas.openxmlformats.org/officeDocument/2006/relationships/tags" Target="../tags/tag184.xml"/><Relationship Id="rId5" Type="http://schemas.openxmlformats.org/officeDocument/2006/relationships/slideMaster" Target="../slideMasters/slideMaster2.xml"/><Relationship Id="rId4" Type="http://schemas.openxmlformats.org/officeDocument/2006/relationships/tags" Target="../tags/tag187.xml"/></Relationships>
</file>

<file path=ppt/slideLayouts/_rels/slideLayout29.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90.xml"/><Relationship Id="rId7" Type="http://schemas.openxmlformats.org/officeDocument/2006/relationships/tags" Target="../tags/tag194.xml"/><Relationship Id="rId2" Type="http://schemas.openxmlformats.org/officeDocument/2006/relationships/tags" Target="../tags/tag189.xml"/><Relationship Id="rId1" Type="http://schemas.openxmlformats.org/officeDocument/2006/relationships/tags" Target="../tags/tag188.xml"/><Relationship Id="rId6" Type="http://schemas.openxmlformats.org/officeDocument/2006/relationships/tags" Target="../tags/tag193.xml"/><Relationship Id="rId5" Type="http://schemas.openxmlformats.org/officeDocument/2006/relationships/tags" Target="../tags/tag192.xml"/><Relationship Id="rId4" Type="http://schemas.openxmlformats.org/officeDocument/2006/relationships/tags" Target="../tags/tag191.xml"/><Relationship Id="rId9" Type="http://schemas.openxmlformats.org/officeDocument/2006/relationships/image" Target="../media/image13.png"/></Relationships>
</file>

<file path=ppt/slideLayouts/_rels/slideLayout30.xml.rels><?xml version="1.0" encoding="UTF-8" standalone="yes"?>
<Relationships xmlns="http://schemas.openxmlformats.org/package/2006/relationships"><Relationship Id="rId3" Type="http://schemas.openxmlformats.org/officeDocument/2006/relationships/tags" Target="../tags/tag197.xml"/><Relationship Id="rId7" Type="http://schemas.openxmlformats.org/officeDocument/2006/relationships/image" Target="../media/image14.png"/><Relationship Id="rId2" Type="http://schemas.openxmlformats.org/officeDocument/2006/relationships/tags" Target="../tags/tag196.xml"/><Relationship Id="rId1" Type="http://schemas.openxmlformats.org/officeDocument/2006/relationships/tags" Target="../tags/tag195.xml"/><Relationship Id="rId6" Type="http://schemas.openxmlformats.org/officeDocument/2006/relationships/slideMaster" Target="../slideMasters/slideMaster2.xml"/><Relationship Id="rId5" Type="http://schemas.openxmlformats.org/officeDocument/2006/relationships/tags" Target="../tags/tag199.xml"/><Relationship Id="rId4" Type="http://schemas.openxmlformats.org/officeDocument/2006/relationships/tags" Target="../tags/tag198.xml"/></Relationships>
</file>

<file path=ppt/slideLayouts/_rels/slideLayout31.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202.xml"/><Relationship Id="rId7" Type="http://schemas.openxmlformats.org/officeDocument/2006/relationships/tags" Target="../tags/tag206.xml"/><Relationship Id="rId2" Type="http://schemas.openxmlformats.org/officeDocument/2006/relationships/tags" Target="../tags/tag201.xml"/><Relationship Id="rId1" Type="http://schemas.openxmlformats.org/officeDocument/2006/relationships/tags" Target="../tags/tag200.xml"/><Relationship Id="rId6" Type="http://schemas.openxmlformats.org/officeDocument/2006/relationships/tags" Target="../tags/tag205.xml"/><Relationship Id="rId5" Type="http://schemas.openxmlformats.org/officeDocument/2006/relationships/tags" Target="../tags/tag204.xml"/><Relationship Id="rId4" Type="http://schemas.openxmlformats.org/officeDocument/2006/relationships/tags" Target="../tags/tag203.xml"/><Relationship Id="rId9" Type="http://schemas.openxmlformats.org/officeDocument/2006/relationships/image" Target="../media/image14.png"/></Relationships>
</file>

<file path=ppt/slideLayouts/_rels/slideLayout32.xml.rels><?xml version="1.0" encoding="UTF-8" standalone="yes"?>
<Relationships xmlns="http://schemas.openxmlformats.org/package/2006/relationships"><Relationship Id="rId8" Type="http://schemas.openxmlformats.org/officeDocument/2006/relationships/tags" Target="../tags/tag214.xml"/><Relationship Id="rId3" Type="http://schemas.openxmlformats.org/officeDocument/2006/relationships/tags" Target="../tags/tag209.xml"/><Relationship Id="rId7" Type="http://schemas.openxmlformats.org/officeDocument/2006/relationships/tags" Target="../tags/tag213.xml"/><Relationship Id="rId2" Type="http://schemas.openxmlformats.org/officeDocument/2006/relationships/tags" Target="../tags/tag208.xml"/><Relationship Id="rId1" Type="http://schemas.openxmlformats.org/officeDocument/2006/relationships/tags" Target="../tags/tag207.xml"/><Relationship Id="rId6" Type="http://schemas.openxmlformats.org/officeDocument/2006/relationships/tags" Target="../tags/tag212.xml"/><Relationship Id="rId5" Type="http://schemas.openxmlformats.org/officeDocument/2006/relationships/tags" Target="../tags/tag211.xml"/><Relationship Id="rId10" Type="http://schemas.openxmlformats.org/officeDocument/2006/relationships/image" Target="../media/image14.png"/><Relationship Id="rId4" Type="http://schemas.openxmlformats.org/officeDocument/2006/relationships/tags" Target="../tags/tag210.xml"/><Relationship Id="rId9"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8" Type="http://schemas.openxmlformats.org/officeDocument/2006/relationships/tags" Target="../tags/tag222.xml"/><Relationship Id="rId3" Type="http://schemas.openxmlformats.org/officeDocument/2006/relationships/tags" Target="../tags/tag217.xml"/><Relationship Id="rId7" Type="http://schemas.openxmlformats.org/officeDocument/2006/relationships/tags" Target="../tags/tag221.xml"/><Relationship Id="rId2" Type="http://schemas.openxmlformats.org/officeDocument/2006/relationships/tags" Target="../tags/tag216.xml"/><Relationship Id="rId1" Type="http://schemas.openxmlformats.org/officeDocument/2006/relationships/tags" Target="../tags/tag215.xml"/><Relationship Id="rId6" Type="http://schemas.openxmlformats.org/officeDocument/2006/relationships/tags" Target="../tags/tag220.xml"/><Relationship Id="rId5" Type="http://schemas.openxmlformats.org/officeDocument/2006/relationships/tags" Target="../tags/tag219.xml"/><Relationship Id="rId10" Type="http://schemas.openxmlformats.org/officeDocument/2006/relationships/image" Target="../media/image14.png"/><Relationship Id="rId4" Type="http://schemas.openxmlformats.org/officeDocument/2006/relationships/tags" Target="../tags/tag218.xml"/><Relationship Id="rId9"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8" Type="http://schemas.openxmlformats.org/officeDocument/2006/relationships/tags" Target="../tags/tag230.xml"/><Relationship Id="rId3" Type="http://schemas.openxmlformats.org/officeDocument/2006/relationships/tags" Target="../tags/tag225.xml"/><Relationship Id="rId7" Type="http://schemas.openxmlformats.org/officeDocument/2006/relationships/tags" Target="../tags/tag229.xml"/><Relationship Id="rId2" Type="http://schemas.openxmlformats.org/officeDocument/2006/relationships/tags" Target="../tags/tag224.xml"/><Relationship Id="rId1" Type="http://schemas.openxmlformats.org/officeDocument/2006/relationships/tags" Target="../tags/tag223.xml"/><Relationship Id="rId6" Type="http://schemas.openxmlformats.org/officeDocument/2006/relationships/tags" Target="../tags/tag228.xml"/><Relationship Id="rId5" Type="http://schemas.openxmlformats.org/officeDocument/2006/relationships/tags" Target="../tags/tag227.xml"/><Relationship Id="rId10" Type="http://schemas.openxmlformats.org/officeDocument/2006/relationships/image" Target="../media/image14.png"/><Relationship Id="rId4" Type="http://schemas.openxmlformats.org/officeDocument/2006/relationships/tags" Target="../tags/tag226.xml"/><Relationship Id="rId9"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8" Type="http://schemas.openxmlformats.org/officeDocument/2006/relationships/tags" Target="../tags/tag238.xml"/><Relationship Id="rId3" Type="http://schemas.openxmlformats.org/officeDocument/2006/relationships/tags" Target="../tags/tag233.xml"/><Relationship Id="rId7" Type="http://schemas.openxmlformats.org/officeDocument/2006/relationships/tags" Target="../tags/tag237.xml"/><Relationship Id="rId12" Type="http://schemas.openxmlformats.org/officeDocument/2006/relationships/image" Target="../media/image14.png"/><Relationship Id="rId2" Type="http://schemas.openxmlformats.org/officeDocument/2006/relationships/tags" Target="../tags/tag232.xml"/><Relationship Id="rId1" Type="http://schemas.openxmlformats.org/officeDocument/2006/relationships/tags" Target="../tags/tag231.xml"/><Relationship Id="rId6" Type="http://schemas.openxmlformats.org/officeDocument/2006/relationships/tags" Target="../tags/tag236.xml"/><Relationship Id="rId11" Type="http://schemas.openxmlformats.org/officeDocument/2006/relationships/slideMaster" Target="../slideMasters/slideMaster2.xml"/><Relationship Id="rId5" Type="http://schemas.openxmlformats.org/officeDocument/2006/relationships/tags" Target="../tags/tag235.xml"/><Relationship Id="rId10" Type="http://schemas.openxmlformats.org/officeDocument/2006/relationships/tags" Target="../tags/tag240.xml"/><Relationship Id="rId4" Type="http://schemas.openxmlformats.org/officeDocument/2006/relationships/tags" Target="../tags/tag234.xml"/><Relationship Id="rId9" Type="http://schemas.openxmlformats.org/officeDocument/2006/relationships/tags" Target="../tags/tag239.xml"/></Relationships>
</file>

<file path=ppt/slideLayouts/_rels/slideLayout36.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243.xml"/><Relationship Id="rId7" Type="http://schemas.openxmlformats.org/officeDocument/2006/relationships/tags" Target="../tags/tag247.xml"/><Relationship Id="rId2" Type="http://schemas.openxmlformats.org/officeDocument/2006/relationships/tags" Target="../tags/tag242.xml"/><Relationship Id="rId1" Type="http://schemas.openxmlformats.org/officeDocument/2006/relationships/tags" Target="../tags/tag241.xml"/><Relationship Id="rId6" Type="http://schemas.openxmlformats.org/officeDocument/2006/relationships/tags" Target="../tags/tag246.xml"/><Relationship Id="rId5" Type="http://schemas.openxmlformats.org/officeDocument/2006/relationships/tags" Target="../tags/tag245.xml"/><Relationship Id="rId4" Type="http://schemas.openxmlformats.org/officeDocument/2006/relationships/tags" Target="../tags/tag244.xml"/><Relationship Id="rId9" Type="http://schemas.openxmlformats.org/officeDocument/2006/relationships/image" Target="../media/image14.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1"/>
            </p:custDataLst>
          </p:nvPr>
        </p:nvSpPr>
        <p:spPr>
          <a:xfrm>
            <a:off x="1877400" y="2597580"/>
            <a:ext cx="5389200" cy="899100"/>
          </a:xfrm>
        </p:spPr>
        <p:txBody>
          <a:bodyPr lIns="90000" tIns="46800" rIns="90000" bIns="46800" anchor="b" anchorCtr="0">
            <a:normAutofit/>
          </a:bodyPr>
          <a:lstStyle>
            <a:lvl1pPr algn="dist">
              <a:defRPr sz="5400" b="0" spc="600" baseline="0">
                <a:solidFill>
                  <a:schemeClr val="accent1"/>
                </a:solidFill>
                <a:latin typeface="微软雅黑" panose="020B0503020204020204" charset="-122"/>
                <a:ea typeface="汉仪旗黑-85S" panose="00020600040101010101" pitchFamily="18" charset="-122"/>
              </a:defRPr>
            </a:lvl1pPr>
          </a:lstStyle>
          <a:p>
            <a:r>
              <a:rPr lang="zh-CN" altLang="en-US" dirty="0"/>
              <a:t>单击编辑标题</a:t>
            </a:r>
          </a:p>
        </p:txBody>
      </p:sp>
      <p:sp>
        <p:nvSpPr>
          <p:cNvPr id="3" name="副标题 2"/>
          <p:cNvSpPr>
            <a:spLocks noGrp="1"/>
          </p:cNvSpPr>
          <p:nvPr>
            <p:ph type="subTitle" idx="1" hasCustomPrompt="1"/>
            <p:custDataLst>
              <p:tags r:id="rId2"/>
            </p:custDataLst>
          </p:nvPr>
        </p:nvSpPr>
        <p:spPr>
          <a:xfrm>
            <a:off x="3023550" y="3882366"/>
            <a:ext cx="3096900" cy="376951"/>
          </a:xfrm>
        </p:spPr>
        <p:txBody>
          <a:bodyPr lIns="101600" tIns="38100" rIns="76200" bIns="38100">
            <a:normAutofit/>
          </a:bodyPr>
          <a:lstStyle>
            <a:lvl1pPr marL="0" indent="0" algn="ctr" eaLnBrk="1" fontAlgn="auto" latinLnBrk="0" hangingPunct="1">
              <a:lnSpc>
                <a:spcPct val="100000"/>
              </a:lnSpc>
              <a:buNone/>
              <a:defRPr sz="1050" u="none" strike="noStrike" kern="1200" cap="none" spc="200" normalizeH="0" baseline="0">
                <a:solidFill>
                  <a:schemeClr val="tx1">
                    <a:lumMod val="75000"/>
                    <a:lumOff val="25000"/>
                  </a:schemeClr>
                </a:solidFill>
                <a:uFillTx/>
                <a:latin typeface="微软雅黑" panose="020B0503020204020204" charset="-122"/>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单击此处编辑副标题</a:t>
            </a:r>
          </a:p>
        </p:txBody>
      </p:sp>
      <p:sp>
        <p:nvSpPr>
          <p:cNvPr id="16" name="日期占位符 15"/>
          <p:cNvSpPr>
            <a:spLocks noGrp="1"/>
          </p:cNvSpPr>
          <p:nvPr>
            <p:ph type="dt" sz="half" idx="10"/>
            <p:custDataLst>
              <p:tags r:id="rId3"/>
            </p:custDataLst>
          </p:nvPr>
        </p:nvSpPr>
        <p:spPr>
          <a:xfrm>
            <a:off x="322307" y="6349833"/>
            <a:ext cx="2700000" cy="316800"/>
          </a:xfrm>
        </p:spPr>
        <p:txBody>
          <a:bodyPr/>
          <a:lstStyle>
            <a:lvl1pPr>
              <a:defRPr baseline="0">
                <a:latin typeface="Arial" panose="020B0604020202020204" pitchFamily="34" charset="0"/>
              </a:defRPr>
            </a:lvl1pPr>
          </a:lstStyle>
          <a:p>
            <a:fld id="{760FBDFE-C587-4B4C-A407-44438C67B59E}" type="datetimeFigureOut">
              <a:rPr lang="zh-CN" altLang="en-US" smtClean="0"/>
              <a:t>2026/10/19</a:t>
            </a:fld>
            <a:endParaRPr lang="zh-CN" altLang="en-US"/>
          </a:p>
        </p:txBody>
      </p:sp>
      <p:sp>
        <p:nvSpPr>
          <p:cNvPr id="17" name="页脚占位符 16"/>
          <p:cNvSpPr>
            <a:spLocks noGrp="1"/>
          </p:cNvSpPr>
          <p:nvPr>
            <p:ph type="ftr" sz="quarter" idx="11"/>
            <p:custDataLst>
              <p:tags r:id="rId4"/>
            </p:custDataLst>
          </p:nvPr>
        </p:nvSpPr>
        <p:spPr>
          <a:xfrm>
            <a:off x="2592000" y="6349833"/>
            <a:ext cx="3960000" cy="316800"/>
          </a:xfrm>
        </p:spPr>
        <p:txBody>
          <a:bodyPr/>
          <a:lstStyle>
            <a:lvl1pPr>
              <a:defRPr baseline="0">
                <a:latin typeface="Arial" panose="020B0604020202020204" pitchFamily="34" charset="0"/>
              </a:defRPr>
            </a:lvl1pPr>
          </a:lstStyle>
          <a:p>
            <a:endParaRPr lang="zh-CN" altLang="en-US" dirty="0"/>
          </a:p>
        </p:txBody>
      </p:sp>
      <p:sp>
        <p:nvSpPr>
          <p:cNvPr id="18" name="灯片编号占位符 17"/>
          <p:cNvSpPr>
            <a:spLocks noGrp="1"/>
          </p:cNvSpPr>
          <p:nvPr>
            <p:ph type="sldNum" sz="quarter" idx="12"/>
            <p:custDataLst>
              <p:tags r:id="rId5"/>
            </p:custDataLst>
          </p:nvPr>
        </p:nvSpPr>
        <p:spPr>
          <a:xfrm>
            <a:off x="6120450" y="6349833"/>
            <a:ext cx="2700000" cy="316800"/>
          </a:xfrm>
        </p:spPr>
        <p:txBody>
          <a:bodyPr/>
          <a:lstStyle>
            <a:lvl1pPr>
              <a:defRPr baseline="0">
                <a:latin typeface="Arial" panose="020B0604020202020204" pitchFamily="34" charset="0"/>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285" y="102870"/>
            <a:ext cx="8139430" cy="727075"/>
          </a:xfrm>
        </p:spPr>
        <p:txBody>
          <a:bodyPr vert="horz" lIns="101600" tIns="38100" rIns="76200" bIns="38100" rtlCol="0" anchor="t" anchorCtr="0">
            <a:normAutofit/>
          </a:bodyPr>
          <a:lstStyle>
            <a:lvl1pPr marL="0" marR="0" algn="l" defTabSz="914400" rtl="0" eaLnBrk="1" fontAlgn="auto" latinLnBrk="0" hangingPunct="1">
              <a:lnSpc>
                <a:spcPct val="100000"/>
              </a:lnSpc>
              <a:buNone/>
              <a:defRPr kumimoji="0" lang="zh-CN" altLang="en-US" sz="3200" b="1"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502285" y="999490"/>
            <a:ext cx="8139430" cy="4668520"/>
          </a:xfrm>
        </p:spPr>
        <p:txBody>
          <a:bodyPr vert="horz" lIns="101600" tIns="0" rIns="82550" bIns="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2400" b="1"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2000" b="1" i="0" u="none" strike="noStrike" kern="1200" cap="none" spc="0" normalizeH="0" baseline="0" noProof="1" dirty="0">
                <a:solidFill>
                  <a:srgbClr val="0033CC"/>
                </a:solidFill>
                <a:uFillTx/>
                <a:latin typeface="微软雅黑" panose="020B0503020204020204" charset="-122"/>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1" i="0" u="none" strike="noStrike" kern="1200" cap="none" spc="0" normalizeH="0" baseline="0" noProof="1" dirty="0">
                <a:solidFill>
                  <a:srgbClr val="C00000"/>
                </a:solidFill>
                <a:uFillTx/>
                <a:latin typeface="微软雅黑" panose="020B0503020204020204" charset="-122"/>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1"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400" b="1"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a:xfrm>
            <a:off x="322307"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760FBDFE-C587-4B4C-A407-44438C67B59E}" type="datetimeFigureOut">
              <a:rPr lang="zh-CN" altLang="en-US" smtClean="0"/>
              <a:t>2026/10/19</a:t>
            </a:fld>
            <a:endParaRPr lang="zh-CN" altLang="en-US"/>
          </a:p>
        </p:txBody>
      </p:sp>
      <p:sp>
        <p:nvSpPr>
          <p:cNvPr id="5" name="页脚占位符 4"/>
          <p:cNvSpPr>
            <a:spLocks noGrp="1"/>
          </p:cNvSpPr>
          <p:nvPr>
            <p:ph type="ftr" sz="quarter" idx="11"/>
            <p:custDataLst>
              <p:tags r:id="rId4"/>
            </p:custDataLst>
          </p:nvPr>
        </p:nvSpPr>
        <p:spPr>
          <a:xfrm>
            <a:off x="2592000" y="6349833"/>
            <a:ext cx="396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5"/>
            </p:custDataLst>
          </p:nvPr>
        </p:nvSpPr>
        <p:spPr>
          <a:xfrm>
            <a:off x="6120450"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619250" y="2736288"/>
            <a:ext cx="5905500" cy="807300"/>
          </a:xfrm>
        </p:spPr>
        <p:txBody>
          <a:bodyPr lIns="90000" tIns="46800" rIns="90000" bIns="46800" anchor="b" anchorCtr="0">
            <a:normAutofit/>
          </a:bodyPr>
          <a:lstStyle>
            <a:lvl1pPr algn="ctr">
              <a:defRPr sz="4800" b="0" u="none" strike="noStrike" kern="1200" cap="none" spc="800" normalizeH="0" baseline="0">
                <a:solidFill>
                  <a:schemeClr val="accent1"/>
                </a:solidFill>
                <a:uFillTx/>
                <a:latin typeface="微软雅黑" panose="020B0503020204020204" charset="-122"/>
                <a:ea typeface="汉仪旗黑-85S" panose="00020600040101010101" pitchFamily="18" charset="-122"/>
              </a:defRPr>
            </a:lvl1pPr>
          </a:lstStyle>
          <a:p>
            <a:r>
              <a:rPr lang="zh-CN" altLang="en-US" dirty="0"/>
              <a:t>单击此处编辑标题</a:t>
            </a:r>
          </a:p>
        </p:txBody>
      </p:sp>
      <p:sp>
        <p:nvSpPr>
          <p:cNvPr id="3" name="文本占位符 2"/>
          <p:cNvSpPr>
            <a:spLocks noGrp="1"/>
          </p:cNvSpPr>
          <p:nvPr>
            <p:ph type="body" idx="1"/>
            <p:custDataLst>
              <p:tags r:id="rId2"/>
            </p:custDataLst>
          </p:nvPr>
        </p:nvSpPr>
        <p:spPr>
          <a:xfrm>
            <a:off x="3023550" y="3885918"/>
            <a:ext cx="3096900" cy="398264"/>
          </a:xfrm>
        </p:spPr>
        <p:txBody>
          <a:bodyPr lIns="90000" tIns="46800" rIns="90000" bIns="46800">
            <a:normAutofit/>
          </a:bodyPr>
          <a:lstStyle>
            <a:lvl1pPr marL="0" indent="0" algn="ctr" eaLnBrk="1" fontAlgn="auto" latinLnBrk="0" hangingPunct="1">
              <a:lnSpc>
                <a:spcPct val="100000"/>
              </a:lnSpc>
              <a:buNone/>
              <a:defRPr kumimoji="0" lang="zh-CN" altLang="en-US" sz="1050" b="0" i="0" u="none" strike="noStrike" kern="1200" cap="none" spc="800" normalizeH="0" baseline="0" noProof="1">
                <a:solidFill>
                  <a:schemeClr val="tx1">
                    <a:lumMod val="75000"/>
                    <a:lumOff val="25000"/>
                  </a:schemeClr>
                </a:solidFill>
                <a:uFillTx/>
                <a:latin typeface="微软雅黑" panose="020B0503020204020204" charset="-122"/>
                <a:ea typeface="微软雅黑" panose="020B0503020204020204" charset="-122"/>
                <a:cs typeface="+mn-cs"/>
                <a:sym typeface="+mn-ea"/>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custDataLst>
              <p:tags r:id="rId3"/>
            </p:custDataLst>
          </p:nvPr>
        </p:nvSpPr>
        <p:spPr>
          <a:xfrm>
            <a:off x="322307" y="6349833"/>
            <a:ext cx="2700000" cy="316800"/>
          </a:xfrm>
        </p:spPr>
        <p:txBody>
          <a:bodyPr/>
          <a:lstStyle>
            <a:lvl1pPr>
              <a:defRPr baseline="0">
                <a:latin typeface="Arial" panose="020B0604020202020204" pitchFamily="34" charset="0"/>
              </a:defRPr>
            </a:lvl1pPr>
          </a:lstStyle>
          <a:p>
            <a:fld id="{760FBDFE-C587-4B4C-A407-44438C67B59E}" type="datetimeFigureOut">
              <a:rPr lang="zh-CN" altLang="en-US" smtClean="0"/>
              <a:t>2026/10/19</a:t>
            </a:fld>
            <a:endParaRPr lang="zh-CN" altLang="en-US"/>
          </a:p>
        </p:txBody>
      </p:sp>
      <p:sp>
        <p:nvSpPr>
          <p:cNvPr id="5" name="页脚占位符 4"/>
          <p:cNvSpPr>
            <a:spLocks noGrp="1"/>
          </p:cNvSpPr>
          <p:nvPr>
            <p:ph type="ftr" sz="quarter" idx="11"/>
            <p:custDataLst>
              <p:tags r:id="rId4"/>
            </p:custDataLst>
          </p:nvPr>
        </p:nvSpPr>
        <p:spPr>
          <a:xfrm>
            <a:off x="2592000" y="6349833"/>
            <a:ext cx="3960000" cy="316800"/>
          </a:xfrm>
        </p:spPr>
        <p:txBody>
          <a:bodyPr/>
          <a:lstStyle>
            <a:lvl1pPr>
              <a:defRPr baseline="0">
                <a:latin typeface="Arial" panose="020B0604020202020204" pitchFamily="34" charset="0"/>
              </a:defRPr>
            </a:lvl1pPr>
          </a:lstStyle>
          <a:p>
            <a:endParaRPr lang="zh-CN" altLang="en-US"/>
          </a:p>
        </p:txBody>
      </p:sp>
      <p:sp>
        <p:nvSpPr>
          <p:cNvPr id="6" name="灯片编号占位符 5"/>
          <p:cNvSpPr>
            <a:spLocks noGrp="1"/>
          </p:cNvSpPr>
          <p:nvPr>
            <p:ph type="sldNum" sz="quarter" idx="12"/>
            <p:custDataLst>
              <p:tags r:id="rId5"/>
            </p:custDataLst>
          </p:nvPr>
        </p:nvSpPr>
        <p:spPr>
          <a:xfrm>
            <a:off x="6120450" y="6349833"/>
            <a:ext cx="2700000" cy="316800"/>
          </a:xfrm>
        </p:spPr>
        <p:txBody>
          <a:bodyPr/>
          <a:lstStyle>
            <a:lvl1pPr>
              <a:defRPr baseline="0">
                <a:latin typeface="Arial" panose="020B0604020202020204" pitchFamily="34" charset="0"/>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411"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502447" y="1626121"/>
            <a:ext cx="3962432" cy="4041680"/>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内容占位符 3"/>
          <p:cNvSpPr>
            <a:spLocks noGrp="1"/>
          </p:cNvSpPr>
          <p:nvPr>
            <p:ph sz="half" idx="2"/>
            <p:custDataLst>
              <p:tags r:id="rId3"/>
            </p:custDataLst>
          </p:nvPr>
        </p:nvSpPr>
        <p:spPr>
          <a:xfrm>
            <a:off x="4679158" y="1626121"/>
            <a:ext cx="3962432" cy="4041680"/>
          </a:xfrm>
        </p:spPr>
        <p:txBody>
          <a:bodyPr>
            <a:noAutofit/>
          </a:bodyPr>
          <a:lstStyle>
            <a:lvl1pPr>
              <a:defRPr sz="1200" u="none" strike="noStrike" kern="1200" cap="none" spc="0" normalizeH="0">
                <a:solidFill>
                  <a:schemeClr val="tx1">
                    <a:lumMod val="75000"/>
                    <a:lumOff val="25000"/>
                  </a:schemeClr>
                </a:solidFill>
                <a:latin typeface="微软雅黑" panose="020B0503020204020204" charset="-122"/>
                <a:ea typeface="微软雅黑" panose="020B0503020204020204" charset="-122"/>
              </a:defRPr>
            </a:lvl1pPr>
            <a:lvl2pPr>
              <a:defRPr sz="1200" u="none" strike="noStrike" kern="1200" cap="none" spc="0" normalizeH="0">
                <a:solidFill>
                  <a:schemeClr val="tx1">
                    <a:lumMod val="75000"/>
                    <a:lumOff val="25000"/>
                  </a:schemeClr>
                </a:solidFill>
                <a:latin typeface="微软雅黑" panose="020B0503020204020204" charset="-122"/>
                <a:ea typeface="微软雅黑" panose="020B0503020204020204" charset="-122"/>
              </a:defRPr>
            </a:lvl2pPr>
            <a:lvl3pPr>
              <a:defRPr sz="1200" u="none" strike="noStrike" kern="1200" cap="none" spc="0" normalizeH="0">
                <a:solidFill>
                  <a:schemeClr val="tx1">
                    <a:lumMod val="75000"/>
                    <a:lumOff val="25000"/>
                  </a:schemeClr>
                </a:solidFill>
                <a:latin typeface="微软雅黑" panose="020B0503020204020204" charset="-122"/>
                <a:ea typeface="微软雅黑" panose="020B0503020204020204" charset="-122"/>
              </a:defRPr>
            </a:lvl3pPr>
            <a:lvl4pPr>
              <a:defRPr sz="1200" u="none" strike="noStrike" kern="1200" cap="none" spc="0" normalizeH="0">
                <a:solidFill>
                  <a:schemeClr val="tx1">
                    <a:lumMod val="75000"/>
                    <a:lumOff val="25000"/>
                  </a:schemeClr>
                </a:solidFill>
                <a:latin typeface="微软雅黑" panose="020B0503020204020204" charset="-122"/>
                <a:ea typeface="微软雅黑" panose="020B0503020204020204" charset="-122"/>
              </a:defRPr>
            </a:lvl4pPr>
            <a:lvl5pPr>
              <a:defRPr sz="1200" u="none" strike="noStrike" kern="1200" cap="none" spc="0" normalizeH="0">
                <a:solidFill>
                  <a:schemeClr val="tx1">
                    <a:lumMod val="75000"/>
                    <a:lumOff val="25000"/>
                  </a:schemeClr>
                </a:solidFill>
                <a:latin typeface="微软雅黑" panose="020B0503020204020204" charset="-122"/>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a:xfrm>
            <a:off x="322307"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760FBDFE-C587-4B4C-A407-44438C67B59E}" type="datetimeFigureOut">
              <a:rPr lang="zh-CN" altLang="en-US" smtClean="0"/>
              <a:t>2026/10/19</a:t>
            </a:fld>
            <a:endParaRPr lang="zh-CN" altLang="en-US"/>
          </a:p>
        </p:txBody>
      </p:sp>
      <p:sp>
        <p:nvSpPr>
          <p:cNvPr id="6" name="页脚占位符 5"/>
          <p:cNvSpPr>
            <a:spLocks noGrp="1"/>
          </p:cNvSpPr>
          <p:nvPr>
            <p:ph type="ftr" sz="quarter" idx="11"/>
            <p:custDataLst>
              <p:tags r:id="rId5"/>
            </p:custDataLst>
          </p:nvPr>
        </p:nvSpPr>
        <p:spPr>
          <a:xfrm>
            <a:off x="2592000" y="6349833"/>
            <a:ext cx="396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a:p>
        </p:txBody>
      </p:sp>
      <p:sp>
        <p:nvSpPr>
          <p:cNvPr id="7" name="灯片编号占位符 6"/>
          <p:cNvSpPr>
            <a:spLocks noGrp="1"/>
          </p:cNvSpPr>
          <p:nvPr>
            <p:ph type="sldNum" sz="quarter" idx="12"/>
            <p:custDataLst>
              <p:tags r:id="rId6"/>
            </p:custDataLst>
          </p:nvPr>
        </p:nvSpPr>
        <p:spPr>
          <a:xfrm>
            <a:off x="6120450"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411"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502447" y="1000133"/>
            <a:ext cx="3962432" cy="285752"/>
          </a:xfrm>
        </p:spPr>
        <p:txBody>
          <a:bodyPr lIns="101600" tIns="38100" rIns="76200" bIns="38100" anchor="t" anchorCtr="0">
            <a:noAutofit/>
          </a:bodyPr>
          <a:lstStyle>
            <a:lvl1pPr marL="0" indent="0" eaLnBrk="1" fontAlgn="auto" latinLnBrk="0" hangingPunct="1">
              <a:lnSpc>
                <a:spcPct val="100000"/>
              </a:lnSpc>
              <a:spcAft>
                <a:spcPts val="0"/>
              </a:spcAft>
              <a:buNone/>
              <a:defRPr sz="1500" b="0" u="none" strike="noStrike" kern="1200" cap="none" spc="0" normalizeH="0" baseline="0">
                <a:solidFill>
                  <a:schemeClr val="tx1">
                    <a:lumMod val="75000"/>
                    <a:lumOff val="25000"/>
                  </a:schemeClr>
                </a:solidFill>
                <a:uFillTx/>
                <a:latin typeface="微软雅黑" panose="020B0503020204020204" charset="-122"/>
                <a:ea typeface="微软雅黑" panose="020B050302020402020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502444" y="2023369"/>
            <a:ext cx="3962400" cy="3701064"/>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4676812" y="1000133"/>
            <a:ext cx="3962432" cy="285752"/>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15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4676812" y="2023369"/>
            <a:ext cx="3962432" cy="3701064"/>
          </a:xfrm>
        </p:spPr>
        <p:txBody>
          <a:bodyPr vert="horz" lIns="101600" tIns="0" rIns="82550" bIns="0"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a:xfrm>
            <a:off x="322307"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760FBDFE-C587-4B4C-A407-44438C67B59E}" type="datetimeFigureOut">
              <a:rPr lang="zh-CN" altLang="en-US" smtClean="0"/>
              <a:t>2026/10/19</a:t>
            </a:fld>
            <a:endParaRPr lang="zh-CN" altLang="en-US"/>
          </a:p>
        </p:txBody>
      </p:sp>
      <p:sp>
        <p:nvSpPr>
          <p:cNvPr id="8" name="页脚占位符 7"/>
          <p:cNvSpPr>
            <a:spLocks noGrp="1"/>
          </p:cNvSpPr>
          <p:nvPr>
            <p:ph type="ftr" sz="quarter" idx="11"/>
            <p:custDataLst>
              <p:tags r:id="rId7"/>
            </p:custDataLst>
          </p:nvPr>
        </p:nvSpPr>
        <p:spPr>
          <a:xfrm>
            <a:off x="2592000" y="6349833"/>
            <a:ext cx="396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a:p>
        </p:txBody>
      </p:sp>
      <p:sp>
        <p:nvSpPr>
          <p:cNvPr id="9" name="灯片编号占位符 8"/>
          <p:cNvSpPr>
            <a:spLocks noGrp="1"/>
          </p:cNvSpPr>
          <p:nvPr>
            <p:ph type="sldNum" sz="quarter" idx="12"/>
            <p:custDataLst>
              <p:tags r:id="rId8"/>
            </p:custDataLst>
          </p:nvPr>
        </p:nvSpPr>
        <p:spPr>
          <a:xfrm>
            <a:off x="6120450"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9" name="矩形 8"/>
          <p:cNvSpPr/>
          <p:nvPr userDrawn="1">
            <p:custDataLst>
              <p:tags r:id="rId1"/>
            </p:custDataLst>
          </p:nvPr>
        </p:nvSpPr>
        <p:spPr>
          <a:xfrm>
            <a:off x="185057" y="243785"/>
            <a:ext cx="8773886" cy="6370431"/>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标题 1"/>
          <p:cNvSpPr>
            <a:spLocks noGrp="1"/>
          </p:cNvSpPr>
          <p:nvPr>
            <p:ph type="title"/>
            <p:custDataLst>
              <p:tags r:id="rId2"/>
            </p:custDataLst>
          </p:nvPr>
        </p:nvSpPr>
        <p:spPr>
          <a:xfrm>
            <a:off x="4376057" y="716190"/>
            <a:ext cx="4265532"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j-cs"/>
                <a:sym typeface="+mn-ea"/>
              </a:defRPr>
            </a:lvl1pPr>
          </a:lstStyle>
          <a:p>
            <a:pPr lvl="0"/>
            <a:r>
              <a:rPr dirty="0">
                <a:sym typeface="+mn-ea"/>
              </a:rPr>
              <a:t>单击此处编辑母版标题样式</a:t>
            </a:r>
          </a:p>
        </p:txBody>
      </p:sp>
      <p:sp>
        <p:nvSpPr>
          <p:cNvPr id="3" name="日期占位符 2"/>
          <p:cNvSpPr>
            <a:spLocks noGrp="1"/>
          </p:cNvSpPr>
          <p:nvPr>
            <p:ph type="dt" sz="half" idx="10"/>
            <p:custDataLst>
              <p:tags r:id="rId3"/>
            </p:custDataLst>
          </p:nvPr>
        </p:nvSpPr>
        <p:spPr>
          <a:xfrm>
            <a:off x="322307" y="6349833"/>
            <a:ext cx="2700000" cy="316800"/>
          </a:xfrm>
        </p:spPr>
        <p:txBody>
          <a:bodyPr/>
          <a:lstStyle/>
          <a:p>
            <a:fld id="{760FBDFE-C587-4B4C-A407-44438C67B59E}" type="datetimeFigureOut">
              <a:rPr lang="zh-CN" altLang="en-US" smtClean="0"/>
              <a:t>2026/10/19</a:t>
            </a:fld>
            <a:endParaRPr lang="zh-CN" altLang="en-US"/>
          </a:p>
        </p:txBody>
      </p:sp>
      <p:sp>
        <p:nvSpPr>
          <p:cNvPr id="4" name="页脚占位符 3"/>
          <p:cNvSpPr>
            <a:spLocks noGrp="1"/>
          </p:cNvSpPr>
          <p:nvPr>
            <p:ph type="ftr" sz="quarter" idx="11"/>
            <p:custDataLst>
              <p:tags r:id="rId4"/>
            </p:custDataLst>
          </p:nvPr>
        </p:nvSpPr>
        <p:spPr>
          <a:xfrm>
            <a:off x="2592000" y="6349833"/>
            <a:ext cx="3960000" cy="316800"/>
          </a:xfrm>
        </p:spPr>
        <p:txBody>
          <a:bodyPr/>
          <a:lstStyle/>
          <a:p>
            <a:endParaRPr lang="zh-CN" altLang="en-US"/>
          </a:p>
        </p:txBody>
      </p:sp>
      <p:sp>
        <p:nvSpPr>
          <p:cNvPr id="5" name="灯片编号占位符 4"/>
          <p:cNvSpPr>
            <a:spLocks noGrp="1"/>
          </p:cNvSpPr>
          <p:nvPr>
            <p:ph type="sldNum" sz="quarter" idx="12"/>
            <p:custDataLst>
              <p:tags r:id="rId5"/>
            </p:custDataLst>
          </p:nvPr>
        </p:nvSpPr>
        <p:spPr>
          <a:xfrm>
            <a:off x="6120450" y="6349833"/>
            <a:ext cx="2700000" cy="3168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a:xfrm>
            <a:off x="322307" y="6349833"/>
            <a:ext cx="2700000" cy="316800"/>
          </a:xfrm>
        </p:spPr>
        <p:txBody>
          <a:bodyPr/>
          <a:lstStyle/>
          <a:p>
            <a:fld id="{760FBDFE-C587-4B4C-A407-44438C67B59E}" type="datetimeFigureOut">
              <a:rPr lang="zh-CN" altLang="en-US" smtClean="0"/>
              <a:t>2026/10/19</a:t>
            </a:fld>
            <a:endParaRPr lang="zh-CN" altLang="en-US"/>
          </a:p>
        </p:txBody>
      </p:sp>
      <p:sp>
        <p:nvSpPr>
          <p:cNvPr id="3" name="页脚占位符 2"/>
          <p:cNvSpPr>
            <a:spLocks noGrp="1"/>
          </p:cNvSpPr>
          <p:nvPr>
            <p:ph type="ftr" sz="quarter" idx="11"/>
            <p:custDataLst>
              <p:tags r:id="rId2"/>
            </p:custDataLst>
          </p:nvPr>
        </p:nvSpPr>
        <p:spPr>
          <a:xfrm>
            <a:off x="2592000" y="6349833"/>
            <a:ext cx="3960000" cy="316800"/>
          </a:xfrm>
        </p:spPr>
        <p:txBody>
          <a:bodyPr/>
          <a:lstStyle/>
          <a:p>
            <a:endParaRPr lang="zh-CN" altLang="en-US"/>
          </a:p>
        </p:txBody>
      </p:sp>
      <p:sp>
        <p:nvSpPr>
          <p:cNvPr id="4" name="灯片编号占位符 3"/>
          <p:cNvSpPr>
            <a:spLocks noGrp="1"/>
          </p:cNvSpPr>
          <p:nvPr>
            <p:ph type="sldNum" sz="quarter" idx="12"/>
            <p:custDataLst>
              <p:tags r:id="rId3"/>
            </p:custDataLst>
          </p:nvPr>
        </p:nvSpPr>
        <p:spPr>
          <a:xfrm>
            <a:off x="6120450" y="6349833"/>
            <a:ext cx="2700000" cy="316800"/>
          </a:xfrm>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grpSp>
        <p:nvGrpSpPr>
          <p:cNvPr id="11" name="组合 10"/>
          <p:cNvGrpSpPr/>
          <p:nvPr userDrawn="1">
            <p:custDataLst>
              <p:tags r:id="rId1"/>
            </p:custDataLst>
          </p:nvPr>
        </p:nvGrpSpPr>
        <p:grpSpPr>
          <a:xfrm>
            <a:off x="0" y="0"/>
            <a:ext cx="9144000" cy="6858000"/>
            <a:chOff x="0" y="0"/>
            <a:chExt cx="12192000" cy="6858000"/>
          </a:xfrm>
        </p:grpSpPr>
        <p:pic>
          <p:nvPicPr>
            <p:cNvPr id="12" name="图片 11"/>
            <p:cNvPicPr>
              <a:picLocks noChangeAspect="1"/>
            </p:cNvPicPr>
            <p:nvPr userDrawn="1">
              <p:custDataLst>
                <p:tags r:id="rId8"/>
              </p:custDataLst>
            </p:nvPr>
          </p:nvPicPr>
          <p:blipFill>
            <a:blip r:embed="rId11">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3" name="矩形 12"/>
            <p:cNvSpPr/>
            <p:nvPr userDrawn="1">
              <p:custDataLst>
                <p:tags r:id="rId9"/>
              </p:custDataLst>
            </p:nvPr>
          </p:nvSpPr>
          <p:spPr>
            <a:xfrm>
              <a:off x="0" y="0"/>
              <a:ext cx="12192000" cy="6858000"/>
            </a:xfrm>
            <a:prstGeom prst="rect">
              <a:avLst/>
            </a:prstGeom>
            <a:solidFill>
              <a:schemeClr val="bg1">
                <a:alpha val="80000"/>
              </a:schemeClr>
            </a:solidFill>
            <a:ln w="101600">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sz="1350">
                <a:latin typeface="微软雅黑" panose="020B0503020204020204" charset="-122"/>
                <a:ea typeface="微软雅黑" panose="020B0503020204020204" charset="-122"/>
                <a:cs typeface="Viner Hand ITC" panose="03070502030502020203" charset="0"/>
                <a:sym typeface="+mn-ea"/>
              </a:endParaRPr>
            </a:p>
          </p:txBody>
        </p:sp>
      </p:grpSp>
      <p:sp>
        <p:nvSpPr>
          <p:cNvPr id="2" name="标题 1"/>
          <p:cNvSpPr>
            <a:spLocks noGrp="1"/>
          </p:cNvSpPr>
          <p:nvPr>
            <p:ph type="title"/>
            <p:custDataLst>
              <p:tags r:id="rId2"/>
            </p:custDataLst>
          </p:nvPr>
        </p:nvSpPr>
        <p:spPr>
          <a:xfrm>
            <a:off x="502447" y="498479"/>
            <a:ext cx="8139178" cy="331473"/>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1800" b="1"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3"/>
            </p:custDataLst>
          </p:nvPr>
        </p:nvSpPr>
        <p:spPr>
          <a:xfrm>
            <a:off x="502447" y="1626121"/>
            <a:ext cx="3962432" cy="4041680"/>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mn-lt"/>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4679194" y="1626121"/>
            <a:ext cx="3962432" cy="4041680"/>
          </a:xfrm>
        </p:spPr>
        <p:txBody>
          <a:bodyPr vert="horz" lIns="101600" tIns="0" rIns="82550" bIns="0"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5"/>
            </p:custDataLst>
          </p:nvPr>
        </p:nvSpPr>
        <p:spPr>
          <a:xfrm>
            <a:off x="322307"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9EFD9D74-47D9-4702-A33C-335B63B48DBF}" type="datetimeFigureOut">
              <a:rPr lang="zh-CN" altLang="en-US" smtClean="0"/>
              <a:t>2026/10/19</a:t>
            </a:fld>
            <a:endParaRPr lang="zh-CN" altLang="en-US" dirty="0"/>
          </a:p>
        </p:txBody>
      </p:sp>
      <p:sp>
        <p:nvSpPr>
          <p:cNvPr id="6" name="页脚占位符 5"/>
          <p:cNvSpPr>
            <a:spLocks noGrp="1"/>
          </p:cNvSpPr>
          <p:nvPr>
            <p:ph type="ftr" sz="quarter" idx="11"/>
            <p:custDataLst>
              <p:tags r:id="rId6"/>
            </p:custDataLst>
          </p:nvPr>
        </p:nvSpPr>
        <p:spPr>
          <a:xfrm>
            <a:off x="2592000" y="6349833"/>
            <a:ext cx="396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dirty="0"/>
          </a:p>
        </p:txBody>
      </p:sp>
      <p:sp>
        <p:nvSpPr>
          <p:cNvPr id="7" name="灯片编号占位符 6"/>
          <p:cNvSpPr>
            <a:spLocks noGrp="1"/>
          </p:cNvSpPr>
          <p:nvPr>
            <p:ph type="sldNum" sz="quarter" idx="12"/>
            <p:custDataLst>
              <p:tags r:id="rId7"/>
            </p:custDataLst>
          </p:nvPr>
        </p:nvSpPr>
        <p:spPr>
          <a:xfrm>
            <a:off x="6120450"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7928351" y="1626121"/>
            <a:ext cx="713238" cy="4041680"/>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1800" b="1"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j-cs"/>
                <a:sym typeface="+mn-ea"/>
              </a:defRPr>
            </a:lvl1pPr>
          </a:lstStyle>
          <a:p>
            <a:pPr lvl="0"/>
            <a:r>
              <a:rPr dirty="0">
                <a:sym typeface="+mn-ea"/>
              </a:rPr>
              <a:t>单击此处编辑母版标题样式</a:t>
            </a:r>
          </a:p>
        </p:txBody>
      </p:sp>
      <p:sp>
        <p:nvSpPr>
          <p:cNvPr id="3" name="竖排文字占位符 2"/>
          <p:cNvSpPr>
            <a:spLocks noGrp="1"/>
          </p:cNvSpPr>
          <p:nvPr>
            <p:ph type="body" orient="vert" idx="1"/>
            <p:custDataLst>
              <p:tags r:id="rId2"/>
            </p:custDataLst>
          </p:nvPr>
        </p:nvSpPr>
        <p:spPr>
          <a:xfrm>
            <a:off x="502444" y="1626113"/>
            <a:ext cx="7371076" cy="4041680"/>
          </a:xfrm>
        </p:spPr>
        <p:txBody>
          <a:bodyPr vert="eaVert"/>
          <a:lstStyle>
            <a:lvl1pPr indent="0" eaLnBrk="1" fontAlgn="auto" latinLnBrk="0" hangingPunct="1">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vl2pPr indent="0" eaLnBrk="1" fontAlgn="auto" latinLnBrk="0" hangingPunct="1">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2pPr>
            <a:lvl3pPr indent="0" eaLnBrk="1" fontAlgn="auto" latinLnBrk="0" hangingPunct="1">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3pPr>
            <a:lvl4pPr indent="0" eaLnBrk="1" fontAlgn="auto" latinLnBrk="0" hangingPunct="1">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4pPr>
            <a:lvl5pPr indent="0" eaLnBrk="1" fontAlgn="auto" latinLnBrk="0" hangingPunct="1">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a:xfrm>
            <a:off x="322307"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760FBDFE-C587-4B4C-A407-44438C67B59E}" type="datetimeFigureOut">
              <a:rPr lang="zh-CN" altLang="en-US" smtClean="0"/>
              <a:t>2026/10/19</a:t>
            </a:fld>
            <a:endParaRPr lang="zh-CN" altLang="en-US"/>
          </a:p>
        </p:txBody>
      </p:sp>
      <p:sp>
        <p:nvSpPr>
          <p:cNvPr id="5" name="页脚占位符 4"/>
          <p:cNvSpPr>
            <a:spLocks noGrp="1"/>
          </p:cNvSpPr>
          <p:nvPr>
            <p:ph type="ftr" sz="quarter" idx="11"/>
            <p:custDataLst>
              <p:tags r:id="rId4"/>
            </p:custDataLst>
          </p:nvPr>
        </p:nvSpPr>
        <p:spPr>
          <a:xfrm>
            <a:off x="2592000" y="6349833"/>
            <a:ext cx="396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5"/>
            </p:custDataLst>
          </p:nvPr>
        </p:nvSpPr>
        <p:spPr>
          <a:xfrm>
            <a:off x="6120450"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a:xfrm>
            <a:off x="322307"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760FBDFE-C587-4B4C-A407-44438C67B59E}" type="datetimeFigureOut">
              <a:rPr lang="zh-CN" altLang="en-US" smtClean="0"/>
              <a:t>2026/10/19</a:t>
            </a:fld>
            <a:endParaRPr lang="zh-CN" altLang="en-US"/>
          </a:p>
        </p:txBody>
      </p:sp>
      <p:sp>
        <p:nvSpPr>
          <p:cNvPr id="4" name="页脚占位符 3"/>
          <p:cNvSpPr>
            <a:spLocks noGrp="1"/>
          </p:cNvSpPr>
          <p:nvPr>
            <p:ph type="ftr" sz="quarter" idx="11"/>
            <p:custDataLst>
              <p:tags r:id="rId2"/>
            </p:custDataLst>
          </p:nvPr>
        </p:nvSpPr>
        <p:spPr>
          <a:xfrm>
            <a:off x="2592000" y="6349833"/>
            <a:ext cx="396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3"/>
            </p:custDataLst>
          </p:nvPr>
        </p:nvSpPr>
        <p:spPr>
          <a:xfrm>
            <a:off x="6120450"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502447" y="1626121"/>
            <a:ext cx="8139178" cy="4041680"/>
          </a:xfrm>
        </p:spPr>
        <p:txBody>
          <a:bodyPr/>
          <a:lstStyle>
            <a:lvl1pPr>
              <a:defRPr u="none" strike="noStrike" kern="1200" cap="none" spc="0" normalizeH="0" baseline="0">
                <a:latin typeface="微软雅黑" panose="020B0503020204020204" charset="-122"/>
                <a:ea typeface="微软雅黑" panose="020B0503020204020204" charset="-122"/>
              </a:defRPr>
            </a:lvl1pPr>
            <a:lvl2pPr>
              <a:defRPr u="none" strike="noStrike" kern="1200" cap="none" spc="0" normalizeH="0" baseline="0">
                <a:latin typeface="微软雅黑" panose="020B0503020204020204" charset="-122"/>
                <a:ea typeface="微软雅黑" panose="020B0503020204020204" charset="-122"/>
              </a:defRPr>
            </a:lvl2pPr>
            <a:lvl3pPr>
              <a:defRPr u="none" strike="noStrike" kern="1200" cap="none" spc="0" normalizeH="0" baseline="0">
                <a:latin typeface="微软雅黑" panose="020B0503020204020204" charset="-122"/>
                <a:ea typeface="微软雅黑" panose="020B0503020204020204" charset="-122"/>
              </a:defRPr>
            </a:lvl3pPr>
            <a:lvl4pPr>
              <a:defRPr u="none" strike="noStrike" kern="1200" cap="none" spc="0" normalizeH="0" baseline="0">
                <a:latin typeface="微软雅黑" panose="020B0503020204020204" charset="-122"/>
                <a:ea typeface="微软雅黑" panose="020B0503020204020204" charset="-122"/>
              </a:defRPr>
            </a:lvl4pPr>
            <a:lvl5pPr>
              <a:defRPr u="none" strike="noStrike" kern="1200" cap="none" spc="0" normalizeH="0" baseline="0">
                <a:latin typeface="微软雅黑" panose="020B0503020204020204" charset="-122"/>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647825" y="2597580"/>
            <a:ext cx="5848350" cy="899100"/>
          </a:xfrm>
        </p:spPr>
        <p:txBody>
          <a:bodyPr vert="horz" lIns="90000" tIns="46800" rIns="90000" bIns="46800" rtlCol="0" anchor="b" anchorCtr="0">
            <a:normAutofit/>
          </a:bodyPr>
          <a:lstStyle>
            <a:lvl1pPr marL="0" marR="0" algn="dist" defTabSz="914400" rtl="0" eaLnBrk="1" fontAlgn="auto" latinLnBrk="0" hangingPunct="1">
              <a:lnSpc>
                <a:spcPct val="100000"/>
              </a:lnSpc>
              <a:buNone/>
              <a:defRPr kumimoji="0" lang="zh-CN" altLang="en-US" sz="5400" b="0" i="0" u="none" strike="noStrike" kern="1200" cap="none" spc="600" normalizeH="0" baseline="0" noProof="1" dirty="0">
                <a:solidFill>
                  <a:schemeClr val="accent1"/>
                </a:solidFill>
                <a:uFillTx/>
                <a:latin typeface="微软雅黑" panose="020B0503020204020204" charset="-122"/>
                <a:ea typeface="汉仪旗黑-85S" panose="00020600040101010101" pitchFamily="18" charset="-122"/>
                <a:cs typeface="+mj-cs"/>
                <a:sym typeface="+mn-ea"/>
              </a:defRPr>
            </a:lvl1pPr>
          </a:lstStyle>
          <a:p>
            <a:pPr lvl="0"/>
            <a:r>
              <a:rPr dirty="0">
                <a:sym typeface="+mn-ea"/>
              </a:rPr>
              <a:t>单击编辑标题</a:t>
            </a:r>
          </a:p>
        </p:txBody>
      </p:sp>
      <p:sp>
        <p:nvSpPr>
          <p:cNvPr id="3" name="日期占位符 2"/>
          <p:cNvSpPr>
            <a:spLocks noGrp="1"/>
          </p:cNvSpPr>
          <p:nvPr>
            <p:ph type="dt" sz="half" idx="10"/>
            <p:custDataLst>
              <p:tags r:id="rId2"/>
            </p:custDataLst>
          </p:nvPr>
        </p:nvSpPr>
        <p:spPr>
          <a:xfrm>
            <a:off x="322307" y="6349833"/>
            <a:ext cx="2700000" cy="316800"/>
          </a:xfrm>
        </p:spPr>
        <p:txBody>
          <a:bodyPr/>
          <a:lstStyle>
            <a:lvl1pPr>
              <a:defRPr baseline="0">
                <a:latin typeface="Arial" panose="020B0604020202020204" pitchFamily="34" charset="0"/>
              </a:defRPr>
            </a:lvl1pPr>
          </a:lstStyle>
          <a:p>
            <a:fld id="{760FBDFE-C587-4B4C-A407-44438C67B59E}" type="datetimeFigureOut">
              <a:rPr lang="zh-CN" altLang="en-US" smtClean="0"/>
              <a:t>2026/10/19</a:t>
            </a:fld>
            <a:endParaRPr lang="zh-CN" altLang="en-US"/>
          </a:p>
        </p:txBody>
      </p:sp>
      <p:sp>
        <p:nvSpPr>
          <p:cNvPr id="4" name="页脚占位符 3"/>
          <p:cNvSpPr>
            <a:spLocks noGrp="1"/>
          </p:cNvSpPr>
          <p:nvPr>
            <p:ph type="ftr" sz="quarter" idx="11"/>
            <p:custDataLst>
              <p:tags r:id="rId3"/>
            </p:custDataLst>
          </p:nvPr>
        </p:nvSpPr>
        <p:spPr>
          <a:xfrm>
            <a:off x="2592000" y="6349833"/>
            <a:ext cx="3960000" cy="316800"/>
          </a:xfrm>
        </p:spPr>
        <p:txBody>
          <a:bodyPr/>
          <a:lstStyle>
            <a:lvl1pPr>
              <a:defRPr baseline="0">
                <a:latin typeface="Arial" panose="020B0604020202020204" pitchFamily="34" charset="0"/>
              </a:defRPr>
            </a:lvl1pPr>
          </a:lstStyle>
          <a:p>
            <a:endParaRPr lang="zh-CN" altLang="en-US"/>
          </a:p>
        </p:txBody>
      </p:sp>
      <p:sp>
        <p:nvSpPr>
          <p:cNvPr id="5" name="灯片编号占位符 4"/>
          <p:cNvSpPr>
            <a:spLocks noGrp="1"/>
          </p:cNvSpPr>
          <p:nvPr>
            <p:ph type="sldNum" sz="quarter" idx="12"/>
            <p:custDataLst>
              <p:tags r:id="rId4"/>
            </p:custDataLst>
          </p:nvPr>
        </p:nvSpPr>
        <p:spPr>
          <a:xfrm>
            <a:off x="6120450" y="6349833"/>
            <a:ext cx="2700000" cy="316800"/>
          </a:xfrm>
        </p:spPr>
        <p:txBody>
          <a:bodyPr/>
          <a:lstStyle>
            <a:lvl1pPr>
              <a:defRPr baseline="0">
                <a:latin typeface="Arial" panose="020B0604020202020204" pitchFamily="34" charset="0"/>
              </a:defRPr>
            </a:lvl1pPr>
          </a:lstStyle>
          <a:p>
            <a:fld id="{49AE70B2-8BF9-45C0-BB95-33D1B9D3A854}" type="slidenum">
              <a:rPr lang="zh-CN" altLang="en-US" smtClean="0"/>
              <a:t>‹#›</a:t>
            </a:fld>
            <a:endParaRPr lang="zh-CN" altLang="en-US"/>
          </a:p>
        </p:txBody>
      </p:sp>
      <p:sp>
        <p:nvSpPr>
          <p:cNvPr id="12" name="文本占位符 11"/>
          <p:cNvSpPr>
            <a:spLocks noGrp="1"/>
          </p:cNvSpPr>
          <p:nvPr>
            <p:ph type="body" sz="quarter" idx="13" hasCustomPrompt="1"/>
            <p:custDataLst>
              <p:tags r:id="rId5"/>
            </p:custDataLst>
          </p:nvPr>
        </p:nvSpPr>
        <p:spPr>
          <a:xfrm>
            <a:off x="2938323" y="3859229"/>
            <a:ext cx="3267354" cy="238125"/>
          </a:xfrm>
        </p:spPr>
        <p:txBody>
          <a:bodyPr>
            <a:normAutofit/>
          </a:bodyPr>
          <a:lstStyle>
            <a:lvl1pPr marL="0" indent="0" algn="ctr">
              <a:lnSpc>
                <a:spcPct val="100000"/>
              </a:lnSpc>
              <a:buNone/>
              <a:defRPr sz="1050" spc="800" baseline="0">
                <a:solidFill>
                  <a:schemeClr val="tx1">
                    <a:lumMod val="75000"/>
                    <a:lumOff val="25000"/>
                  </a:schemeClr>
                </a:solidFill>
                <a:latin typeface="微软雅黑" panose="020B0503020204020204" charset="-122"/>
              </a:defRPr>
            </a:lvl1pPr>
            <a:lvl2pPr marL="342900" indent="0" algn="ctr">
              <a:lnSpc>
                <a:spcPct val="100000"/>
              </a:lnSpc>
              <a:buNone/>
              <a:defRPr sz="1050" spc="800" baseline="0">
                <a:solidFill>
                  <a:schemeClr val="tx1">
                    <a:lumMod val="75000"/>
                    <a:lumOff val="25000"/>
                  </a:schemeClr>
                </a:solidFill>
                <a:latin typeface="微软雅黑" panose="020B0503020204020204" charset="-122"/>
              </a:defRPr>
            </a:lvl2pPr>
          </a:lstStyle>
          <a:p>
            <a:pPr lvl="0"/>
            <a:r>
              <a:rPr lang="zh-CN" altLang="en-US" dirty="0"/>
              <a:t>单击此处编辑文本</a:t>
            </a:r>
          </a:p>
          <a:p>
            <a:pPr lvl="1"/>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bg>
      <p:bgPr>
        <a:no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502411" y="498476"/>
            <a:ext cx="8139178" cy="331473"/>
          </a:xfrm>
        </p:spPr>
        <p:txBody>
          <a:bodyPr/>
          <a:lstStyle>
            <a:lvl1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2"/>
            </p:custDataLst>
          </p:nvPr>
        </p:nvSpPr>
        <p:spPr>
          <a:xfrm>
            <a:off x="322307"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760FBDFE-C587-4B4C-A407-44438C67B59E}" type="datetimeFigureOut">
              <a:rPr lang="zh-CN" altLang="en-US" smtClean="0"/>
              <a:t>2026/10/19</a:t>
            </a:fld>
            <a:endParaRPr lang="zh-CN" altLang="en-US"/>
          </a:p>
        </p:txBody>
      </p:sp>
      <p:sp>
        <p:nvSpPr>
          <p:cNvPr id="4" name="页脚占位符 3"/>
          <p:cNvSpPr>
            <a:spLocks noGrp="1"/>
          </p:cNvSpPr>
          <p:nvPr>
            <p:ph type="ftr" sz="quarter" idx="11"/>
            <p:custDataLst>
              <p:tags r:id="rId3"/>
            </p:custDataLst>
          </p:nvPr>
        </p:nvSpPr>
        <p:spPr>
          <a:xfrm>
            <a:off x="2592000" y="6349833"/>
            <a:ext cx="396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4"/>
            </p:custDataLst>
          </p:nvPr>
        </p:nvSpPr>
        <p:spPr>
          <a:xfrm>
            <a:off x="6120450"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bg>
      <p:bgPr>
        <a:no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219551" y="304165"/>
            <a:ext cx="8704898" cy="6249670"/>
          </a:xfrm>
          <a:prstGeom prst="rect">
            <a:avLst/>
          </a:prstGeom>
          <a:solidFill>
            <a:schemeClr val="bg2"/>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标题 1"/>
          <p:cNvSpPr>
            <a:spLocks noGrp="1"/>
          </p:cNvSpPr>
          <p:nvPr>
            <p:ph type="title" hasCustomPrompt="1"/>
            <p:custDataLst>
              <p:tags r:id="rId2"/>
            </p:custDataLst>
          </p:nvPr>
        </p:nvSpPr>
        <p:spPr>
          <a:xfrm>
            <a:off x="961200" y="1339650"/>
            <a:ext cx="7219800" cy="542700"/>
          </a:xfrm>
        </p:spPr>
        <p:txBody>
          <a:bodyPr anchor="ctr"/>
          <a:lstStyle>
            <a:lvl1pPr>
              <a:defRPr sz="2400" u="none" strike="noStrike" kern="1200" cap="none" spc="0" normalizeH="0" baseline="0">
                <a:solidFill>
                  <a:schemeClr val="tx1">
                    <a:lumMod val="75000"/>
                    <a:lumOff val="25000"/>
                  </a:schemeClr>
                </a:solidFill>
                <a:uFillTx/>
                <a:latin typeface="微软雅黑" panose="020B0503020204020204" charset="-122"/>
                <a:ea typeface="微软雅黑" panose="020B0503020204020204" charset="-122"/>
              </a:defRPr>
            </a:lvl1pPr>
          </a:lstStyle>
          <a:p>
            <a:r>
              <a:rPr lang="zh-CN" altLang="en-US" dirty="0"/>
              <a:t>单击此处编辑标题</a:t>
            </a:r>
          </a:p>
        </p:txBody>
      </p:sp>
      <p:sp>
        <p:nvSpPr>
          <p:cNvPr id="7" name="内容占位符 6"/>
          <p:cNvSpPr>
            <a:spLocks noGrp="1"/>
          </p:cNvSpPr>
          <p:nvPr>
            <p:ph sz="quarter" idx="13"/>
            <p:custDataLst>
              <p:tags r:id="rId3"/>
            </p:custDataLst>
          </p:nvPr>
        </p:nvSpPr>
        <p:spPr>
          <a:xfrm>
            <a:off x="960835" y="2594250"/>
            <a:ext cx="7219950" cy="2583900"/>
          </a:xfrm>
        </p:spPr>
        <p:txBody>
          <a:bodyPr/>
          <a:lstStyle>
            <a:lvl1pPr>
              <a:defRPr u="none" strike="noStrike" kern="1200" cap="none" spc="0" normalizeH="0" baseline="0">
                <a:solidFill>
                  <a:schemeClr val="tx1">
                    <a:lumMod val="75000"/>
                    <a:lumOff val="25000"/>
                  </a:schemeClr>
                </a:solidFill>
                <a:uFillTx/>
                <a:latin typeface="微软雅黑" panose="020B0503020204020204" charset="-122"/>
                <a:ea typeface="微软雅黑" panose="020B0503020204020204" charset="-122"/>
              </a:defRPr>
            </a:lvl1pPr>
            <a:lvl2pPr>
              <a:defRPr u="none" strike="noStrike" kern="1200" cap="none" spc="0" normalizeH="0" baseline="0">
                <a:solidFill>
                  <a:schemeClr val="tx1">
                    <a:lumMod val="75000"/>
                    <a:lumOff val="25000"/>
                  </a:schemeClr>
                </a:solidFill>
                <a:uFillTx/>
                <a:latin typeface="微软雅黑" panose="020B0503020204020204" charset="-122"/>
                <a:ea typeface="微软雅黑" panose="020B0503020204020204" charset="-122"/>
              </a:defRPr>
            </a:lvl2pPr>
            <a:lvl3pPr>
              <a:defRPr u="none" strike="noStrike" kern="1200" cap="none" spc="0" normalizeH="0" baseline="0">
                <a:solidFill>
                  <a:schemeClr val="tx1">
                    <a:lumMod val="75000"/>
                    <a:lumOff val="25000"/>
                  </a:schemeClr>
                </a:solidFill>
                <a:uFillTx/>
                <a:latin typeface="微软雅黑" panose="020B0503020204020204" charset="-122"/>
                <a:ea typeface="微软雅黑" panose="020B0503020204020204" charset="-122"/>
              </a:defRPr>
            </a:lvl3pPr>
            <a:lvl4pPr>
              <a:defRPr u="none" strike="noStrike" kern="1200" cap="none" spc="0" normalizeH="0" baseline="0">
                <a:solidFill>
                  <a:schemeClr val="tx1">
                    <a:lumMod val="75000"/>
                    <a:lumOff val="25000"/>
                  </a:schemeClr>
                </a:solidFill>
                <a:uFillTx/>
                <a:latin typeface="微软雅黑" panose="020B0503020204020204" charset="-122"/>
                <a:ea typeface="微软雅黑" panose="020B0503020204020204" charset="-122"/>
              </a:defRPr>
            </a:lvl4pPr>
            <a:lvl5pPr>
              <a:defRPr u="none" strike="noStrike" kern="1200" cap="none" spc="0" normalizeH="0" baseline="0">
                <a:solidFill>
                  <a:schemeClr val="tx1">
                    <a:lumMod val="75000"/>
                    <a:lumOff val="25000"/>
                  </a:schemeClr>
                </a:solidFill>
                <a:uFillTx/>
                <a:latin typeface="微软雅黑" panose="020B0503020204020204" charset="-122"/>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4"/>
            </p:custDataLst>
          </p:nvPr>
        </p:nvSpPr>
        <p:spPr>
          <a:xfrm>
            <a:off x="322307" y="6349833"/>
            <a:ext cx="2700000" cy="316800"/>
          </a:xfrm>
        </p:spPr>
        <p:txBody>
          <a:bodyPr/>
          <a:lstStyle/>
          <a:p>
            <a:fld id="{760FBDFE-C587-4B4C-A407-44438C67B59E}" type="datetimeFigureOut">
              <a:rPr lang="zh-CN" altLang="en-US" smtClean="0"/>
              <a:t>2026/10/19</a:t>
            </a:fld>
            <a:endParaRPr lang="zh-CN" altLang="en-US"/>
          </a:p>
        </p:txBody>
      </p:sp>
      <p:sp>
        <p:nvSpPr>
          <p:cNvPr id="4" name="页脚占位符 3"/>
          <p:cNvSpPr>
            <a:spLocks noGrp="1"/>
          </p:cNvSpPr>
          <p:nvPr>
            <p:ph type="ftr" sz="quarter" idx="11"/>
            <p:custDataLst>
              <p:tags r:id="rId5"/>
            </p:custDataLst>
          </p:nvPr>
        </p:nvSpPr>
        <p:spPr>
          <a:xfrm>
            <a:off x="2592000" y="6349833"/>
            <a:ext cx="3960000" cy="3168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120450" y="6349833"/>
            <a:ext cx="2700000" cy="316800"/>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bg>
      <p:bgPr>
        <a:noFill/>
        <a:effectLst/>
      </p:bgPr>
    </p:bg>
    <p:spTree>
      <p:nvGrpSpPr>
        <p:cNvPr id="1" name=""/>
        <p:cNvGrpSpPr/>
        <p:nvPr/>
      </p:nvGrpSpPr>
      <p:grpSpPr>
        <a:xfrm>
          <a:off x="0" y="0"/>
          <a:ext cx="0" cy="0"/>
          <a:chOff x="0" y="0"/>
          <a:chExt cx="0" cy="0"/>
        </a:xfrm>
      </p:grpSpPr>
      <p:sp>
        <p:nvSpPr>
          <p:cNvPr id="16" name="矩形 15"/>
          <p:cNvSpPr/>
          <p:nvPr userDrawn="1">
            <p:custDataLst>
              <p:tags r:id="rId1"/>
            </p:custDataLst>
          </p:nvPr>
        </p:nvSpPr>
        <p:spPr>
          <a:xfrm>
            <a:off x="219551" y="304165"/>
            <a:ext cx="8704898" cy="6249670"/>
          </a:xfrm>
          <a:prstGeom prst="rect">
            <a:avLst/>
          </a:prstGeom>
          <a:solidFill>
            <a:schemeClr val="bg2"/>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标题 1"/>
          <p:cNvSpPr>
            <a:spLocks noGrp="1"/>
          </p:cNvSpPr>
          <p:nvPr>
            <p:ph type="title" hasCustomPrompt="1"/>
            <p:custDataLst>
              <p:tags r:id="rId2"/>
            </p:custDataLst>
          </p:nvPr>
        </p:nvSpPr>
        <p:spPr>
          <a:xfrm>
            <a:off x="437400" y="880650"/>
            <a:ext cx="2970000" cy="661500"/>
          </a:xfrm>
        </p:spPr>
        <p:txBody>
          <a:bodyPr anchor="ctr"/>
          <a:lstStyle>
            <a:lvl1pPr>
              <a:defRPr sz="2700"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stStyle>
          <a:p>
            <a:r>
              <a:rPr lang="zh-CN" altLang="en-US" dirty="0"/>
              <a:t>单击编辑标题</a:t>
            </a:r>
          </a:p>
        </p:txBody>
      </p:sp>
      <p:sp>
        <p:nvSpPr>
          <p:cNvPr id="3" name="日期占位符 2"/>
          <p:cNvSpPr>
            <a:spLocks noGrp="1"/>
          </p:cNvSpPr>
          <p:nvPr>
            <p:ph type="dt" sz="half" idx="10"/>
            <p:custDataLst>
              <p:tags r:id="rId3"/>
            </p:custDataLst>
          </p:nvPr>
        </p:nvSpPr>
        <p:spPr>
          <a:xfrm>
            <a:off x="322307"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760FBDFE-C587-4B4C-A407-44438C67B59E}" type="datetimeFigureOut">
              <a:rPr lang="zh-CN" altLang="en-US" smtClean="0"/>
              <a:t>2026/10/19</a:t>
            </a:fld>
            <a:endParaRPr lang="zh-CN" altLang="en-US"/>
          </a:p>
        </p:txBody>
      </p:sp>
      <p:sp>
        <p:nvSpPr>
          <p:cNvPr id="4" name="页脚占位符 3"/>
          <p:cNvSpPr>
            <a:spLocks noGrp="1"/>
          </p:cNvSpPr>
          <p:nvPr>
            <p:ph type="ftr" sz="quarter" idx="11"/>
            <p:custDataLst>
              <p:tags r:id="rId4"/>
            </p:custDataLst>
          </p:nvPr>
        </p:nvSpPr>
        <p:spPr>
          <a:xfrm>
            <a:off x="2592000" y="6349833"/>
            <a:ext cx="396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5"/>
            </p:custDataLst>
          </p:nvPr>
        </p:nvSpPr>
        <p:spPr>
          <a:xfrm>
            <a:off x="6120450"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6"/>
            </p:custDataLst>
          </p:nvPr>
        </p:nvSpPr>
        <p:spPr>
          <a:xfrm>
            <a:off x="440100" y="2275650"/>
            <a:ext cx="2967300" cy="3069900"/>
          </a:xfrm>
        </p:spPr>
        <p:txBody>
          <a:bodyPr/>
          <a:lstStyle>
            <a:lvl1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vl2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2pPr>
            <a:lvl3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3pPr>
            <a:lvl4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4pPr>
            <a:lvl5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7"/>
            </p:custDataLst>
          </p:nvPr>
        </p:nvSpPr>
        <p:spPr>
          <a:xfrm>
            <a:off x="3825900" y="1405930"/>
            <a:ext cx="4860000" cy="3815953"/>
          </a:xfrm>
        </p:spPr>
        <p:txBody>
          <a:bodyPr/>
          <a:lstStyle>
            <a:lvl1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vl2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2pPr>
            <a:lvl3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3pPr>
            <a:lvl4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4pPr>
            <a:lvl5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bg>
      <p:bgPr>
        <a:noFill/>
        <a:effectLst/>
      </p:bgPr>
    </p:bg>
    <p:spTree>
      <p:nvGrpSpPr>
        <p:cNvPr id="1" name=""/>
        <p:cNvGrpSpPr/>
        <p:nvPr/>
      </p:nvGrpSpPr>
      <p:grpSpPr>
        <a:xfrm>
          <a:off x="0" y="0"/>
          <a:ext cx="0" cy="0"/>
          <a:chOff x="0" y="0"/>
          <a:chExt cx="0" cy="0"/>
        </a:xfrm>
      </p:grpSpPr>
      <p:sp>
        <p:nvSpPr>
          <p:cNvPr id="17" name="矩形 16"/>
          <p:cNvSpPr/>
          <p:nvPr userDrawn="1">
            <p:custDataLst>
              <p:tags r:id="rId1"/>
            </p:custDataLst>
          </p:nvPr>
        </p:nvSpPr>
        <p:spPr>
          <a:xfrm>
            <a:off x="219551" y="304165"/>
            <a:ext cx="8704898" cy="6249670"/>
          </a:xfrm>
          <a:prstGeom prst="rect">
            <a:avLst/>
          </a:prstGeom>
          <a:solidFill>
            <a:schemeClr val="bg2"/>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矩形 9"/>
          <p:cNvSpPr/>
          <p:nvPr userDrawn="1">
            <p:custDataLst>
              <p:tags r:id="rId2"/>
            </p:custDataLst>
          </p:nvPr>
        </p:nvSpPr>
        <p:spPr>
          <a:xfrm>
            <a:off x="0" y="0"/>
            <a:ext cx="9144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350">
              <a:solidFill>
                <a:schemeClr val="tx1">
                  <a:lumMod val="75000"/>
                  <a:lumOff val="25000"/>
                </a:schemeClr>
              </a:solidFill>
              <a:latin typeface="微软雅黑" panose="020B0503020204020204" charset="-122"/>
              <a:ea typeface="微软雅黑" panose="020B0503020204020204" charset="-122"/>
              <a:sym typeface="+mn-ea"/>
            </a:endParaRPr>
          </a:p>
        </p:txBody>
      </p:sp>
      <p:sp>
        <p:nvSpPr>
          <p:cNvPr id="2" name="标题 1"/>
          <p:cNvSpPr>
            <a:spLocks noGrp="1"/>
          </p:cNvSpPr>
          <p:nvPr>
            <p:ph type="title"/>
            <p:custDataLst>
              <p:tags r:id="rId3"/>
            </p:custDataLst>
          </p:nvPr>
        </p:nvSpPr>
        <p:spPr>
          <a:xfrm>
            <a:off x="459000" y="859500"/>
            <a:ext cx="8232300" cy="469800"/>
          </a:xfrm>
        </p:spPr>
        <p:txBody>
          <a:bodyPr anchor="ctr"/>
          <a:lstStyle>
            <a:lvl1pPr algn="ctr">
              <a:defRPr sz="2700"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a:xfrm>
            <a:off x="322307"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760FBDFE-C587-4B4C-A407-44438C67B59E}" type="datetimeFigureOut">
              <a:rPr lang="zh-CN" altLang="en-US" smtClean="0"/>
              <a:t>2026/10/19</a:t>
            </a:fld>
            <a:endParaRPr lang="zh-CN" altLang="en-US"/>
          </a:p>
        </p:txBody>
      </p:sp>
      <p:sp>
        <p:nvSpPr>
          <p:cNvPr id="4" name="页脚占位符 3"/>
          <p:cNvSpPr>
            <a:spLocks noGrp="1"/>
          </p:cNvSpPr>
          <p:nvPr>
            <p:ph type="ftr" sz="quarter" idx="11"/>
            <p:custDataLst>
              <p:tags r:id="rId5"/>
            </p:custDataLst>
          </p:nvPr>
        </p:nvSpPr>
        <p:spPr>
          <a:xfrm>
            <a:off x="2592000" y="6349833"/>
            <a:ext cx="396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a:xfrm>
            <a:off x="6120450"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459000" y="1763100"/>
            <a:ext cx="8231981" cy="621000"/>
          </a:xfrm>
        </p:spPr>
        <p:txBody>
          <a:bodyPr/>
          <a:lstStyle>
            <a:lvl1pPr algn="ct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stStyle>
          <a:p>
            <a:pPr lvl="0"/>
            <a:r>
              <a:rPr lang="zh-CN" altLang="en-US" dirty="0"/>
              <a:t>单击此处编辑母版文本样式</a:t>
            </a:r>
          </a:p>
        </p:txBody>
      </p:sp>
      <p:sp>
        <p:nvSpPr>
          <p:cNvPr id="9" name="内容占位符 8"/>
          <p:cNvSpPr>
            <a:spLocks noGrp="1"/>
          </p:cNvSpPr>
          <p:nvPr>
            <p:ph sz="quarter" idx="14"/>
            <p:custDataLst>
              <p:tags r:id="rId8"/>
            </p:custDataLst>
          </p:nvPr>
        </p:nvSpPr>
        <p:spPr>
          <a:xfrm>
            <a:off x="459581" y="3236850"/>
            <a:ext cx="8224200" cy="2573100"/>
          </a:xfrm>
        </p:spPr>
        <p:txBody>
          <a:bodyPr/>
          <a:lstStyle>
            <a:lvl1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vl2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2pPr>
            <a:lvl3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3pPr>
            <a:lvl4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4pPr>
            <a:lvl5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bg>
      <p:bgPr>
        <a:noFill/>
        <a:effectLst/>
      </p:bgPr>
    </p:bg>
    <p:spTree>
      <p:nvGrpSpPr>
        <p:cNvPr id="1" name=""/>
        <p:cNvGrpSpPr/>
        <p:nvPr/>
      </p:nvGrpSpPr>
      <p:grpSpPr>
        <a:xfrm>
          <a:off x="0" y="0"/>
          <a:ext cx="0" cy="0"/>
          <a:chOff x="0" y="0"/>
          <a:chExt cx="0" cy="0"/>
        </a:xfrm>
      </p:grpSpPr>
      <p:sp>
        <p:nvSpPr>
          <p:cNvPr id="13" name="矩形 12"/>
          <p:cNvSpPr/>
          <p:nvPr userDrawn="1">
            <p:custDataLst>
              <p:tags r:id="rId1"/>
            </p:custDataLst>
          </p:nvPr>
        </p:nvSpPr>
        <p:spPr>
          <a:xfrm>
            <a:off x="219551" y="304165"/>
            <a:ext cx="8704898" cy="6249670"/>
          </a:xfrm>
          <a:prstGeom prst="rect">
            <a:avLst/>
          </a:prstGeom>
          <a:solidFill>
            <a:schemeClr val="bg2"/>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userDrawn="1">
            <p:custDataLst>
              <p:tags r:id="rId2"/>
            </p:custDataLst>
          </p:nvPr>
        </p:nvSpPr>
        <p:spPr>
          <a:xfrm>
            <a:off x="0" y="5029201"/>
            <a:ext cx="9144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350">
              <a:latin typeface="微软雅黑" panose="020B0503020204020204" charset="-122"/>
              <a:ea typeface="微软雅黑" panose="020B0503020204020204" charset="-122"/>
              <a:sym typeface="+mn-ea"/>
            </a:endParaRPr>
          </a:p>
        </p:txBody>
      </p:sp>
      <p:sp>
        <p:nvSpPr>
          <p:cNvPr id="2" name="标题 1"/>
          <p:cNvSpPr>
            <a:spLocks noGrp="1"/>
          </p:cNvSpPr>
          <p:nvPr>
            <p:ph type="title"/>
            <p:custDataLst>
              <p:tags r:id="rId3"/>
            </p:custDataLst>
          </p:nvPr>
        </p:nvSpPr>
        <p:spPr>
          <a:xfrm>
            <a:off x="453600" y="740250"/>
            <a:ext cx="8232300" cy="423900"/>
          </a:xfrm>
        </p:spPr>
        <p:txBody>
          <a:bodyPr anchor="ctr"/>
          <a:lstStyle>
            <a:lvl1pPr algn="ctr">
              <a:defRPr sz="2400"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a:xfrm>
            <a:off x="322307"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760FBDFE-C587-4B4C-A407-44438C67B59E}" type="datetimeFigureOut">
              <a:rPr lang="zh-CN" altLang="en-US" smtClean="0"/>
              <a:t>2026/10/19</a:t>
            </a:fld>
            <a:endParaRPr lang="zh-CN" altLang="en-US"/>
          </a:p>
        </p:txBody>
      </p:sp>
      <p:sp>
        <p:nvSpPr>
          <p:cNvPr id="4" name="页脚占位符 3"/>
          <p:cNvSpPr>
            <a:spLocks noGrp="1"/>
          </p:cNvSpPr>
          <p:nvPr>
            <p:ph type="ftr" sz="quarter" idx="11"/>
            <p:custDataLst>
              <p:tags r:id="rId5"/>
            </p:custDataLst>
          </p:nvPr>
        </p:nvSpPr>
        <p:spPr>
          <a:xfrm>
            <a:off x="2592000" y="6349833"/>
            <a:ext cx="396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a:xfrm>
            <a:off x="6120450"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453628" y="2082600"/>
            <a:ext cx="8243100" cy="2408400"/>
          </a:xfrm>
        </p:spPr>
        <p:txBody>
          <a:bodyPr/>
          <a:lstStyle>
            <a:lvl1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vl2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2pPr>
            <a:lvl3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3pPr>
            <a:lvl4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4pPr>
            <a:lvl5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445500" y="5306850"/>
            <a:ext cx="8251200" cy="758700"/>
          </a:xfrm>
        </p:spPr>
        <p:txBody>
          <a:bodyPr/>
          <a:lstStyle>
            <a:lvl1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bg>
      <p:bgPr>
        <a:noFill/>
        <a:effectLst/>
      </p:bgPr>
    </p:bg>
    <p:spTree>
      <p:nvGrpSpPr>
        <p:cNvPr id="1" name=""/>
        <p:cNvGrpSpPr/>
        <p:nvPr/>
      </p:nvGrpSpPr>
      <p:grpSpPr>
        <a:xfrm>
          <a:off x="0" y="0"/>
          <a:ext cx="0" cy="0"/>
          <a:chOff x="0" y="0"/>
          <a:chExt cx="0" cy="0"/>
        </a:xfrm>
      </p:grpSpPr>
      <p:sp>
        <p:nvSpPr>
          <p:cNvPr id="16" name="矩形 15"/>
          <p:cNvSpPr/>
          <p:nvPr userDrawn="1">
            <p:custDataLst>
              <p:tags r:id="rId1"/>
            </p:custDataLst>
          </p:nvPr>
        </p:nvSpPr>
        <p:spPr>
          <a:xfrm>
            <a:off x="219551" y="304165"/>
            <a:ext cx="8704898" cy="6249670"/>
          </a:xfrm>
          <a:prstGeom prst="rect">
            <a:avLst/>
          </a:prstGeom>
          <a:solidFill>
            <a:schemeClr val="bg2"/>
          </a:solid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sp>
        <p:nvSpPr>
          <p:cNvPr id="10" name="矩形 9"/>
          <p:cNvSpPr/>
          <p:nvPr userDrawn="1">
            <p:custDataLst>
              <p:tags r:id="rId2"/>
            </p:custDataLst>
          </p:nvPr>
        </p:nvSpPr>
        <p:spPr>
          <a:xfrm>
            <a:off x="0" y="0"/>
            <a:ext cx="9144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350">
              <a:solidFill>
                <a:schemeClr val="tx1">
                  <a:lumMod val="75000"/>
                  <a:lumOff val="25000"/>
                </a:schemeClr>
              </a:solidFill>
              <a:latin typeface="微软雅黑" panose="020B0503020204020204" charset="-122"/>
              <a:ea typeface="微软雅黑" panose="020B0503020204020204" charset="-122"/>
              <a:sym typeface="+mn-ea"/>
            </a:endParaRPr>
          </a:p>
        </p:txBody>
      </p:sp>
      <p:sp>
        <p:nvSpPr>
          <p:cNvPr id="2" name="标题 1"/>
          <p:cNvSpPr>
            <a:spLocks noGrp="1"/>
          </p:cNvSpPr>
          <p:nvPr userDrawn="1">
            <p:ph type="title"/>
            <p:custDataLst>
              <p:tags r:id="rId3"/>
            </p:custDataLst>
          </p:nvPr>
        </p:nvSpPr>
        <p:spPr>
          <a:xfrm>
            <a:off x="434700" y="292846"/>
            <a:ext cx="8278200" cy="331473"/>
          </a:xfrm>
        </p:spPr>
        <p:txBody>
          <a:bodyPr/>
          <a:lstStyle>
            <a:lvl1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stStyle>
          <a:p>
            <a:r>
              <a:rPr lang="zh-CN" altLang="en-US" dirty="0"/>
              <a:t>单击此处编辑母版标题样式</a:t>
            </a:r>
          </a:p>
        </p:txBody>
      </p:sp>
      <p:sp>
        <p:nvSpPr>
          <p:cNvPr id="3" name="日期占位符 2"/>
          <p:cNvSpPr>
            <a:spLocks noGrp="1"/>
          </p:cNvSpPr>
          <p:nvPr userDrawn="1">
            <p:ph type="dt" sz="half" idx="10"/>
            <p:custDataLst>
              <p:tags r:id="rId4"/>
            </p:custDataLst>
          </p:nvPr>
        </p:nvSpPr>
        <p:spPr>
          <a:xfrm>
            <a:off x="322307"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760FBDFE-C587-4B4C-A407-44438C67B59E}" type="datetimeFigureOut">
              <a:rPr lang="zh-CN" altLang="en-US" smtClean="0"/>
              <a:t>2026/10/19</a:t>
            </a:fld>
            <a:endParaRPr lang="zh-CN" altLang="en-US"/>
          </a:p>
        </p:txBody>
      </p:sp>
      <p:sp>
        <p:nvSpPr>
          <p:cNvPr id="4" name="页脚占位符 3"/>
          <p:cNvSpPr>
            <a:spLocks noGrp="1"/>
          </p:cNvSpPr>
          <p:nvPr userDrawn="1">
            <p:ph type="ftr" sz="quarter" idx="11"/>
            <p:custDataLst>
              <p:tags r:id="rId5"/>
            </p:custDataLst>
          </p:nvPr>
        </p:nvSpPr>
        <p:spPr>
          <a:xfrm>
            <a:off x="2592000" y="6349833"/>
            <a:ext cx="396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6"/>
            </p:custDataLst>
          </p:nvPr>
        </p:nvSpPr>
        <p:spPr>
          <a:xfrm>
            <a:off x="6120450"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userDrawn="1">
            <p:ph sz="quarter" idx="13"/>
            <p:custDataLst>
              <p:tags r:id="rId7"/>
            </p:custDataLst>
          </p:nvPr>
        </p:nvSpPr>
        <p:spPr>
          <a:xfrm>
            <a:off x="434700" y="2025000"/>
            <a:ext cx="4006800" cy="2170800"/>
          </a:xfrm>
        </p:spPr>
        <p:txBody>
          <a:bodyPr/>
          <a:lstStyle>
            <a:lvl1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vl2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2pPr>
            <a:lvl3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3pPr>
            <a:lvl4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4pPr>
            <a:lvl5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userDrawn="1">
            <p:ph sz="quarter" idx="14"/>
            <p:custDataLst>
              <p:tags r:id="rId8"/>
            </p:custDataLst>
          </p:nvPr>
        </p:nvSpPr>
        <p:spPr>
          <a:xfrm>
            <a:off x="4681800" y="2025000"/>
            <a:ext cx="4025700" cy="2170800"/>
          </a:xfrm>
        </p:spPr>
        <p:txBody>
          <a:bodyPr/>
          <a:lstStyle>
            <a:lvl1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vl2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2pPr>
            <a:lvl3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3pPr>
            <a:lvl4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4pPr>
            <a:lvl5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userDrawn="1">
            <p:ph type="body" sz="quarter" idx="15"/>
            <p:custDataLst>
              <p:tags r:id="rId9"/>
            </p:custDataLst>
          </p:nvPr>
        </p:nvSpPr>
        <p:spPr>
          <a:xfrm>
            <a:off x="429300" y="4914450"/>
            <a:ext cx="4006800" cy="585900"/>
          </a:xfrm>
        </p:spPr>
        <p:txBody>
          <a:bodyPr/>
          <a:lstStyle>
            <a:lvl1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stStyle>
          <a:p>
            <a:pPr lvl="0"/>
            <a:r>
              <a:rPr lang="zh-CN" altLang="en-US" dirty="0"/>
              <a:t>单击此处编辑母版文本样式</a:t>
            </a:r>
          </a:p>
        </p:txBody>
      </p:sp>
      <p:sp>
        <p:nvSpPr>
          <p:cNvPr id="13" name="文本占位符 12"/>
          <p:cNvSpPr>
            <a:spLocks noGrp="1"/>
          </p:cNvSpPr>
          <p:nvPr userDrawn="1">
            <p:ph type="body" sz="quarter" idx="16"/>
            <p:custDataLst>
              <p:tags r:id="rId10"/>
            </p:custDataLst>
          </p:nvPr>
        </p:nvSpPr>
        <p:spPr>
          <a:xfrm>
            <a:off x="4689900" y="4910850"/>
            <a:ext cx="4025700" cy="585900"/>
          </a:xfrm>
        </p:spPr>
        <p:txBody>
          <a:bodyPr/>
          <a:lstStyle>
            <a:lvl1pP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bg>
      <p:bgPr>
        <a:no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142100" y="1637550"/>
            <a:ext cx="6858000" cy="1790100"/>
          </a:xfrm>
        </p:spPr>
        <p:txBody>
          <a:bodyPr anchor="b"/>
          <a:lstStyle>
            <a:lvl1pPr algn="ctr">
              <a:defRPr sz="4500"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stStyle>
          <a:p>
            <a:r>
              <a:rPr lang="zh-CN" altLang="en-US" dirty="0"/>
              <a:t>单击此处编辑标题</a:t>
            </a:r>
          </a:p>
        </p:txBody>
      </p:sp>
      <p:sp>
        <p:nvSpPr>
          <p:cNvPr id="3" name="日期占位符 2"/>
          <p:cNvSpPr>
            <a:spLocks noGrp="1"/>
          </p:cNvSpPr>
          <p:nvPr>
            <p:ph type="dt" sz="half" idx="10"/>
            <p:custDataLst>
              <p:tags r:id="rId2"/>
            </p:custDataLst>
          </p:nvPr>
        </p:nvSpPr>
        <p:spPr>
          <a:xfrm>
            <a:off x="322307"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760FBDFE-C587-4B4C-A407-44438C67B59E}" type="datetimeFigureOut">
              <a:rPr lang="zh-CN" altLang="en-US" smtClean="0"/>
              <a:t>2026/10/19</a:t>
            </a:fld>
            <a:endParaRPr lang="zh-CN" altLang="en-US"/>
          </a:p>
        </p:txBody>
      </p:sp>
      <p:sp>
        <p:nvSpPr>
          <p:cNvPr id="4" name="页脚占位符 3"/>
          <p:cNvSpPr>
            <a:spLocks noGrp="1"/>
          </p:cNvSpPr>
          <p:nvPr>
            <p:ph type="ftr" sz="quarter" idx="11"/>
            <p:custDataLst>
              <p:tags r:id="rId3"/>
            </p:custDataLst>
          </p:nvPr>
        </p:nvSpPr>
        <p:spPr>
          <a:xfrm>
            <a:off x="2592000" y="6349833"/>
            <a:ext cx="396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4"/>
            </p:custDataLst>
          </p:nvPr>
        </p:nvSpPr>
        <p:spPr>
          <a:xfrm>
            <a:off x="6120450" y="6349833"/>
            <a:ext cx="2700000" cy="316800"/>
          </a:xfrm>
        </p:spPr>
        <p:txBody>
          <a:bodyPr/>
          <a:lstStyle>
            <a:lvl1pPr>
              <a:defRPr u="none" strike="noStrike" kern="1200" cap="none" spc="0" normalizeH="0">
                <a:latin typeface="微软雅黑" panose="020B0503020204020204" charset="-122"/>
                <a:ea typeface="微软雅黑" panose="020B050302020402020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5"/>
            </p:custDataLst>
          </p:nvPr>
        </p:nvSpPr>
        <p:spPr>
          <a:xfrm>
            <a:off x="1141810" y="4069800"/>
            <a:ext cx="6858000" cy="1242000"/>
          </a:xfrm>
        </p:spPr>
        <p:txBody>
          <a:bodyPr/>
          <a:lstStyle>
            <a:lvl1pPr algn="ctr">
              <a:defRPr u="none" strike="noStrike" kern="1200" cap="none" spc="0" normalizeH="0" baseline="0">
                <a:solidFill>
                  <a:schemeClr val="tx1">
                    <a:lumMod val="75000"/>
                    <a:lumOff val="25000"/>
                  </a:schemeClr>
                </a:solidFill>
                <a:latin typeface="微软雅黑" panose="020B0503020204020204" charset="-122"/>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17">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grpSp>
        <p:nvGrpSpPr>
          <p:cNvPr id="13" name="组合 12"/>
          <p:cNvGrpSpPr/>
          <p:nvPr>
            <p:custDataLst>
              <p:tags r:id="rId1"/>
            </p:custDataLst>
          </p:nvPr>
        </p:nvGrpSpPr>
        <p:grpSpPr>
          <a:xfrm>
            <a:off x="0" y="0"/>
            <a:ext cx="9144000" cy="6858000"/>
            <a:chOff x="0" y="0"/>
            <a:chExt cx="12192000" cy="6858000"/>
          </a:xfrm>
        </p:grpSpPr>
        <p:grpSp>
          <p:nvGrpSpPr>
            <p:cNvPr id="7" name="组合 6"/>
            <p:cNvGrpSpPr/>
            <p:nvPr/>
          </p:nvGrpSpPr>
          <p:grpSpPr>
            <a:xfrm>
              <a:off x="0" y="0"/>
              <a:ext cx="12192000" cy="6858000"/>
              <a:chOff x="0" y="0"/>
              <a:chExt cx="12192000" cy="6858000"/>
            </a:xfrm>
          </p:grpSpPr>
          <p:grpSp>
            <p:nvGrpSpPr>
              <p:cNvPr id="8" name="组合 7"/>
              <p:cNvGrpSpPr/>
              <p:nvPr/>
            </p:nvGrpSpPr>
            <p:grpSpPr>
              <a:xfrm>
                <a:off x="8545007" y="0"/>
                <a:ext cx="3646993" cy="6858000"/>
                <a:chOff x="8545007" y="0"/>
                <a:chExt cx="3646993" cy="6858000"/>
              </a:xfrm>
            </p:grpSpPr>
            <p:pic>
              <p:nvPicPr>
                <p:cNvPr id="10" name="图片 9"/>
                <p:cNvPicPr>
                  <a:picLocks noChangeAspect="1"/>
                </p:cNvPicPr>
                <p:nvPr>
                  <p:custDataLst>
                    <p:tags r:id="rId14"/>
                  </p:custDataLst>
                </p:nvPr>
              </p:nvPicPr>
              <p:blipFill>
                <a:blip r:embed="rId18"/>
                <a:stretch>
                  <a:fillRect/>
                </a:stretch>
              </p:blipFill>
              <p:spPr>
                <a:xfrm>
                  <a:off x="8545007" y="0"/>
                  <a:ext cx="3646993" cy="2982191"/>
                </a:xfrm>
                <a:prstGeom prst="rect">
                  <a:avLst/>
                </a:prstGeom>
              </p:spPr>
            </p:pic>
            <p:pic>
              <p:nvPicPr>
                <p:cNvPr id="11" name="图片 10"/>
                <p:cNvPicPr>
                  <a:picLocks noChangeAspect="1"/>
                </p:cNvPicPr>
                <p:nvPr>
                  <p:custDataLst>
                    <p:tags r:id="rId15"/>
                  </p:custDataLst>
                </p:nvPr>
              </p:nvPicPr>
              <p:blipFill>
                <a:blip r:embed="rId19" cstate="print">
                  <a:extLst>
                    <a:ext uri="{28A0092B-C50C-407E-A947-70E740481C1C}">
                      <a14:useLocalDpi xmlns:a14="http://schemas.microsoft.com/office/drawing/2010/main" val="0"/>
                    </a:ext>
                  </a:extLst>
                </a:blip>
                <a:stretch>
                  <a:fillRect/>
                </a:stretch>
              </p:blipFill>
              <p:spPr>
                <a:xfrm>
                  <a:off x="9102436" y="4066720"/>
                  <a:ext cx="2925924" cy="2791280"/>
                </a:xfrm>
                <a:prstGeom prst="rect">
                  <a:avLst/>
                </a:prstGeom>
              </p:spPr>
            </p:pic>
          </p:grpSp>
          <p:pic>
            <p:nvPicPr>
              <p:cNvPr id="9" name="图片 8"/>
              <p:cNvPicPr>
                <a:picLocks noChangeAspect="1"/>
              </p:cNvPicPr>
              <p:nvPr>
                <p:custDataLst>
                  <p:tags r:id="rId13"/>
                </p:custDataLst>
              </p:nvPr>
            </p:nvPicPr>
            <p:blipFill>
              <a:blip r:embed="rId20"/>
              <a:stretch>
                <a:fillRect/>
              </a:stretch>
            </p:blipFill>
            <p:spPr>
              <a:xfrm>
                <a:off x="0" y="0"/>
                <a:ext cx="7137443" cy="6858000"/>
              </a:xfrm>
              <a:prstGeom prst="rect">
                <a:avLst/>
              </a:prstGeom>
            </p:spPr>
          </p:pic>
        </p:grpSp>
        <p:pic>
          <p:nvPicPr>
            <p:cNvPr id="12" name="图片 11"/>
            <p:cNvPicPr>
              <a:picLocks noChangeAspect="1"/>
            </p:cNvPicPr>
            <p:nvPr>
              <p:custDataLst>
                <p:tags r:id="rId12"/>
              </p:custDataLst>
            </p:nvPr>
          </p:nvPicPr>
          <p:blipFill>
            <a:blip r:embed="rId21"/>
            <a:stretch>
              <a:fillRect/>
            </a:stretch>
          </p:blipFill>
          <p:spPr>
            <a:xfrm>
              <a:off x="812461" y="1029461"/>
              <a:ext cx="4909467" cy="4653606"/>
            </a:xfrm>
            <a:prstGeom prst="rect">
              <a:avLst/>
            </a:prstGeom>
          </p:spPr>
        </p:pic>
      </p:grpSp>
      <p:sp>
        <p:nvSpPr>
          <p:cNvPr id="4" name="日期占位符 3"/>
          <p:cNvSpPr>
            <a:spLocks noGrp="1"/>
          </p:cNvSpPr>
          <p:nvPr>
            <p:ph type="dt" sz="half" idx="10"/>
            <p:custDataLst>
              <p:tags r:id="rId2"/>
            </p:custDataLst>
          </p:nvPr>
        </p:nvSpPr>
        <p:spPr>
          <a:xfrm>
            <a:off x="628650" y="6401991"/>
            <a:ext cx="2057400" cy="273844"/>
          </a:xfrm>
        </p:spPr>
        <p:txBody>
          <a:bodyPr/>
          <a:lstStyle/>
          <a:p>
            <a:fld id="{3B358A95-C3A6-445A-9253-6EEA2DB226D8}" type="datetimeFigureOut">
              <a:rPr lang="zh-CN" altLang="en-US" smtClean="0"/>
              <a:t>2026/10/19</a:t>
            </a:fld>
            <a:endParaRPr lang="zh-CN" altLang="en-US"/>
          </a:p>
        </p:txBody>
      </p:sp>
      <p:sp>
        <p:nvSpPr>
          <p:cNvPr id="5" name="页脚占位符 4"/>
          <p:cNvSpPr>
            <a:spLocks noGrp="1"/>
          </p:cNvSpPr>
          <p:nvPr>
            <p:ph type="ftr" sz="quarter" idx="11"/>
            <p:custDataLst>
              <p:tags r:id="rId3"/>
            </p:custDataLst>
          </p:nvPr>
        </p:nvSpPr>
        <p:spPr>
          <a:xfrm>
            <a:off x="3028950" y="6401991"/>
            <a:ext cx="3086100" cy="273844"/>
          </a:xfrm>
        </p:spPr>
        <p:txBody>
          <a:bodyPr/>
          <a:lstStyle/>
          <a:p>
            <a:endParaRPr lang="zh-CN" altLang="en-US"/>
          </a:p>
        </p:txBody>
      </p:sp>
      <p:sp>
        <p:nvSpPr>
          <p:cNvPr id="6" name="灯片编号占位符 5"/>
          <p:cNvSpPr>
            <a:spLocks noGrp="1"/>
          </p:cNvSpPr>
          <p:nvPr>
            <p:ph type="sldNum" sz="quarter" idx="12"/>
            <p:custDataLst>
              <p:tags r:id="rId4"/>
            </p:custDataLst>
          </p:nvPr>
        </p:nvSpPr>
        <p:spPr>
          <a:xfrm>
            <a:off x="6457950" y="6401991"/>
            <a:ext cx="2057400" cy="273844"/>
          </a:xfrm>
        </p:spPr>
        <p:txBody>
          <a:bodyPr/>
          <a:lstStyle/>
          <a:p>
            <a:fld id="{EB8C49CF-321A-4DB1-9C29-37DB43122813}" type="slidenum">
              <a:rPr lang="zh-CN" altLang="en-US" smtClean="0"/>
              <a:t>‹#›</a:t>
            </a:fld>
            <a:endParaRPr lang="zh-CN" altLang="en-US"/>
          </a:p>
        </p:txBody>
      </p:sp>
      <p:grpSp>
        <p:nvGrpSpPr>
          <p:cNvPr id="14" name="组合 13"/>
          <p:cNvGrpSpPr/>
          <p:nvPr>
            <p:custDataLst>
              <p:tags r:id="rId5"/>
            </p:custDataLst>
          </p:nvPr>
        </p:nvGrpSpPr>
        <p:grpSpPr>
          <a:xfrm>
            <a:off x="3586441" y="2188860"/>
            <a:ext cx="4894709" cy="1030733"/>
            <a:chOff x="4781921" y="2017071"/>
            <a:chExt cx="6526279" cy="1374310"/>
          </a:xfrm>
        </p:grpSpPr>
        <p:pic>
          <p:nvPicPr>
            <p:cNvPr id="15" name="图片 14"/>
            <p:cNvPicPr>
              <a:picLocks noChangeAspect="1"/>
            </p:cNvPicPr>
            <p:nvPr>
              <p:custDataLst>
                <p:tags r:id="rId10"/>
              </p:custDataLst>
            </p:nvPr>
          </p:nvPicPr>
          <p:blipFill>
            <a:blip r:embed="rId22"/>
            <a:stretch>
              <a:fillRect/>
            </a:stretch>
          </p:blipFill>
          <p:spPr>
            <a:xfrm>
              <a:off x="4931680" y="2017071"/>
              <a:ext cx="6376520" cy="595076"/>
            </a:xfrm>
            <a:prstGeom prst="rect">
              <a:avLst/>
            </a:prstGeom>
          </p:spPr>
        </p:pic>
        <p:pic>
          <p:nvPicPr>
            <p:cNvPr id="16" name="图片 15"/>
            <p:cNvPicPr>
              <a:picLocks noChangeAspect="1"/>
            </p:cNvPicPr>
            <p:nvPr>
              <p:custDataLst>
                <p:tags r:id="rId11"/>
              </p:custDataLst>
            </p:nvPr>
          </p:nvPicPr>
          <p:blipFill>
            <a:blip r:embed="rId23"/>
            <a:stretch>
              <a:fillRect/>
            </a:stretch>
          </p:blipFill>
          <p:spPr>
            <a:xfrm>
              <a:off x="4781921" y="2943045"/>
              <a:ext cx="6462076" cy="448336"/>
            </a:xfrm>
            <a:prstGeom prst="rect">
              <a:avLst/>
            </a:prstGeom>
          </p:spPr>
        </p:pic>
      </p:grpSp>
      <p:pic>
        <p:nvPicPr>
          <p:cNvPr id="17" name="图片 16"/>
          <p:cNvPicPr>
            <a:picLocks noChangeAspect="1"/>
          </p:cNvPicPr>
          <p:nvPr>
            <p:custDataLst>
              <p:tags r:id="rId6"/>
            </p:custDataLst>
          </p:nvPr>
        </p:nvPicPr>
        <p:blipFill>
          <a:blip r:embed="rId24"/>
          <a:stretch>
            <a:fillRect/>
          </a:stretch>
        </p:blipFill>
        <p:spPr>
          <a:xfrm>
            <a:off x="3276286" y="2666598"/>
            <a:ext cx="5059183" cy="1179623"/>
          </a:xfrm>
          <a:prstGeom prst="rect">
            <a:avLst/>
          </a:prstGeom>
        </p:spPr>
      </p:pic>
      <p:pic>
        <p:nvPicPr>
          <p:cNvPr id="18" name="图片 17"/>
          <p:cNvPicPr>
            <a:picLocks noChangeAspect="1"/>
          </p:cNvPicPr>
          <p:nvPr>
            <p:custDataLst>
              <p:tags r:id="rId7"/>
            </p:custDataLst>
          </p:nvPr>
        </p:nvPicPr>
        <p:blipFill>
          <a:blip r:embed="rId25"/>
          <a:stretch>
            <a:fillRect/>
          </a:stretch>
        </p:blipFill>
        <p:spPr>
          <a:xfrm rot="10800000" flipV="1">
            <a:off x="3524259" y="3233189"/>
            <a:ext cx="112112" cy="225369"/>
          </a:xfrm>
          <a:prstGeom prst="rect">
            <a:avLst/>
          </a:prstGeom>
        </p:spPr>
      </p:pic>
      <p:sp>
        <p:nvSpPr>
          <p:cNvPr id="3" name="副标题 2"/>
          <p:cNvSpPr>
            <a:spLocks noGrp="1"/>
          </p:cNvSpPr>
          <p:nvPr>
            <p:ph type="subTitle" idx="1" hasCustomPrompt="1"/>
            <p:custDataLst>
              <p:tags r:id="rId8"/>
            </p:custDataLst>
          </p:nvPr>
        </p:nvSpPr>
        <p:spPr>
          <a:xfrm>
            <a:off x="3627905" y="3552912"/>
            <a:ext cx="4761279" cy="509267"/>
          </a:xfrm>
        </p:spPr>
        <p:txBody>
          <a:bodyPr>
            <a:normAutofit/>
          </a:bodyPr>
          <a:lstStyle>
            <a:lvl1pPr marL="0" indent="0" algn="ctr">
              <a:buNone/>
              <a:defRPr sz="1015">
                <a:solidFill>
                  <a:schemeClr val="bg1"/>
                </a:solidFill>
              </a:defRPr>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zh-CN" altLang="en-US"/>
              <a:t>编辑副标题</a:t>
            </a:r>
          </a:p>
        </p:txBody>
      </p:sp>
      <p:sp>
        <p:nvSpPr>
          <p:cNvPr id="2" name="标题 1"/>
          <p:cNvSpPr>
            <a:spLocks noGrp="1"/>
          </p:cNvSpPr>
          <p:nvPr>
            <p:ph type="ctrTitle" hasCustomPrompt="1"/>
            <p:custDataLst>
              <p:tags r:id="rId9"/>
            </p:custDataLst>
          </p:nvPr>
        </p:nvSpPr>
        <p:spPr>
          <a:xfrm>
            <a:off x="3627905" y="2335611"/>
            <a:ext cx="4761279" cy="779977"/>
          </a:xfrm>
        </p:spPr>
        <p:txBody>
          <a:bodyPr anchor="ctr">
            <a:normAutofit/>
          </a:bodyPr>
          <a:lstStyle>
            <a:lvl1pPr algn="ctr">
              <a:defRPr sz="2700" b="1">
                <a:solidFill>
                  <a:schemeClr val="bg1"/>
                </a:solidFill>
                <a:effectLst/>
              </a:defRPr>
            </a:lvl1pPr>
          </a:lstStyle>
          <a:p>
            <a:r>
              <a:rPr lang="zh-CN" altLang="en-US" dirty="0"/>
              <a:t>编辑标题</a:t>
            </a:r>
          </a:p>
        </p:txBody>
      </p:sp>
    </p:spTree>
    <p:extLst>
      <p:ext uri="{BB962C8B-B14F-4D97-AF65-F5344CB8AC3E}">
        <p14:creationId xmlns:p14="http://schemas.microsoft.com/office/powerpoint/2010/main" val="3344766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435610" y="0"/>
            <a:ext cx="8079740" cy="994410"/>
          </a:xfrm>
        </p:spPr>
        <p:txBody>
          <a:bodyPr/>
          <a:lstStyle>
            <a:lvl1pPr>
              <a:defRPr>
                <a:latin typeface="方正粗黑宋简体" panose="02000000000000000000" charset="-122"/>
                <a:ea typeface="方正粗黑宋简体" panose="02000000000000000000" charset="-122"/>
              </a:defRPr>
            </a:lvl1pPr>
          </a:lstStyle>
          <a:p>
            <a:r>
              <a:rPr lang="zh-CN" altLang="en-US"/>
              <a:t>单击此处编辑母版标题样式</a:t>
            </a:r>
          </a:p>
        </p:txBody>
      </p:sp>
      <p:sp>
        <p:nvSpPr>
          <p:cNvPr id="3" name="内容占位符 2"/>
          <p:cNvSpPr>
            <a:spLocks noGrp="1"/>
          </p:cNvSpPr>
          <p:nvPr>
            <p:ph idx="1"/>
            <p:custDataLst>
              <p:tags r:id="rId2"/>
            </p:custDataLst>
          </p:nvPr>
        </p:nvSpPr>
        <p:spPr>
          <a:xfrm>
            <a:off x="461010" y="1014730"/>
            <a:ext cx="8655050" cy="5358130"/>
          </a:xfrm>
        </p:spPr>
        <p:txBody>
          <a:bodyPr/>
          <a:lstStyle>
            <a:lvl1pPr eaLnBrk="1" fontAlgn="auto" latinLnBrk="0" hangingPunct="1">
              <a:lnSpc>
                <a:spcPct val="100000"/>
              </a:lnSpc>
              <a:spcBef>
                <a:spcPts val="600"/>
              </a:spcBef>
              <a:defRPr sz="2400">
                <a:solidFill>
                  <a:srgbClr val="0000FF"/>
                </a:solidFill>
              </a:defRPr>
            </a:lvl1pPr>
            <a:lvl2pPr eaLnBrk="1" fontAlgn="auto" latinLnBrk="0" hangingPunct="1">
              <a:lnSpc>
                <a:spcPct val="100000"/>
              </a:lnSpc>
              <a:spcBef>
                <a:spcPts val="600"/>
              </a:spcBef>
              <a:defRPr sz="2000">
                <a:gradFill>
                  <a:gsLst>
                    <a:gs pos="0">
                      <a:srgbClr val="012D86"/>
                    </a:gs>
                    <a:gs pos="100000">
                      <a:srgbClr val="0E2557"/>
                    </a:gs>
                  </a:gsLst>
                  <a:lin scaled="0"/>
                </a:gradFill>
              </a:defRPr>
            </a:lvl2pPr>
            <a:lvl3pPr eaLnBrk="1" fontAlgn="auto" latinLnBrk="0" hangingPunct="1">
              <a:lnSpc>
                <a:spcPct val="100000"/>
              </a:lnSpc>
              <a:spcBef>
                <a:spcPts val="600"/>
              </a:spcBef>
              <a:defRPr sz="1800">
                <a:solidFill>
                  <a:srgbClr val="FF0000"/>
                </a:solidFill>
              </a:defRPr>
            </a:lvl3pPr>
            <a:lvl4pPr eaLnBrk="1" fontAlgn="auto" latinLnBrk="0" hangingPunct="1">
              <a:lnSpc>
                <a:spcPct val="100000"/>
              </a:lnSpc>
              <a:spcBef>
                <a:spcPts val="600"/>
              </a:spcBef>
              <a:defRPr sz="1600">
                <a:solidFill>
                  <a:srgbClr val="BE3A3A"/>
                </a:solidFill>
              </a:defRPr>
            </a:lvl4pPr>
            <a:lvl5pPr eaLnBrk="1" fontAlgn="auto" latinLnBrk="0" hangingPunct="1">
              <a:lnSpc>
                <a:spcPct val="100000"/>
              </a:lnSpc>
              <a:spcBef>
                <a:spcPts val="600"/>
              </a:spcBef>
              <a:defRPr sz="1400">
                <a:gradFill>
                  <a:gsLst>
                    <a:gs pos="0">
                      <a:srgbClr val="7B32B2"/>
                    </a:gs>
                    <a:gs pos="100000">
                      <a:srgbClr val="401A5D"/>
                    </a:gs>
                  </a:gsLst>
                  <a:lin scaled="0"/>
                </a:gradFill>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a:xfrm>
            <a:off x="628650" y="6401991"/>
            <a:ext cx="2057400" cy="273844"/>
          </a:xfrm>
        </p:spPr>
        <p:txBody>
          <a:bodyPr/>
          <a:lstStyle/>
          <a:p>
            <a:fld id="{3B358A95-C3A6-445A-9253-6EEA2DB226D8}" type="datetimeFigureOut">
              <a:rPr lang="zh-CN" altLang="en-US" smtClean="0"/>
              <a:t>2026/10/19</a:t>
            </a:fld>
            <a:endParaRPr lang="zh-CN" altLang="en-US"/>
          </a:p>
        </p:txBody>
      </p:sp>
      <p:sp>
        <p:nvSpPr>
          <p:cNvPr id="5" name="页脚占位符 4"/>
          <p:cNvSpPr>
            <a:spLocks noGrp="1"/>
          </p:cNvSpPr>
          <p:nvPr>
            <p:ph type="ftr" sz="quarter" idx="11"/>
            <p:custDataLst>
              <p:tags r:id="rId4"/>
            </p:custDataLst>
          </p:nvPr>
        </p:nvSpPr>
        <p:spPr>
          <a:xfrm>
            <a:off x="3028950" y="6401991"/>
            <a:ext cx="3086100" cy="273844"/>
          </a:xfrm>
        </p:spPr>
        <p:txBody>
          <a:bodyPr/>
          <a:lstStyle/>
          <a:p>
            <a:endParaRPr lang="zh-CN" altLang="en-US"/>
          </a:p>
        </p:txBody>
      </p:sp>
      <p:sp>
        <p:nvSpPr>
          <p:cNvPr id="6" name="灯片编号占位符 5"/>
          <p:cNvSpPr>
            <a:spLocks noGrp="1"/>
          </p:cNvSpPr>
          <p:nvPr>
            <p:ph type="sldNum" sz="quarter" idx="12"/>
            <p:custDataLst>
              <p:tags r:id="rId5"/>
            </p:custDataLst>
          </p:nvPr>
        </p:nvSpPr>
        <p:spPr>
          <a:xfrm>
            <a:off x="6457950" y="6401991"/>
            <a:ext cx="2057400" cy="273844"/>
          </a:xfrm>
        </p:spPr>
        <p:txBody>
          <a:bodyPr/>
          <a:lstStyle/>
          <a:p>
            <a:fld id="{EB8C49CF-321A-4DB1-9C29-37DB43122813}" type="slidenum">
              <a:rPr lang="zh-CN" altLang="en-US" smtClean="0"/>
              <a:t>‹#›</a:t>
            </a:fld>
            <a:endParaRPr lang="zh-CN" altLang="en-US"/>
          </a:p>
        </p:txBody>
      </p:sp>
    </p:spTree>
    <p:extLst>
      <p:ext uri="{BB962C8B-B14F-4D97-AF65-F5344CB8AC3E}">
        <p14:creationId xmlns:p14="http://schemas.microsoft.com/office/powerpoint/2010/main" val="2698905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7" name="椭圆 6"/>
          <p:cNvSpPr/>
          <p:nvPr>
            <p:custDataLst>
              <p:tags r:id="rId1"/>
            </p:custDataLst>
          </p:nvPr>
        </p:nvSpPr>
        <p:spPr>
          <a:xfrm>
            <a:off x="1174711" y="2326714"/>
            <a:ext cx="2204573" cy="220457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pic>
        <p:nvPicPr>
          <p:cNvPr id="8" name="图片 7"/>
          <p:cNvPicPr>
            <a:picLocks noChangeAspect="1"/>
          </p:cNvPicPr>
          <p:nvPr>
            <p:custDataLst>
              <p:tags r:id="rId2"/>
            </p:custDataLst>
          </p:nvPr>
        </p:nvPicPr>
        <p:blipFill>
          <a:blip r:embed="rId11"/>
          <a:stretch>
            <a:fillRect/>
          </a:stretch>
        </p:blipFill>
        <p:spPr>
          <a:xfrm>
            <a:off x="508538" y="1877974"/>
            <a:ext cx="3272606" cy="3102052"/>
          </a:xfrm>
          <a:prstGeom prst="rect">
            <a:avLst/>
          </a:prstGeom>
          <a:noFill/>
        </p:spPr>
      </p:pic>
      <p:sp>
        <p:nvSpPr>
          <p:cNvPr id="11" name="文本框 10"/>
          <p:cNvSpPr txBox="1"/>
          <p:nvPr>
            <p:custDataLst>
              <p:tags r:id="rId3"/>
            </p:custDataLst>
          </p:nvPr>
        </p:nvSpPr>
        <p:spPr>
          <a:xfrm>
            <a:off x="1104212" y="2369798"/>
            <a:ext cx="2226298" cy="2364710"/>
          </a:xfrm>
          <a:prstGeom prst="rect">
            <a:avLst/>
          </a:prstGeom>
          <a:noFill/>
        </p:spPr>
        <p:txBody>
          <a:bodyPr wrap="square" rtlCol="0" anchor="ctr">
            <a:normAutofit/>
          </a:bodyPr>
          <a:lstStyle/>
          <a:p>
            <a:pPr marL="0" marR="0" indent="0" algn="ctr" defTabSz="914400" rtl="0" eaLnBrk="1" fontAlgn="auto" latinLnBrk="0" hangingPunct="1">
              <a:lnSpc>
                <a:spcPct val="100000"/>
              </a:lnSpc>
              <a:spcBef>
                <a:spcPts val="0"/>
              </a:spcBef>
              <a:spcAft>
                <a:spcPts val="0"/>
              </a:spcAft>
              <a:buClrTx/>
              <a:buSzTx/>
              <a:buFontTx/>
              <a:buNone/>
            </a:pPr>
            <a:r>
              <a:rPr lang="en-US" altLang="zh-CN" sz="9340" b="1" dirty="0">
                <a:solidFill>
                  <a:schemeClr val="accent1"/>
                </a:solidFill>
                <a:effectLst>
                  <a:outerShdw blurRad="38100" dist="38100" dir="2700000" algn="tl">
                    <a:srgbClr val="000000">
                      <a:alpha val="43137"/>
                    </a:srgbClr>
                  </a:outerShdw>
                </a:effectLst>
                <a:latin typeface="+mn-lt"/>
                <a:ea typeface="微软雅黑" panose="020B0503020204020204" charset="-122"/>
                <a:cs typeface="Times New Roman" panose="02020603050405020304" pitchFamily="18" charset="0"/>
              </a:rPr>
              <a:t>1</a:t>
            </a:r>
            <a:endParaRPr lang="zh-CN" altLang="en-US" sz="9340" b="1" dirty="0">
              <a:solidFill>
                <a:schemeClr val="accent1"/>
              </a:solidFill>
              <a:effectLst>
                <a:outerShdw blurRad="38100" dist="38100" dir="2700000" algn="tl">
                  <a:srgbClr val="000000">
                    <a:alpha val="43137"/>
                  </a:srgbClr>
                </a:outerShdw>
              </a:effectLst>
              <a:latin typeface="+mn-lt"/>
              <a:ea typeface="微软雅黑" panose="020B0503020204020204" charset="-122"/>
              <a:cs typeface="Times New Roman" panose="02020603050405020304" pitchFamily="18" charset="0"/>
            </a:endParaRPr>
          </a:p>
          <a:p>
            <a:pPr algn="ctr"/>
            <a:endParaRPr lang="zh-CN" altLang="en-US" sz="1575" dirty="0">
              <a:solidFill>
                <a:schemeClr val="accent1"/>
              </a:solidFill>
              <a:latin typeface="+mn-lt"/>
            </a:endParaRPr>
          </a:p>
        </p:txBody>
      </p:sp>
      <p:sp>
        <p:nvSpPr>
          <p:cNvPr id="4" name="日期占位符 3"/>
          <p:cNvSpPr>
            <a:spLocks noGrp="1"/>
          </p:cNvSpPr>
          <p:nvPr>
            <p:ph type="dt" sz="half" idx="10"/>
            <p:custDataLst>
              <p:tags r:id="rId4"/>
            </p:custDataLst>
          </p:nvPr>
        </p:nvSpPr>
        <p:spPr>
          <a:xfrm>
            <a:off x="628650" y="6401991"/>
            <a:ext cx="2057400" cy="273844"/>
          </a:xfrm>
        </p:spPr>
        <p:txBody>
          <a:bodyPr/>
          <a:lstStyle/>
          <a:p>
            <a:fld id="{3B358A95-C3A6-445A-9253-6EEA2DB226D8}" type="datetimeFigureOut">
              <a:rPr lang="zh-CN" altLang="en-US" smtClean="0"/>
              <a:t>2026/10/19</a:t>
            </a:fld>
            <a:endParaRPr lang="zh-CN" altLang="en-US"/>
          </a:p>
        </p:txBody>
      </p:sp>
      <p:sp>
        <p:nvSpPr>
          <p:cNvPr id="5" name="页脚占位符 4"/>
          <p:cNvSpPr>
            <a:spLocks noGrp="1"/>
          </p:cNvSpPr>
          <p:nvPr>
            <p:ph type="ftr" sz="quarter" idx="11"/>
            <p:custDataLst>
              <p:tags r:id="rId5"/>
            </p:custDataLst>
          </p:nvPr>
        </p:nvSpPr>
        <p:spPr>
          <a:xfrm>
            <a:off x="3028950" y="6401991"/>
            <a:ext cx="3086100" cy="273844"/>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6457950" y="6401991"/>
            <a:ext cx="2057400" cy="273844"/>
          </a:xfrm>
        </p:spPr>
        <p:txBody>
          <a:bodyPr/>
          <a:lstStyle/>
          <a:p>
            <a:fld id="{EB8C49CF-321A-4DB1-9C29-37DB43122813}" type="slidenum">
              <a:rPr lang="zh-CN" altLang="en-US" smtClean="0"/>
              <a:t>‹#›</a:t>
            </a:fld>
            <a:endParaRPr lang="zh-CN" altLang="en-US"/>
          </a:p>
        </p:txBody>
      </p:sp>
      <p:cxnSp>
        <p:nvCxnSpPr>
          <p:cNvPr id="10" name="直接连接符 9"/>
          <p:cNvCxnSpPr/>
          <p:nvPr>
            <p:custDataLst>
              <p:tags r:id="rId7"/>
            </p:custDataLst>
          </p:nvPr>
        </p:nvCxnSpPr>
        <p:spPr>
          <a:xfrm>
            <a:off x="3771792" y="3510454"/>
            <a:ext cx="4652591"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文本占位符 2"/>
          <p:cNvSpPr>
            <a:spLocks noGrp="1"/>
          </p:cNvSpPr>
          <p:nvPr>
            <p:ph type="body" idx="1" hasCustomPrompt="1"/>
            <p:custDataLst>
              <p:tags r:id="rId8"/>
            </p:custDataLst>
          </p:nvPr>
        </p:nvSpPr>
        <p:spPr>
          <a:xfrm>
            <a:off x="3413349" y="3695478"/>
            <a:ext cx="5378830" cy="621410"/>
          </a:xfrm>
        </p:spPr>
        <p:txBody>
          <a:bodyPr>
            <a:normAutofit/>
          </a:bodyPr>
          <a:lstStyle>
            <a:lvl1pPr marL="0" indent="0" algn="ctr">
              <a:buNone/>
              <a:defRPr sz="1015">
                <a:solidFill>
                  <a:schemeClr val="tx1"/>
                </a:solidFill>
              </a:defRPr>
            </a:lvl1pPr>
            <a:lvl2pPr marL="257175" indent="0">
              <a:buNone/>
              <a:defRPr sz="1125">
                <a:solidFill>
                  <a:schemeClr val="tx1">
                    <a:tint val="75000"/>
                  </a:schemeClr>
                </a:solidFill>
              </a:defRPr>
            </a:lvl2pPr>
            <a:lvl3pPr marL="514350" indent="0">
              <a:buNone/>
              <a:defRPr sz="1015">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7400" indent="0">
              <a:buNone/>
              <a:defRPr sz="900">
                <a:solidFill>
                  <a:schemeClr val="tx1">
                    <a:tint val="75000"/>
                  </a:schemeClr>
                </a:solidFill>
              </a:defRPr>
            </a:lvl9pPr>
          </a:lstStyle>
          <a:p>
            <a:pPr lvl="0"/>
            <a:r>
              <a:rPr lang="zh-CN" altLang="en-US"/>
              <a:t>单击此处编辑副标题</a:t>
            </a:r>
          </a:p>
        </p:txBody>
      </p:sp>
      <p:sp>
        <p:nvSpPr>
          <p:cNvPr id="2" name="标题 1"/>
          <p:cNvSpPr>
            <a:spLocks noGrp="1"/>
          </p:cNvSpPr>
          <p:nvPr>
            <p:ph type="title" hasCustomPrompt="1"/>
            <p:custDataLst>
              <p:tags r:id="rId9"/>
            </p:custDataLst>
          </p:nvPr>
        </p:nvSpPr>
        <p:spPr>
          <a:xfrm>
            <a:off x="3413349" y="1619469"/>
            <a:ext cx="5378830" cy="1551026"/>
          </a:xfrm>
        </p:spPr>
        <p:txBody>
          <a:bodyPr anchor="b">
            <a:normAutofit/>
          </a:bodyPr>
          <a:lstStyle>
            <a:lvl1pPr algn="ctr">
              <a:defRPr sz="3715" b="1">
                <a:effectLst/>
              </a:defRPr>
            </a:lvl1pPr>
          </a:lstStyle>
          <a:p>
            <a:r>
              <a:rPr lang="zh-CN" altLang="en-US" dirty="0"/>
              <a:t>单击此处编辑标题</a:t>
            </a:r>
          </a:p>
        </p:txBody>
      </p:sp>
    </p:spTree>
    <p:extLst>
      <p:ext uri="{BB962C8B-B14F-4D97-AF65-F5344CB8AC3E}">
        <p14:creationId xmlns:p14="http://schemas.microsoft.com/office/powerpoint/2010/main" val="1309278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60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28650" y="530820"/>
            <a:ext cx="7886700" cy="994172"/>
          </a:xfrm>
        </p:spPr>
        <p:txBody>
          <a:bodyPr/>
          <a:lstStyle/>
          <a:p>
            <a:r>
              <a:rPr lang="zh-CN" altLang="en-US"/>
              <a:t>单击此处编辑母版标题样式</a:t>
            </a:r>
          </a:p>
        </p:txBody>
      </p:sp>
      <p:sp>
        <p:nvSpPr>
          <p:cNvPr id="3" name="内容占位符 2"/>
          <p:cNvSpPr>
            <a:spLocks noGrp="1"/>
          </p:cNvSpPr>
          <p:nvPr>
            <p:ph sz="half" idx="1"/>
            <p:custDataLst>
              <p:tags r:id="rId2"/>
            </p:custDataLst>
          </p:nvPr>
        </p:nvSpPr>
        <p:spPr>
          <a:xfrm>
            <a:off x="628650" y="2369542"/>
            <a:ext cx="3886200" cy="3263503"/>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custDataLst>
              <p:tags r:id="rId3"/>
            </p:custDataLst>
          </p:nvPr>
        </p:nvSpPr>
        <p:spPr>
          <a:xfrm>
            <a:off x="4629150" y="2369542"/>
            <a:ext cx="3886200" cy="3263503"/>
          </a:xfrm>
        </p:spPr>
        <p:txBody>
          <a:bodyPr/>
          <a:lstStyle>
            <a:lvl1pPr>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a:xfrm>
            <a:off x="628650" y="6401991"/>
            <a:ext cx="2057400" cy="273844"/>
          </a:xfrm>
        </p:spPr>
        <p:txBody>
          <a:bodyPr/>
          <a:lstStyle/>
          <a:p>
            <a:fld id="{3B358A95-C3A6-445A-9253-6EEA2DB226D8}" type="datetimeFigureOut">
              <a:rPr lang="zh-CN" altLang="en-US" smtClean="0"/>
              <a:t>2026/10/19</a:t>
            </a:fld>
            <a:endParaRPr lang="zh-CN" altLang="en-US"/>
          </a:p>
        </p:txBody>
      </p:sp>
      <p:sp>
        <p:nvSpPr>
          <p:cNvPr id="6" name="页脚占位符 5"/>
          <p:cNvSpPr>
            <a:spLocks noGrp="1"/>
          </p:cNvSpPr>
          <p:nvPr>
            <p:ph type="ftr" sz="quarter" idx="11"/>
            <p:custDataLst>
              <p:tags r:id="rId5"/>
            </p:custDataLst>
          </p:nvPr>
        </p:nvSpPr>
        <p:spPr>
          <a:xfrm>
            <a:off x="3028950" y="6401991"/>
            <a:ext cx="3086100" cy="273844"/>
          </a:xfrm>
        </p:spPr>
        <p:txBody>
          <a:bodyPr/>
          <a:lstStyle/>
          <a:p>
            <a:endParaRPr lang="zh-CN" altLang="en-US"/>
          </a:p>
        </p:txBody>
      </p:sp>
      <p:sp>
        <p:nvSpPr>
          <p:cNvPr id="7" name="灯片编号占位符 6"/>
          <p:cNvSpPr>
            <a:spLocks noGrp="1"/>
          </p:cNvSpPr>
          <p:nvPr>
            <p:ph type="sldNum" sz="quarter" idx="12"/>
            <p:custDataLst>
              <p:tags r:id="rId6"/>
            </p:custDataLst>
          </p:nvPr>
        </p:nvSpPr>
        <p:spPr>
          <a:xfrm>
            <a:off x="6457950" y="6401991"/>
            <a:ext cx="2057400" cy="273844"/>
          </a:xfrm>
        </p:spPr>
        <p:txBody>
          <a:bodyPr/>
          <a:lstStyle/>
          <a:p>
            <a:fld id="{EB8C49CF-321A-4DB1-9C29-37DB43122813}" type="slidenum">
              <a:rPr lang="zh-CN" altLang="en-US" smtClean="0"/>
              <a:t>‹#›</a:t>
            </a:fld>
            <a:endParaRPr lang="zh-CN" altLang="en-US"/>
          </a:p>
        </p:txBody>
      </p:sp>
    </p:spTree>
    <p:extLst>
      <p:ext uri="{BB962C8B-B14F-4D97-AF65-F5344CB8AC3E}">
        <p14:creationId xmlns:p14="http://schemas.microsoft.com/office/powerpoint/2010/main" val="29536075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29841" y="530820"/>
            <a:ext cx="7886700" cy="994172"/>
          </a:xfrm>
        </p:spPr>
        <p:txBody>
          <a:bodyPr/>
          <a:lstStyle/>
          <a:p>
            <a:r>
              <a:rPr lang="zh-CN" altLang="en-US"/>
              <a:t>单击此处编辑母版标题样式</a:t>
            </a:r>
          </a:p>
        </p:txBody>
      </p:sp>
      <p:sp>
        <p:nvSpPr>
          <p:cNvPr id="3" name="文本占位符 2"/>
          <p:cNvSpPr>
            <a:spLocks noGrp="1"/>
          </p:cNvSpPr>
          <p:nvPr>
            <p:ph type="body" idx="1"/>
            <p:custDataLst>
              <p:tags r:id="rId2"/>
            </p:custDataLst>
          </p:nvPr>
        </p:nvSpPr>
        <p:spPr>
          <a:xfrm>
            <a:off x="629841" y="1848026"/>
            <a:ext cx="3868340" cy="485775"/>
          </a:xfrm>
        </p:spPr>
        <p:txBody>
          <a:bodyPr anchor="b"/>
          <a:lstStyle>
            <a:lvl1pPr marL="0" indent="0">
              <a:buNone/>
              <a:defRPr sz="1350" b="1"/>
            </a:lvl1pPr>
            <a:lvl2pPr marL="257175" indent="0">
              <a:buNone/>
              <a:defRPr sz="1125" b="1"/>
            </a:lvl2pPr>
            <a:lvl3pPr marL="514350" indent="0">
              <a:buNone/>
              <a:defRPr sz="1015"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zh-CN" altLang="en-US" dirty="0"/>
              <a:t>单击此处编辑母版文本样式</a:t>
            </a:r>
          </a:p>
        </p:txBody>
      </p:sp>
      <p:sp>
        <p:nvSpPr>
          <p:cNvPr id="4" name="内容占位符 3"/>
          <p:cNvSpPr>
            <a:spLocks noGrp="1"/>
          </p:cNvSpPr>
          <p:nvPr>
            <p:ph sz="half" idx="2"/>
            <p:custDataLst>
              <p:tags r:id="rId3"/>
            </p:custDataLst>
          </p:nvPr>
        </p:nvSpPr>
        <p:spPr>
          <a:xfrm>
            <a:off x="629841" y="2965649"/>
            <a:ext cx="3868340" cy="2763441"/>
          </a:xfrm>
        </p:spPr>
        <p:txBody>
          <a:bodyPr/>
          <a:lstStyle>
            <a:lvl1pPr>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custDataLst>
              <p:tags r:id="rId4"/>
            </p:custDataLst>
          </p:nvPr>
        </p:nvSpPr>
        <p:spPr>
          <a:xfrm>
            <a:off x="4629150" y="1848026"/>
            <a:ext cx="3887391" cy="485775"/>
          </a:xfrm>
        </p:spPr>
        <p:txBody>
          <a:bodyPr anchor="b"/>
          <a:lstStyle>
            <a:lvl1pPr marL="0" indent="0">
              <a:buNone/>
              <a:defRPr sz="1350" b="1"/>
            </a:lvl1pPr>
            <a:lvl2pPr marL="257175" indent="0">
              <a:buNone/>
              <a:defRPr sz="1125" b="1"/>
            </a:lvl2pPr>
            <a:lvl3pPr marL="514350" indent="0">
              <a:buNone/>
              <a:defRPr sz="1015"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zh-CN" altLang="en-US" dirty="0"/>
              <a:t>单击此处编辑母版文本样式</a:t>
            </a:r>
          </a:p>
        </p:txBody>
      </p:sp>
      <p:sp>
        <p:nvSpPr>
          <p:cNvPr id="6" name="内容占位符 5"/>
          <p:cNvSpPr>
            <a:spLocks noGrp="1"/>
          </p:cNvSpPr>
          <p:nvPr>
            <p:ph sz="quarter" idx="4"/>
            <p:custDataLst>
              <p:tags r:id="rId5"/>
            </p:custDataLst>
          </p:nvPr>
        </p:nvSpPr>
        <p:spPr>
          <a:xfrm>
            <a:off x="4629150" y="2965649"/>
            <a:ext cx="3887391" cy="2763441"/>
          </a:xfrm>
        </p:spPr>
        <p:txBody>
          <a:bodyPr/>
          <a:lstStyle>
            <a:lvl1pPr>
              <a:defRPr/>
            </a:lvl1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custDataLst>
              <p:tags r:id="rId6"/>
            </p:custDataLst>
          </p:nvPr>
        </p:nvSpPr>
        <p:spPr>
          <a:xfrm>
            <a:off x="628650" y="6401991"/>
            <a:ext cx="2057400" cy="273844"/>
          </a:xfrm>
        </p:spPr>
        <p:txBody>
          <a:bodyPr/>
          <a:lstStyle/>
          <a:p>
            <a:fld id="{3B358A95-C3A6-445A-9253-6EEA2DB226D8}" type="datetimeFigureOut">
              <a:rPr lang="zh-CN" altLang="en-US" smtClean="0"/>
              <a:t>2026/10/19</a:t>
            </a:fld>
            <a:endParaRPr lang="zh-CN" altLang="en-US"/>
          </a:p>
        </p:txBody>
      </p:sp>
      <p:sp>
        <p:nvSpPr>
          <p:cNvPr id="8" name="页脚占位符 7"/>
          <p:cNvSpPr>
            <a:spLocks noGrp="1"/>
          </p:cNvSpPr>
          <p:nvPr>
            <p:ph type="ftr" sz="quarter" idx="11"/>
            <p:custDataLst>
              <p:tags r:id="rId7"/>
            </p:custDataLst>
          </p:nvPr>
        </p:nvSpPr>
        <p:spPr>
          <a:xfrm>
            <a:off x="3028950" y="6401991"/>
            <a:ext cx="3086100" cy="273844"/>
          </a:xfrm>
        </p:spPr>
        <p:txBody>
          <a:bodyPr/>
          <a:lstStyle/>
          <a:p>
            <a:endParaRPr lang="zh-CN" altLang="en-US"/>
          </a:p>
        </p:txBody>
      </p:sp>
      <p:sp>
        <p:nvSpPr>
          <p:cNvPr id="9" name="灯片编号占位符 8"/>
          <p:cNvSpPr>
            <a:spLocks noGrp="1"/>
          </p:cNvSpPr>
          <p:nvPr>
            <p:ph type="sldNum" sz="quarter" idx="12"/>
            <p:custDataLst>
              <p:tags r:id="rId8"/>
            </p:custDataLst>
          </p:nvPr>
        </p:nvSpPr>
        <p:spPr>
          <a:xfrm>
            <a:off x="6457950" y="6401991"/>
            <a:ext cx="2057400" cy="273844"/>
          </a:xfrm>
        </p:spPr>
        <p:txBody>
          <a:bodyPr/>
          <a:lstStyle/>
          <a:p>
            <a:fld id="{EB8C49CF-321A-4DB1-9C29-37DB43122813}" type="slidenum">
              <a:rPr lang="zh-CN" altLang="en-US" smtClean="0"/>
              <a:t>‹#›</a:t>
            </a:fld>
            <a:endParaRPr lang="zh-CN" altLang="en-US"/>
          </a:p>
        </p:txBody>
      </p:sp>
    </p:spTree>
    <p:extLst>
      <p:ext uri="{BB962C8B-B14F-4D97-AF65-F5344CB8AC3E}">
        <p14:creationId xmlns:p14="http://schemas.microsoft.com/office/powerpoint/2010/main" val="17922472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28650" y="132080"/>
            <a:ext cx="7886700" cy="657225"/>
          </a:xfrm>
        </p:spPr>
        <p:txBody>
          <a:bodyPr vert="horz" lIns="101600" tIns="38100" rIns="76200" bIns="38100" rtlCol="0" anchor="t" anchorCtr="0">
            <a:noAutofit/>
          </a:bodyPr>
          <a:lstStyle>
            <a:lvl1pPr marL="0" marR="0" lvl="0" algn="l" defTabSz="514350" rtl="0" eaLnBrk="1" fontAlgn="auto" latinLnBrk="0" hangingPunct="1">
              <a:lnSpc>
                <a:spcPct val="90000"/>
              </a:lnSpc>
              <a:spcBef>
                <a:spcPct val="0"/>
              </a:spcBef>
              <a:buClrTx/>
              <a:buSzTx/>
              <a:buFontTx/>
              <a:buNone/>
              <a:defRPr kumimoji="0" lang="zh-CN" altLang="en-US" sz="2800" b="0" i="0" u="none" strike="noStrike" kern="1200" cap="none" spc="0" normalizeH="0" baseline="0" noProof="1" dirty="0">
                <a:solidFill>
                  <a:schemeClr val="tx1"/>
                </a:solidFill>
                <a:uFillTx/>
                <a:latin typeface="方正粗黑宋简体" panose="02000000000000000000" charset="-122"/>
                <a:ea typeface="方正粗黑宋简体" panose="02000000000000000000"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a:xfrm>
            <a:off x="628650" y="6401991"/>
            <a:ext cx="2057400" cy="273844"/>
          </a:xfrm>
        </p:spPr>
        <p:txBody>
          <a:bodyPr/>
          <a:lstStyle/>
          <a:p>
            <a:fld id="{760FBDFE-C587-4B4C-A407-44438C67B59E}" type="datetimeFigureOut">
              <a:rPr lang="zh-CN" altLang="en-US" smtClean="0"/>
              <a:t>2026/10/19</a:t>
            </a:fld>
            <a:endParaRPr lang="zh-CN" altLang="en-US"/>
          </a:p>
        </p:txBody>
      </p:sp>
      <p:sp>
        <p:nvSpPr>
          <p:cNvPr id="4" name="页脚占位符 3"/>
          <p:cNvSpPr>
            <a:spLocks noGrp="1"/>
          </p:cNvSpPr>
          <p:nvPr>
            <p:ph type="ftr" sz="quarter" idx="11"/>
            <p:custDataLst>
              <p:tags r:id="rId3"/>
            </p:custDataLst>
          </p:nvPr>
        </p:nvSpPr>
        <p:spPr>
          <a:xfrm>
            <a:off x="3028950" y="6401991"/>
            <a:ext cx="3086100" cy="273844"/>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6457950" y="6401991"/>
            <a:ext cx="2057400" cy="273844"/>
          </a:xfrm>
        </p:spPr>
        <p:txBody>
          <a:bodyPr/>
          <a:lstStyle/>
          <a:p>
            <a:fld id="{49AE70B2-8BF9-45C0-BB95-33D1B9D3A854}" type="slidenum">
              <a:rPr lang="zh-CN" altLang="en-US" smtClean="0"/>
              <a:t>‹#›</a:t>
            </a:fld>
            <a:endParaRPr lang="zh-CN" altLang="en-US"/>
          </a:p>
        </p:txBody>
      </p:sp>
    </p:spTree>
    <p:extLst>
      <p:ext uri="{BB962C8B-B14F-4D97-AF65-F5344CB8AC3E}">
        <p14:creationId xmlns:p14="http://schemas.microsoft.com/office/powerpoint/2010/main" val="211557143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a:xfrm>
            <a:off x="628650" y="6401991"/>
            <a:ext cx="2057400" cy="273844"/>
          </a:xfrm>
        </p:spPr>
        <p:txBody>
          <a:bodyPr/>
          <a:lstStyle/>
          <a:p>
            <a:fld id="{3B358A95-C3A6-445A-9253-6EEA2DB226D8}" type="datetimeFigureOut">
              <a:rPr lang="zh-CN" altLang="en-US" smtClean="0"/>
              <a:t>2026/10/19</a:t>
            </a:fld>
            <a:endParaRPr lang="zh-CN" altLang="en-US"/>
          </a:p>
        </p:txBody>
      </p:sp>
      <p:sp>
        <p:nvSpPr>
          <p:cNvPr id="3" name="页脚占位符 2"/>
          <p:cNvSpPr>
            <a:spLocks noGrp="1"/>
          </p:cNvSpPr>
          <p:nvPr>
            <p:ph type="ftr" sz="quarter" idx="11"/>
            <p:custDataLst>
              <p:tags r:id="rId2"/>
            </p:custDataLst>
          </p:nvPr>
        </p:nvSpPr>
        <p:spPr>
          <a:xfrm>
            <a:off x="3028950" y="6401991"/>
            <a:ext cx="3086100" cy="273844"/>
          </a:xfrm>
        </p:spPr>
        <p:txBody>
          <a:bodyPr/>
          <a:lstStyle/>
          <a:p>
            <a:endParaRPr lang="zh-CN" altLang="en-US"/>
          </a:p>
        </p:txBody>
      </p:sp>
      <p:sp>
        <p:nvSpPr>
          <p:cNvPr id="4" name="灯片编号占位符 3"/>
          <p:cNvSpPr>
            <a:spLocks noGrp="1"/>
          </p:cNvSpPr>
          <p:nvPr>
            <p:ph type="sldNum" sz="quarter" idx="12"/>
            <p:custDataLst>
              <p:tags r:id="rId3"/>
            </p:custDataLst>
          </p:nvPr>
        </p:nvSpPr>
        <p:spPr>
          <a:xfrm>
            <a:off x="6457950" y="6401991"/>
            <a:ext cx="2057400" cy="273844"/>
          </a:xfrm>
        </p:spPr>
        <p:txBody>
          <a:bodyPr/>
          <a:lstStyle/>
          <a:p>
            <a:fld id="{EB8C49CF-321A-4DB1-9C29-37DB43122813}" type="slidenum">
              <a:rPr lang="zh-CN" altLang="en-US" smtClean="0"/>
              <a:t>‹#›</a:t>
            </a:fld>
            <a:endParaRPr lang="zh-CN" altLang="en-US"/>
          </a:p>
        </p:txBody>
      </p:sp>
    </p:spTree>
    <p:extLst>
      <p:ext uri="{BB962C8B-B14F-4D97-AF65-F5344CB8AC3E}">
        <p14:creationId xmlns:p14="http://schemas.microsoft.com/office/powerpoint/2010/main" val="361899035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29840" y="657225"/>
            <a:ext cx="3123900" cy="1200150"/>
          </a:xfrm>
        </p:spPr>
        <p:txBody>
          <a:bodyPr anchor="t" anchorCtr="0">
            <a:normAutofit/>
          </a:bodyPr>
          <a:lstStyle>
            <a:lvl1pPr>
              <a:defRPr sz="2475"/>
            </a:lvl1pPr>
          </a:lstStyle>
          <a:p>
            <a:r>
              <a:rPr lang="zh-CN" altLang="en-US" dirty="0"/>
              <a:t>单击此处编辑母版标题样式</a:t>
            </a:r>
          </a:p>
        </p:txBody>
      </p:sp>
      <p:sp>
        <p:nvSpPr>
          <p:cNvPr id="3" name="图片占位符 2"/>
          <p:cNvSpPr>
            <a:spLocks noGrp="1" noChangeAspect="1"/>
          </p:cNvSpPr>
          <p:nvPr>
            <p:ph type="pic" idx="1"/>
            <p:custDataLst>
              <p:tags r:id="rId2"/>
            </p:custDataLst>
          </p:nvPr>
        </p:nvSpPr>
        <p:spPr>
          <a:xfrm>
            <a:off x="3888000" y="1132650"/>
            <a:ext cx="4627800" cy="4052700"/>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endParaRPr lang="zh-CN" altLang="en-US" dirty="0"/>
          </a:p>
        </p:txBody>
      </p:sp>
      <p:sp>
        <p:nvSpPr>
          <p:cNvPr id="4" name="文本占位符 3"/>
          <p:cNvSpPr>
            <a:spLocks noGrp="1"/>
          </p:cNvSpPr>
          <p:nvPr>
            <p:ph type="body" sz="half" idx="2"/>
            <p:custDataLst>
              <p:tags r:id="rId3"/>
            </p:custDataLst>
          </p:nvPr>
        </p:nvSpPr>
        <p:spPr>
          <a:xfrm>
            <a:off x="629840" y="2592397"/>
            <a:ext cx="3123900" cy="2801489"/>
          </a:xfrm>
        </p:spPr>
        <p:txBody>
          <a:bodyPr>
            <a:normAutofit/>
          </a:bodyPr>
          <a:lstStyle>
            <a:lvl1pPr marL="0" indent="0">
              <a:buNone/>
              <a:defRPr sz="1015"/>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7400" indent="0">
              <a:buNone/>
              <a:defRPr sz="565"/>
            </a:lvl9pPr>
          </a:lstStyle>
          <a:p>
            <a:pPr lvl="0"/>
            <a:r>
              <a:rPr lang="zh-CN" altLang="en-US" dirty="0"/>
              <a:t>单击此处编辑母版文本样式</a:t>
            </a:r>
          </a:p>
        </p:txBody>
      </p:sp>
      <p:sp>
        <p:nvSpPr>
          <p:cNvPr id="5" name="日期占位符 4"/>
          <p:cNvSpPr>
            <a:spLocks noGrp="1"/>
          </p:cNvSpPr>
          <p:nvPr>
            <p:ph type="dt" sz="half" idx="10"/>
            <p:custDataLst>
              <p:tags r:id="rId4"/>
            </p:custDataLst>
          </p:nvPr>
        </p:nvSpPr>
        <p:spPr>
          <a:xfrm>
            <a:off x="628650" y="6401991"/>
            <a:ext cx="2057400" cy="273844"/>
          </a:xfrm>
        </p:spPr>
        <p:txBody>
          <a:bodyPr/>
          <a:lstStyle/>
          <a:p>
            <a:fld id="{9EFD9D74-47D9-4702-A33C-335B63B48DBF}" type="datetimeFigureOut">
              <a:rPr lang="zh-CN" altLang="en-US" smtClean="0"/>
              <a:t>2026/10/19</a:t>
            </a:fld>
            <a:endParaRPr lang="zh-CN" altLang="en-US" dirty="0"/>
          </a:p>
        </p:txBody>
      </p:sp>
      <p:sp>
        <p:nvSpPr>
          <p:cNvPr id="6" name="页脚占位符 5"/>
          <p:cNvSpPr>
            <a:spLocks noGrp="1"/>
          </p:cNvSpPr>
          <p:nvPr>
            <p:ph type="ftr" sz="quarter" idx="11"/>
            <p:custDataLst>
              <p:tags r:id="rId5"/>
            </p:custDataLst>
          </p:nvPr>
        </p:nvSpPr>
        <p:spPr>
          <a:xfrm>
            <a:off x="3028950" y="6401991"/>
            <a:ext cx="3086100" cy="273844"/>
          </a:xfrm>
        </p:spPr>
        <p:txBody>
          <a:bodyPr/>
          <a:lstStyle/>
          <a:p>
            <a:endParaRPr lang="zh-CN" altLang="en-US" dirty="0"/>
          </a:p>
        </p:txBody>
      </p:sp>
      <p:sp>
        <p:nvSpPr>
          <p:cNvPr id="7" name="灯片编号占位符 6"/>
          <p:cNvSpPr>
            <a:spLocks noGrp="1"/>
          </p:cNvSpPr>
          <p:nvPr>
            <p:ph type="sldNum" sz="quarter" idx="12"/>
            <p:custDataLst>
              <p:tags r:id="rId6"/>
            </p:custDataLst>
          </p:nvPr>
        </p:nvSpPr>
        <p:spPr>
          <a:xfrm>
            <a:off x="6457950" y="6401991"/>
            <a:ext cx="2057400" cy="273844"/>
          </a:xfrm>
        </p:spPr>
        <p:txBody>
          <a:bodyPr/>
          <a:lstStyle/>
          <a:p>
            <a:fld id="{FABC47A4-756D-490B-A52F-7D9E2C9FC05F}" type="slidenum">
              <a:rPr lang="zh-CN" altLang="en-US" smtClean="0"/>
              <a:t>‹#›</a:t>
            </a:fld>
            <a:endParaRPr lang="zh-CN" altLang="en-US"/>
          </a:p>
        </p:txBody>
      </p:sp>
    </p:spTree>
    <p:extLst>
      <p:ext uri="{BB962C8B-B14F-4D97-AF65-F5344CB8AC3E}">
        <p14:creationId xmlns:p14="http://schemas.microsoft.com/office/powerpoint/2010/main" val="42515062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7725747" y="1091605"/>
            <a:ext cx="789603" cy="4358879"/>
          </a:xfrm>
        </p:spPr>
        <p:txBody>
          <a:bodyPr vert="eaVert">
            <a:normAutofit/>
          </a:bodyPr>
          <a:lstStyle>
            <a:lvl1pPr>
              <a:defRPr sz="2025"/>
            </a:lvl1pPr>
          </a:lstStyle>
          <a:p>
            <a:r>
              <a:rPr lang="zh-CN" altLang="en-US"/>
              <a:t>单击此处编辑母版标题样式</a:t>
            </a:r>
          </a:p>
        </p:txBody>
      </p:sp>
      <p:sp>
        <p:nvSpPr>
          <p:cNvPr id="3" name="竖排文字占位符 2"/>
          <p:cNvSpPr>
            <a:spLocks noGrp="1"/>
          </p:cNvSpPr>
          <p:nvPr>
            <p:ph type="body" orient="vert" idx="1"/>
            <p:custDataLst>
              <p:tags r:id="rId2"/>
            </p:custDataLst>
          </p:nvPr>
        </p:nvSpPr>
        <p:spPr>
          <a:xfrm>
            <a:off x="628650" y="1091605"/>
            <a:ext cx="6803183" cy="435887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a:xfrm>
            <a:off x="628650" y="6401991"/>
            <a:ext cx="2057400" cy="273844"/>
          </a:xfrm>
        </p:spPr>
        <p:txBody>
          <a:bodyPr/>
          <a:lstStyle/>
          <a:p>
            <a:fld id="{D997B5FA-0921-464F-AAE1-844C04324D75}" type="datetimeFigureOut">
              <a:rPr lang="zh-CN" altLang="en-US" smtClean="0"/>
              <a:t>2026/10/19</a:t>
            </a:fld>
            <a:endParaRPr lang="zh-CN" altLang="en-US"/>
          </a:p>
        </p:txBody>
      </p:sp>
      <p:sp>
        <p:nvSpPr>
          <p:cNvPr id="5" name="页脚占位符 4"/>
          <p:cNvSpPr>
            <a:spLocks noGrp="1"/>
          </p:cNvSpPr>
          <p:nvPr>
            <p:ph type="ftr" sz="quarter" idx="11"/>
            <p:custDataLst>
              <p:tags r:id="rId4"/>
            </p:custDataLst>
          </p:nvPr>
        </p:nvSpPr>
        <p:spPr>
          <a:xfrm>
            <a:off x="3028950" y="6401991"/>
            <a:ext cx="3086100" cy="273844"/>
          </a:xfrm>
        </p:spPr>
        <p:txBody>
          <a:bodyPr/>
          <a:lstStyle/>
          <a:p>
            <a:endParaRPr lang="zh-CN" altLang="en-US"/>
          </a:p>
        </p:txBody>
      </p:sp>
      <p:sp>
        <p:nvSpPr>
          <p:cNvPr id="6" name="灯片编号占位符 5"/>
          <p:cNvSpPr>
            <a:spLocks noGrp="1"/>
          </p:cNvSpPr>
          <p:nvPr>
            <p:ph type="sldNum" sz="quarter" idx="12"/>
            <p:custDataLst>
              <p:tags r:id="rId5"/>
            </p:custDataLst>
          </p:nvPr>
        </p:nvSpPr>
        <p:spPr>
          <a:xfrm>
            <a:off x="6457950" y="6401991"/>
            <a:ext cx="2057400" cy="273844"/>
          </a:xfrm>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125329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a:xfrm>
            <a:off x="628650" y="6401991"/>
            <a:ext cx="2057400" cy="273844"/>
          </a:xfrm>
        </p:spPr>
        <p:txBody>
          <a:bodyPr/>
          <a:lstStyle/>
          <a:p>
            <a:fld id="{760FBDFE-C587-4B4C-A407-44438C67B59E}" type="datetimeFigureOut">
              <a:rPr lang="zh-CN" altLang="en-US" smtClean="0"/>
              <a:t>2026/10/19</a:t>
            </a:fld>
            <a:endParaRPr lang="zh-CN" altLang="en-US"/>
          </a:p>
        </p:txBody>
      </p:sp>
      <p:sp>
        <p:nvSpPr>
          <p:cNvPr id="4" name="页脚占位符 3"/>
          <p:cNvSpPr>
            <a:spLocks noGrp="1"/>
          </p:cNvSpPr>
          <p:nvPr>
            <p:ph type="ftr" sz="quarter" idx="11"/>
            <p:custDataLst>
              <p:tags r:id="rId2"/>
            </p:custDataLst>
          </p:nvPr>
        </p:nvSpPr>
        <p:spPr>
          <a:xfrm>
            <a:off x="3028950" y="6401991"/>
            <a:ext cx="3086100" cy="273844"/>
          </a:xfrm>
        </p:spPr>
        <p:txBody>
          <a:bodyPr/>
          <a:lstStyle/>
          <a:p>
            <a:endParaRPr lang="zh-CN" altLang="en-US"/>
          </a:p>
        </p:txBody>
      </p:sp>
      <p:sp>
        <p:nvSpPr>
          <p:cNvPr id="5" name="灯片编号占位符 4"/>
          <p:cNvSpPr>
            <a:spLocks noGrp="1"/>
          </p:cNvSpPr>
          <p:nvPr>
            <p:ph type="sldNum" sz="quarter" idx="12"/>
            <p:custDataLst>
              <p:tags r:id="rId3"/>
            </p:custDataLst>
          </p:nvPr>
        </p:nvSpPr>
        <p:spPr>
          <a:xfrm>
            <a:off x="6457950" y="6401991"/>
            <a:ext cx="2057400" cy="273844"/>
          </a:xfrm>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28650" y="1246414"/>
            <a:ext cx="7886700" cy="4169228"/>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35500445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3293369" y="2495952"/>
            <a:ext cx="4404947" cy="994172"/>
          </a:xfrm>
        </p:spPr>
        <p:txBody>
          <a:bodyPr anchor="b">
            <a:normAutofit/>
          </a:bodyPr>
          <a:lstStyle>
            <a:lvl1pPr algn="l">
              <a:defRPr sz="3040" b="1">
                <a:solidFill>
                  <a:schemeClr val="tx1"/>
                </a:solidFill>
              </a:defRPr>
            </a:lvl1pPr>
          </a:lstStyle>
          <a:p>
            <a:r>
              <a:rPr lang="zh-CN" altLang="en-US" dirty="0"/>
              <a:t>单击此处编辑标题</a:t>
            </a:r>
          </a:p>
        </p:txBody>
      </p:sp>
      <p:sp>
        <p:nvSpPr>
          <p:cNvPr id="3" name="日期占位符 2"/>
          <p:cNvSpPr>
            <a:spLocks noGrp="1"/>
          </p:cNvSpPr>
          <p:nvPr>
            <p:ph type="dt" sz="half" idx="10"/>
            <p:custDataLst>
              <p:tags r:id="rId2"/>
            </p:custDataLst>
          </p:nvPr>
        </p:nvSpPr>
        <p:spPr>
          <a:xfrm>
            <a:off x="628650" y="6401991"/>
            <a:ext cx="2057400" cy="273844"/>
          </a:xfrm>
        </p:spPr>
        <p:txBody>
          <a:bodyPr/>
          <a:lstStyle/>
          <a:p>
            <a:fld id="{3B358A95-C3A6-445A-9253-6EEA2DB226D8}" type="datetimeFigureOut">
              <a:rPr lang="zh-CN" altLang="en-US" smtClean="0"/>
              <a:t>2026/10/19</a:t>
            </a:fld>
            <a:endParaRPr lang="zh-CN" altLang="en-US"/>
          </a:p>
        </p:txBody>
      </p:sp>
      <p:sp>
        <p:nvSpPr>
          <p:cNvPr id="4" name="页脚占位符 3"/>
          <p:cNvSpPr>
            <a:spLocks noGrp="1"/>
          </p:cNvSpPr>
          <p:nvPr>
            <p:ph type="ftr" sz="quarter" idx="11"/>
            <p:custDataLst>
              <p:tags r:id="rId3"/>
            </p:custDataLst>
          </p:nvPr>
        </p:nvSpPr>
        <p:spPr>
          <a:xfrm>
            <a:off x="3028950" y="6401991"/>
            <a:ext cx="3086100" cy="273844"/>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6457950" y="6401991"/>
            <a:ext cx="2057400" cy="273844"/>
          </a:xfrm>
        </p:spPr>
        <p:txBody>
          <a:bodyPr/>
          <a:lstStyle/>
          <a:p>
            <a:fld id="{EB8C49CF-321A-4DB1-9C29-37DB43122813}" type="slidenum">
              <a:rPr lang="zh-CN" altLang="en-US" smtClean="0"/>
              <a:t>‹#›</a:t>
            </a:fld>
            <a:endParaRPr lang="zh-CN" altLang="en-US"/>
          </a:p>
        </p:txBody>
      </p:sp>
      <p:pic>
        <p:nvPicPr>
          <p:cNvPr id="6" name="图片 5"/>
          <p:cNvPicPr>
            <a:picLocks noChangeAspect="1"/>
          </p:cNvPicPr>
          <p:nvPr>
            <p:custDataLst>
              <p:tags r:id="rId5"/>
            </p:custDataLst>
          </p:nvPr>
        </p:nvPicPr>
        <p:blipFill>
          <a:blip r:embed="rId9"/>
          <a:stretch>
            <a:fillRect/>
          </a:stretch>
        </p:blipFill>
        <p:spPr>
          <a:xfrm>
            <a:off x="1901536" y="2349199"/>
            <a:ext cx="2456303" cy="2328291"/>
          </a:xfrm>
          <a:prstGeom prst="rect">
            <a:avLst/>
          </a:prstGeom>
        </p:spPr>
      </p:pic>
      <p:cxnSp>
        <p:nvCxnSpPr>
          <p:cNvPr id="7" name="直接连接符 6"/>
          <p:cNvCxnSpPr/>
          <p:nvPr>
            <p:custDataLst>
              <p:tags r:id="rId6"/>
            </p:custDataLst>
          </p:nvPr>
        </p:nvCxnSpPr>
        <p:spPr>
          <a:xfrm>
            <a:off x="3344169" y="3729639"/>
            <a:ext cx="2468521"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8" name="副标题 2"/>
          <p:cNvSpPr>
            <a:spLocks noGrp="1"/>
          </p:cNvSpPr>
          <p:nvPr>
            <p:ph type="subTitle" idx="1" hasCustomPrompt="1"/>
            <p:custDataLst>
              <p:tags r:id="rId7"/>
            </p:custDataLst>
          </p:nvPr>
        </p:nvSpPr>
        <p:spPr>
          <a:xfrm>
            <a:off x="3293369" y="3888337"/>
            <a:ext cx="4404947" cy="509267"/>
          </a:xfrm>
        </p:spPr>
        <p:txBody>
          <a:bodyPr>
            <a:normAutofit/>
          </a:bodyPr>
          <a:lstStyle>
            <a:lvl1pPr marL="0" indent="0" algn="l">
              <a:buNone/>
              <a:defRPr sz="1015">
                <a:solidFill>
                  <a:schemeClr val="tx1"/>
                </a:solidFill>
              </a:defRPr>
            </a:lvl1pPr>
            <a:lvl2pPr marL="257175" indent="0" algn="ctr">
              <a:buNone/>
              <a:defRPr sz="1125"/>
            </a:lvl2pPr>
            <a:lvl3pPr marL="514350" indent="0" algn="ctr">
              <a:buNone/>
              <a:defRPr sz="1015"/>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zh-CN" altLang="en-US"/>
              <a:t>单击编辑副标题</a:t>
            </a:r>
          </a:p>
        </p:txBody>
      </p:sp>
    </p:spTree>
    <p:extLst>
      <p:ext uri="{BB962C8B-B14F-4D97-AF65-F5344CB8AC3E}">
        <p14:creationId xmlns:p14="http://schemas.microsoft.com/office/powerpoint/2010/main" val="2830127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outVertic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pic>
        <p:nvPicPr>
          <p:cNvPr id="8" name="图片 7"/>
          <p:cNvPicPr>
            <a:picLocks noChangeAspect="1"/>
          </p:cNvPicPr>
          <p:nvPr userDrawn="1">
            <p:custDataLst>
              <p:tags r:id="rId1"/>
            </p:custDataLst>
          </p:nvPr>
        </p:nvPicPr>
        <p:blipFill>
          <a:blip r:embed="rId7"/>
          <a:stretch>
            <a:fillRect/>
          </a:stretch>
        </p:blipFill>
        <p:spPr>
          <a:xfrm>
            <a:off x="48577" y="249238"/>
            <a:ext cx="1127284" cy="1068705"/>
          </a:xfrm>
          <a:prstGeom prst="rect">
            <a:avLst/>
          </a:prstGeom>
        </p:spPr>
      </p:pic>
      <p:sp>
        <p:nvSpPr>
          <p:cNvPr id="2" name="标题 1"/>
          <p:cNvSpPr>
            <a:spLocks noGrp="1"/>
          </p:cNvSpPr>
          <p:nvPr>
            <p:ph type="title"/>
            <p:custDataLst>
              <p:tags r:id="rId2"/>
            </p:custDataLst>
          </p:nvPr>
        </p:nvSpPr>
        <p:spPr>
          <a:xfrm>
            <a:off x="628650" y="530820"/>
            <a:ext cx="7886700" cy="994172"/>
          </a:xfrm>
        </p:spPr>
        <p:txBody>
          <a:bodyPr/>
          <a:lstStyle>
            <a:lvl1pPr>
              <a:defRPr baseline="0">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3"/>
            </p:custDataLst>
          </p:nvPr>
        </p:nvSpPr>
        <p:spPr>
          <a:xfrm>
            <a:off x="628650" y="6401991"/>
            <a:ext cx="2057400" cy="273844"/>
          </a:xfrm>
        </p:spPr>
        <p:txBody>
          <a:bodyPr/>
          <a:lstStyle/>
          <a:p>
            <a:fld id="{760FBDFE-C587-4B4C-A407-44438C67B59E}" type="datetimeFigureOut">
              <a:rPr lang="zh-CN" altLang="en-US" smtClean="0"/>
              <a:t>2026/10/19</a:t>
            </a:fld>
            <a:endParaRPr lang="zh-CN" altLang="en-US"/>
          </a:p>
        </p:txBody>
      </p:sp>
      <p:sp>
        <p:nvSpPr>
          <p:cNvPr id="4" name="页脚占位符 3"/>
          <p:cNvSpPr>
            <a:spLocks noGrp="1"/>
          </p:cNvSpPr>
          <p:nvPr>
            <p:ph type="ftr" sz="quarter" idx="11"/>
            <p:custDataLst>
              <p:tags r:id="rId4"/>
            </p:custDataLst>
          </p:nvPr>
        </p:nvSpPr>
        <p:spPr>
          <a:xfrm>
            <a:off x="3028950" y="6401991"/>
            <a:ext cx="3086100" cy="273844"/>
          </a:xfrm>
        </p:spPr>
        <p:txBody>
          <a:bodyPr/>
          <a:lstStyle/>
          <a:p>
            <a:endParaRPr lang="zh-CN" altLang="en-US" dirty="0"/>
          </a:p>
        </p:txBody>
      </p:sp>
      <p:sp>
        <p:nvSpPr>
          <p:cNvPr id="5" name="灯片编号占位符 4"/>
          <p:cNvSpPr>
            <a:spLocks noGrp="1"/>
          </p:cNvSpPr>
          <p:nvPr>
            <p:ph type="sldNum" sz="quarter" idx="12"/>
            <p:custDataLst>
              <p:tags r:id="rId5"/>
            </p:custDataLst>
          </p:nvPr>
        </p:nvSpPr>
        <p:spPr>
          <a:xfrm>
            <a:off x="6457950" y="6401991"/>
            <a:ext cx="2057400" cy="273844"/>
          </a:xfrm>
        </p:spPr>
        <p:txBody>
          <a:body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115158856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219600" y="304200"/>
            <a:ext cx="87048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p>
        </p:txBody>
      </p:sp>
      <p:pic>
        <p:nvPicPr>
          <p:cNvPr id="10" name="图片 9"/>
          <p:cNvPicPr>
            <a:picLocks noChangeAspect="1"/>
          </p:cNvPicPr>
          <p:nvPr userDrawn="1">
            <p:custDataLst>
              <p:tags r:id="rId2"/>
            </p:custDataLst>
          </p:nvPr>
        </p:nvPicPr>
        <p:blipFill>
          <a:blip r:embed="rId9"/>
          <a:stretch>
            <a:fillRect/>
          </a:stretch>
        </p:blipFill>
        <p:spPr>
          <a:xfrm>
            <a:off x="48577" y="249238"/>
            <a:ext cx="1127284" cy="1068705"/>
          </a:xfrm>
          <a:prstGeom prst="rect">
            <a:avLst/>
          </a:prstGeom>
        </p:spPr>
      </p:pic>
      <p:sp>
        <p:nvSpPr>
          <p:cNvPr id="2" name="标题 1"/>
          <p:cNvSpPr>
            <a:spLocks noGrp="1"/>
          </p:cNvSpPr>
          <p:nvPr>
            <p:ph type="title" hasCustomPrompt="1"/>
            <p:custDataLst>
              <p:tags r:id="rId3"/>
            </p:custDataLst>
          </p:nvPr>
        </p:nvSpPr>
        <p:spPr>
          <a:xfrm>
            <a:off x="961200" y="1339650"/>
            <a:ext cx="7219800" cy="542700"/>
          </a:xfrm>
        </p:spPr>
        <p:txBody>
          <a:bodyPr anchor="ctr"/>
          <a:lstStyle>
            <a:lvl1pPr>
              <a:defRPr sz="18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7" name="内容占位符 6"/>
          <p:cNvSpPr>
            <a:spLocks noGrp="1"/>
          </p:cNvSpPr>
          <p:nvPr>
            <p:ph sz="quarter" idx="13"/>
            <p:custDataLst>
              <p:tags r:id="rId4"/>
            </p:custDataLst>
          </p:nvPr>
        </p:nvSpPr>
        <p:spPr>
          <a:xfrm>
            <a:off x="960835" y="2594250"/>
            <a:ext cx="7219950" cy="25839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5"/>
            </p:custDataLst>
          </p:nvPr>
        </p:nvSpPr>
        <p:spPr>
          <a:xfrm>
            <a:off x="628650" y="6401991"/>
            <a:ext cx="2057400" cy="273844"/>
          </a:xfrm>
        </p:spPr>
        <p:txBody>
          <a:bodyPr/>
          <a:lstStyle/>
          <a:p>
            <a:fld id="{760FBDFE-C587-4B4C-A407-44438C67B59E}" type="datetimeFigureOut">
              <a:rPr lang="zh-CN" altLang="en-US" smtClean="0"/>
              <a:t>2026/10/19</a:t>
            </a:fld>
            <a:endParaRPr lang="zh-CN" altLang="en-US"/>
          </a:p>
        </p:txBody>
      </p:sp>
      <p:sp>
        <p:nvSpPr>
          <p:cNvPr id="4" name="页脚占位符 3"/>
          <p:cNvSpPr>
            <a:spLocks noGrp="1"/>
          </p:cNvSpPr>
          <p:nvPr>
            <p:ph type="ftr" sz="quarter" idx="11"/>
            <p:custDataLst>
              <p:tags r:id="rId6"/>
            </p:custDataLst>
          </p:nvPr>
        </p:nvSpPr>
        <p:spPr>
          <a:xfrm>
            <a:off x="3028950" y="6401991"/>
            <a:ext cx="3086100" cy="273844"/>
          </a:xfrm>
        </p:spPr>
        <p:txBody>
          <a:bodyPr/>
          <a:lstStyle/>
          <a:p>
            <a:endParaRPr lang="zh-CN" altLang="en-US" dirty="0"/>
          </a:p>
        </p:txBody>
      </p:sp>
      <p:sp>
        <p:nvSpPr>
          <p:cNvPr id="5" name="灯片编号占位符 4"/>
          <p:cNvSpPr>
            <a:spLocks noGrp="1"/>
          </p:cNvSpPr>
          <p:nvPr>
            <p:ph type="sldNum" sz="quarter" idx="12"/>
            <p:custDataLst>
              <p:tags r:id="rId7"/>
            </p:custDataLst>
          </p:nvPr>
        </p:nvSpPr>
        <p:spPr>
          <a:xfrm>
            <a:off x="6457950" y="6401991"/>
            <a:ext cx="2057400" cy="273844"/>
          </a:xfrm>
        </p:spPr>
        <p:txBody>
          <a:bodyPr/>
          <a:lstStyle/>
          <a:p>
            <a:fld id="{49AE70B2-8BF9-45C0-BB95-33D1B9D3A854}" type="slidenum">
              <a:rPr lang="zh-CN" altLang="en-US" smtClean="0"/>
              <a:t>‹#›</a:t>
            </a:fld>
            <a:endParaRPr lang="zh-CN" altLang="en-US" dirty="0"/>
          </a:p>
        </p:txBody>
      </p:sp>
    </p:spTree>
    <p:extLst>
      <p:ext uri="{BB962C8B-B14F-4D97-AF65-F5344CB8AC3E}">
        <p14:creationId xmlns:p14="http://schemas.microsoft.com/office/powerpoint/2010/main" val="383135737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userDrawn="1">
            <p:custDataLst>
              <p:tags r:id="rId1"/>
            </p:custDataLst>
          </p:nvPr>
        </p:nvSpPr>
        <p:spPr>
          <a:xfrm>
            <a:off x="0" y="0"/>
            <a:ext cx="3617595"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15" dirty="0">
              <a:sym typeface="+mn-ea"/>
            </a:endParaRPr>
          </a:p>
        </p:txBody>
      </p:sp>
      <p:pic>
        <p:nvPicPr>
          <p:cNvPr id="10" name="图片 9"/>
          <p:cNvPicPr>
            <a:picLocks noChangeAspect="1"/>
          </p:cNvPicPr>
          <p:nvPr userDrawn="1">
            <p:custDataLst>
              <p:tags r:id="rId2"/>
            </p:custDataLst>
          </p:nvPr>
        </p:nvPicPr>
        <p:blipFill>
          <a:blip r:embed="rId10"/>
          <a:stretch>
            <a:fillRect/>
          </a:stretch>
        </p:blipFill>
        <p:spPr>
          <a:xfrm>
            <a:off x="48577" y="249238"/>
            <a:ext cx="1127284" cy="1068705"/>
          </a:xfrm>
          <a:prstGeom prst="rect">
            <a:avLst/>
          </a:prstGeom>
        </p:spPr>
      </p:pic>
      <p:sp>
        <p:nvSpPr>
          <p:cNvPr id="2" name="标题 1"/>
          <p:cNvSpPr>
            <a:spLocks noGrp="1"/>
          </p:cNvSpPr>
          <p:nvPr>
            <p:ph type="title" hasCustomPrompt="1"/>
            <p:custDataLst>
              <p:tags r:id="rId3"/>
            </p:custDataLst>
          </p:nvPr>
        </p:nvSpPr>
        <p:spPr>
          <a:xfrm>
            <a:off x="437400" y="880650"/>
            <a:ext cx="2970000" cy="661500"/>
          </a:xfrm>
        </p:spPr>
        <p:txBody>
          <a:bodyPr anchor="ctr"/>
          <a:lstStyle>
            <a:lvl1pPr>
              <a:defRPr sz="2025" baseline="0">
                <a:solidFill>
                  <a:schemeClr val="tx1"/>
                </a:solidFill>
                <a:latin typeface="Arial" panose="020B0604020202020204" pitchFamily="34" charset="0"/>
                <a:ea typeface="微软雅黑" panose="020B0503020204020204" charset="-122"/>
              </a:defRPr>
            </a:lvl1pPr>
          </a:lstStyle>
          <a:p>
            <a:r>
              <a:rPr lang="zh-CN" altLang="en-US" dirty="0"/>
              <a:t>单击编辑标题</a:t>
            </a:r>
          </a:p>
        </p:txBody>
      </p:sp>
      <p:sp>
        <p:nvSpPr>
          <p:cNvPr id="3" name="日期占位符 2"/>
          <p:cNvSpPr>
            <a:spLocks noGrp="1"/>
          </p:cNvSpPr>
          <p:nvPr>
            <p:ph type="dt" sz="half" idx="10"/>
            <p:custDataLst>
              <p:tags r:id="rId4"/>
            </p:custDataLst>
          </p:nvPr>
        </p:nvSpPr>
        <p:spPr>
          <a:xfrm>
            <a:off x="628650" y="6401991"/>
            <a:ext cx="2057400" cy="273844"/>
          </a:xfrm>
        </p:spPr>
        <p:txBody>
          <a:bodyPr/>
          <a:lstStyle/>
          <a:p>
            <a:fld id="{760FBDFE-C587-4B4C-A407-44438C67B59E}" type="datetimeFigureOut">
              <a:rPr lang="zh-CN" altLang="en-US" smtClean="0"/>
              <a:t>2026/10/19</a:t>
            </a:fld>
            <a:endParaRPr lang="zh-CN" altLang="en-US"/>
          </a:p>
        </p:txBody>
      </p:sp>
      <p:sp>
        <p:nvSpPr>
          <p:cNvPr id="4" name="页脚占位符 3"/>
          <p:cNvSpPr>
            <a:spLocks noGrp="1"/>
          </p:cNvSpPr>
          <p:nvPr>
            <p:ph type="ftr" sz="quarter" idx="11"/>
            <p:custDataLst>
              <p:tags r:id="rId5"/>
            </p:custDataLst>
          </p:nvPr>
        </p:nvSpPr>
        <p:spPr>
          <a:xfrm>
            <a:off x="3028950" y="6401991"/>
            <a:ext cx="3086100" cy="273844"/>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401991"/>
            <a:ext cx="2057400" cy="273844"/>
          </a:xfrm>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440100" y="2275650"/>
            <a:ext cx="2967300" cy="30699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3825900" y="1405930"/>
            <a:ext cx="4860000" cy="3815953"/>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33466947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15">
              <a:sym typeface="+mn-ea"/>
            </a:endParaRPr>
          </a:p>
        </p:txBody>
      </p:sp>
      <p:sp>
        <p:nvSpPr>
          <p:cNvPr id="2" name="标题 1"/>
          <p:cNvSpPr>
            <a:spLocks noGrp="1"/>
          </p:cNvSpPr>
          <p:nvPr>
            <p:ph type="title"/>
            <p:custDataLst>
              <p:tags r:id="rId2"/>
            </p:custDataLst>
          </p:nvPr>
        </p:nvSpPr>
        <p:spPr>
          <a:xfrm>
            <a:off x="459000" y="859500"/>
            <a:ext cx="8232300" cy="469800"/>
          </a:xfrm>
        </p:spPr>
        <p:txBody>
          <a:bodyPr anchor="ctr"/>
          <a:lstStyle>
            <a:lvl1pPr algn="ctr">
              <a:defRPr sz="2025" baseline="0">
                <a:solidFill>
                  <a:schemeClr val="tx1"/>
                </a:solidFill>
                <a:latin typeface="Arial" panose="020B0604020202020204" pitchFamily="34" charset="0"/>
                <a:ea typeface="微软雅黑" panose="020B0503020204020204" charset="-122"/>
              </a:defRPr>
            </a:lvl1pPr>
          </a:lstStyle>
          <a:p>
            <a:r>
              <a:rPr lang="zh-CN" altLang="en-US"/>
              <a:t>单击此处编辑母版标题样式</a:t>
            </a:r>
          </a:p>
        </p:txBody>
      </p:sp>
      <p:sp>
        <p:nvSpPr>
          <p:cNvPr id="3" name="日期占位符 2"/>
          <p:cNvSpPr>
            <a:spLocks noGrp="1"/>
          </p:cNvSpPr>
          <p:nvPr>
            <p:ph type="dt" sz="half" idx="10"/>
            <p:custDataLst>
              <p:tags r:id="rId3"/>
            </p:custDataLst>
          </p:nvPr>
        </p:nvSpPr>
        <p:spPr>
          <a:xfrm>
            <a:off x="628650" y="6401991"/>
            <a:ext cx="2057400" cy="273844"/>
          </a:xfrm>
        </p:spPr>
        <p:txBody>
          <a:bodyPr/>
          <a:lstStyle/>
          <a:p>
            <a:fld id="{760FBDFE-C587-4B4C-A407-44438C67B59E}" type="datetimeFigureOut">
              <a:rPr lang="zh-CN" altLang="en-US" smtClean="0"/>
              <a:t>2026/10/19</a:t>
            </a:fld>
            <a:endParaRPr lang="zh-CN" altLang="en-US"/>
          </a:p>
        </p:txBody>
      </p:sp>
      <p:sp>
        <p:nvSpPr>
          <p:cNvPr id="4" name="页脚占位符 3"/>
          <p:cNvSpPr>
            <a:spLocks noGrp="1"/>
          </p:cNvSpPr>
          <p:nvPr>
            <p:ph type="ftr" sz="quarter" idx="11"/>
            <p:custDataLst>
              <p:tags r:id="rId4"/>
            </p:custDataLst>
          </p:nvPr>
        </p:nvSpPr>
        <p:spPr>
          <a:xfrm>
            <a:off x="3028950" y="6401991"/>
            <a:ext cx="3086100" cy="273844"/>
          </a:xfrm>
        </p:spPr>
        <p:txBody>
          <a:bodyPr/>
          <a:lstStyle/>
          <a:p>
            <a:endParaRPr lang="zh-CN" altLang="en-US" dirty="0"/>
          </a:p>
        </p:txBody>
      </p:sp>
      <p:sp>
        <p:nvSpPr>
          <p:cNvPr id="5" name="灯片编号占位符 4"/>
          <p:cNvSpPr>
            <a:spLocks noGrp="1"/>
          </p:cNvSpPr>
          <p:nvPr>
            <p:ph type="sldNum" sz="quarter" idx="12"/>
            <p:custDataLst>
              <p:tags r:id="rId5"/>
            </p:custDataLst>
          </p:nvPr>
        </p:nvSpPr>
        <p:spPr>
          <a:xfrm>
            <a:off x="6457950" y="6401991"/>
            <a:ext cx="2057400" cy="273844"/>
          </a:xfrm>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6"/>
            </p:custDataLst>
          </p:nvPr>
        </p:nvSpPr>
        <p:spPr>
          <a:xfrm>
            <a:off x="459000" y="1763100"/>
            <a:ext cx="8231981" cy="621000"/>
          </a:xfrm>
        </p:spPr>
        <p:txBody>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9" name="内容占位符 8"/>
          <p:cNvSpPr>
            <a:spLocks noGrp="1"/>
          </p:cNvSpPr>
          <p:nvPr>
            <p:ph sz="quarter" idx="14"/>
            <p:custDataLst>
              <p:tags r:id="rId7"/>
            </p:custDataLst>
          </p:nvPr>
        </p:nvSpPr>
        <p:spPr>
          <a:xfrm>
            <a:off x="459581" y="3236850"/>
            <a:ext cx="8224200" cy="25731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6" name="图片 5"/>
          <p:cNvPicPr>
            <a:picLocks noChangeAspect="1"/>
          </p:cNvPicPr>
          <p:nvPr userDrawn="1">
            <p:custDataLst>
              <p:tags r:id="rId8"/>
            </p:custDataLst>
          </p:nvPr>
        </p:nvPicPr>
        <p:blipFill>
          <a:blip r:embed="rId10"/>
          <a:stretch>
            <a:fillRect/>
          </a:stretch>
        </p:blipFill>
        <p:spPr>
          <a:xfrm>
            <a:off x="48577" y="249238"/>
            <a:ext cx="1127284" cy="1068705"/>
          </a:xfrm>
          <a:prstGeom prst="rect">
            <a:avLst/>
          </a:prstGeom>
        </p:spPr>
      </p:pic>
    </p:spTree>
    <p:extLst>
      <p:ext uri="{BB962C8B-B14F-4D97-AF65-F5344CB8AC3E}">
        <p14:creationId xmlns:p14="http://schemas.microsoft.com/office/powerpoint/2010/main" val="344152597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pic>
        <p:nvPicPr>
          <p:cNvPr id="10" name="图片 9"/>
          <p:cNvPicPr>
            <a:picLocks noChangeAspect="1"/>
          </p:cNvPicPr>
          <p:nvPr userDrawn="1">
            <p:custDataLst>
              <p:tags r:id="rId1"/>
            </p:custDataLst>
          </p:nvPr>
        </p:nvPicPr>
        <p:blipFill>
          <a:blip r:embed="rId10"/>
          <a:stretch>
            <a:fillRect/>
          </a:stretch>
        </p:blipFill>
        <p:spPr>
          <a:xfrm>
            <a:off x="48577" y="249238"/>
            <a:ext cx="1127284" cy="1068705"/>
          </a:xfrm>
          <a:prstGeom prst="rect">
            <a:avLst/>
          </a:prstGeom>
        </p:spPr>
      </p:pic>
      <p:sp>
        <p:nvSpPr>
          <p:cNvPr id="8" name="矩形 7"/>
          <p:cNvSpPr/>
          <p:nvPr userDrawn="1">
            <p:custDataLst>
              <p:tags r:id="rId2"/>
            </p:custDataLst>
          </p:nvPr>
        </p:nvSpPr>
        <p:spPr>
          <a:xfrm>
            <a:off x="0" y="5029201"/>
            <a:ext cx="9144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15">
              <a:sym typeface="+mn-ea"/>
            </a:endParaRPr>
          </a:p>
        </p:txBody>
      </p:sp>
      <p:sp>
        <p:nvSpPr>
          <p:cNvPr id="2" name="标题 1"/>
          <p:cNvSpPr>
            <a:spLocks noGrp="1"/>
          </p:cNvSpPr>
          <p:nvPr>
            <p:ph type="title"/>
            <p:custDataLst>
              <p:tags r:id="rId3"/>
            </p:custDataLst>
          </p:nvPr>
        </p:nvSpPr>
        <p:spPr>
          <a:xfrm>
            <a:off x="453600" y="740250"/>
            <a:ext cx="8232300" cy="423900"/>
          </a:xfrm>
        </p:spPr>
        <p:txBody>
          <a:bodyPr anchor="ctr"/>
          <a:lstStyle>
            <a:lvl1pPr algn="ctr">
              <a:defRPr sz="1800"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a:xfrm>
            <a:off x="628650" y="6401991"/>
            <a:ext cx="2057400" cy="273844"/>
          </a:xfrm>
        </p:spPr>
        <p:txBody>
          <a:bodyPr/>
          <a:lstStyle/>
          <a:p>
            <a:fld id="{760FBDFE-C587-4B4C-A407-44438C67B59E}" type="datetimeFigureOut">
              <a:rPr lang="zh-CN" altLang="en-US" smtClean="0"/>
              <a:t>2026/10/19</a:t>
            </a:fld>
            <a:endParaRPr lang="zh-CN" altLang="en-US"/>
          </a:p>
        </p:txBody>
      </p:sp>
      <p:sp>
        <p:nvSpPr>
          <p:cNvPr id="4" name="页脚占位符 3"/>
          <p:cNvSpPr>
            <a:spLocks noGrp="1"/>
          </p:cNvSpPr>
          <p:nvPr>
            <p:ph type="ftr" sz="quarter" idx="11"/>
            <p:custDataLst>
              <p:tags r:id="rId5"/>
            </p:custDataLst>
          </p:nvPr>
        </p:nvSpPr>
        <p:spPr>
          <a:xfrm>
            <a:off x="3028950" y="6401991"/>
            <a:ext cx="3086100" cy="273844"/>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401991"/>
            <a:ext cx="2057400" cy="273844"/>
          </a:xfrm>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453628" y="2082600"/>
            <a:ext cx="8243100" cy="24084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8"/>
            </p:custDataLst>
          </p:nvPr>
        </p:nvSpPr>
        <p:spPr>
          <a:xfrm>
            <a:off x="445500" y="5306850"/>
            <a:ext cx="8251200" cy="758700"/>
          </a:xfrm>
        </p:spPr>
        <p:txBody>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extLst>
      <p:ext uri="{BB962C8B-B14F-4D97-AF65-F5344CB8AC3E}">
        <p14:creationId xmlns:p14="http://schemas.microsoft.com/office/powerpoint/2010/main" val="162254924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9144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15">
              <a:sym typeface="+mn-ea"/>
            </a:endParaRPr>
          </a:p>
        </p:txBody>
      </p:sp>
      <p:pic>
        <p:nvPicPr>
          <p:cNvPr id="8" name="图片 7"/>
          <p:cNvPicPr>
            <a:picLocks noChangeAspect="1"/>
          </p:cNvPicPr>
          <p:nvPr userDrawn="1">
            <p:custDataLst>
              <p:tags r:id="rId2"/>
            </p:custDataLst>
          </p:nvPr>
        </p:nvPicPr>
        <p:blipFill>
          <a:blip r:embed="rId12"/>
          <a:stretch>
            <a:fillRect/>
          </a:stretch>
        </p:blipFill>
        <p:spPr>
          <a:xfrm>
            <a:off x="48577" y="249238"/>
            <a:ext cx="1127284" cy="1068705"/>
          </a:xfrm>
          <a:prstGeom prst="rect">
            <a:avLst/>
          </a:prstGeom>
        </p:spPr>
      </p:pic>
      <p:sp>
        <p:nvSpPr>
          <p:cNvPr id="2" name="标题 1"/>
          <p:cNvSpPr>
            <a:spLocks noGrp="1"/>
          </p:cNvSpPr>
          <p:nvPr>
            <p:ph type="title"/>
            <p:custDataLst>
              <p:tags r:id="rId3"/>
            </p:custDataLst>
          </p:nvPr>
        </p:nvSpPr>
        <p:spPr>
          <a:xfrm>
            <a:off x="434700" y="292846"/>
            <a:ext cx="8278200" cy="331473"/>
          </a:xfrm>
        </p:spPr>
        <p:txBody>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a:xfrm>
            <a:off x="628650" y="6401991"/>
            <a:ext cx="2057400" cy="273844"/>
          </a:xfrm>
        </p:spPr>
        <p:txBody>
          <a:bodyPr/>
          <a:lstStyle/>
          <a:p>
            <a:fld id="{760FBDFE-C587-4B4C-A407-44438C67B59E}" type="datetimeFigureOut">
              <a:rPr lang="zh-CN" altLang="en-US" smtClean="0"/>
              <a:t>2026/10/19</a:t>
            </a:fld>
            <a:endParaRPr lang="zh-CN" altLang="en-US"/>
          </a:p>
        </p:txBody>
      </p:sp>
      <p:sp>
        <p:nvSpPr>
          <p:cNvPr id="4" name="页脚占位符 3"/>
          <p:cNvSpPr>
            <a:spLocks noGrp="1"/>
          </p:cNvSpPr>
          <p:nvPr>
            <p:ph type="ftr" sz="quarter" idx="11"/>
            <p:custDataLst>
              <p:tags r:id="rId5"/>
            </p:custDataLst>
          </p:nvPr>
        </p:nvSpPr>
        <p:spPr>
          <a:xfrm>
            <a:off x="3028950" y="6401991"/>
            <a:ext cx="3086100" cy="273844"/>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401991"/>
            <a:ext cx="2057400" cy="273844"/>
          </a:xfrm>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7"/>
            </p:custDataLst>
          </p:nvPr>
        </p:nvSpPr>
        <p:spPr>
          <a:xfrm>
            <a:off x="434700" y="2025000"/>
            <a:ext cx="4006800" cy="21708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4681800" y="2025000"/>
            <a:ext cx="4025700" cy="2170800"/>
          </a:xfrm>
        </p:spPr>
        <p:txBody>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9"/>
            </p:custDataLst>
          </p:nvPr>
        </p:nvSpPr>
        <p:spPr>
          <a:xfrm>
            <a:off x="429300" y="4914450"/>
            <a:ext cx="4006800" cy="585900"/>
          </a:xfrm>
        </p:spPr>
        <p:txBody>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0"/>
            </p:custDataLst>
          </p:nvPr>
        </p:nvSpPr>
        <p:spPr>
          <a:xfrm>
            <a:off x="4689900" y="4910850"/>
            <a:ext cx="4025700" cy="585900"/>
          </a:xfrm>
        </p:spPr>
        <p:txBody>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extLst>
      <p:ext uri="{BB962C8B-B14F-4D97-AF65-F5344CB8AC3E}">
        <p14:creationId xmlns:p14="http://schemas.microsoft.com/office/powerpoint/2010/main" val="360965556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bg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1576668"/>
            <a:ext cx="9144000" cy="370466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sz="1015">
              <a:sym typeface="+mn-ea"/>
            </a:endParaRPr>
          </a:p>
        </p:txBody>
      </p:sp>
      <p:pic>
        <p:nvPicPr>
          <p:cNvPr id="8" name="图片 7"/>
          <p:cNvPicPr>
            <a:picLocks noChangeAspect="1"/>
          </p:cNvPicPr>
          <p:nvPr userDrawn="1">
            <p:custDataLst>
              <p:tags r:id="rId2"/>
            </p:custDataLst>
          </p:nvPr>
        </p:nvPicPr>
        <p:blipFill>
          <a:blip r:embed="rId9"/>
          <a:stretch>
            <a:fillRect/>
          </a:stretch>
        </p:blipFill>
        <p:spPr>
          <a:xfrm>
            <a:off x="48577" y="249238"/>
            <a:ext cx="1127284" cy="1068705"/>
          </a:xfrm>
          <a:prstGeom prst="rect">
            <a:avLst/>
          </a:prstGeom>
        </p:spPr>
      </p:pic>
      <p:sp>
        <p:nvSpPr>
          <p:cNvPr id="2" name="标题 1"/>
          <p:cNvSpPr>
            <a:spLocks noGrp="1"/>
          </p:cNvSpPr>
          <p:nvPr>
            <p:ph type="title" hasCustomPrompt="1"/>
            <p:custDataLst>
              <p:tags r:id="rId3"/>
            </p:custDataLst>
          </p:nvPr>
        </p:nvSpPr>
        <p:spPr>
          <a:xfrm>
            <a:off x="1142100" y="1637550"/>
            <a:ext cx="6858000" cy="1790100"/>
          </a:xfrm>
        </p:spPr>
        <p:txBody>
          <a:bodyPr anchor="b"/>
          <a:lstStyle>
            <a:lvl1pPr algn="ctr">
              <a:defRPr sz="3375" baseline="0">
                <a:solidFill>
                  <a:schemeClr val="tx1"/>
                </a:solidFill>
                <a:latin typeface="Arial" panose="020B0604020202020204" pitchFamily="34" charset="0"/>
                <a:ea typeface="微软雅黑" panose="020B0503020204020204" charset="-122"/>
              </a:defRPr>
            </a:lvl1pPr>
          </a:lstStyle>
          <a:p>
            <a:r>
              <a:rPr lang="zh-CN" altLang="en-US" dirty="0"/>
              <a:t>编辑标题</a:t>
            </a:r>
          </a:p>
        </p:txBody>
      </p:sp>
      <p:sp>
        <p:nvSpPr>
          <p:cNvPr id="3" name="日期占位符 2"/>
          <p:cNvSpPr>
            <a:spLocks noGrp="1"/>
          </p:cNvSpPr>
          <p:nvPr>
            <p:ph type="dt" sz="half" idx="10"/>
            <p:custDataLst>
              <p:tags r:id="rId4"/>
            </p:custDataLst>
          </p:nvPr>
        </p:nvSpPr>
        <p:spPr>
          <a:xfrm>
            <a:off x="628650" y="6401991"/>
            <a:ext cx="2057400" cy="273844"/>
          </a:xfrm>
        </p:spPr>
        <p:txBody>
          <a:bodyPr/>
          <a:lstStyle/>
          <a:p>
            <a:fld id="{760FBDFE-C587-4B4C-A407-44438C67B59E}" type="datetimeFigureOut">
              <a:rPr lang="zh-CN" altLang="en-US" smtClean="0"/>
              <a:t>2026/10/19</a:t>
            </a:fld>
            <a:endParaRPr lang="zh-CN" altLang="en-US"/>
          </a:p>
        </p:txBody>
      </p:sp>
      <p:sp>
        <p:nvSpPr>
          <p:cNvPr id="4" name="页脚占位符 3"/>
          <p:cNvSpPr>
            <a:spLocks noGrp="1"/>
          </p:cNvSpPr>
          <p:nvPr>
            <p:ph type="ftr" sz="quarter" idx="11"/>
            <p:custDataLst>
              <p:tags r:id="rId5"/>
            </p:custDataLst>
          </p:nvPr>
        </p:nvSpPr>
        <p:spPr>
          <a:xfrm>
            <a:off x="3028950" y="6401991"/>
            <a:ext cx="3086100" cy="273844"/>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6457950" y="6401991"/>
            <a:ext cx="2057400" cy="273844"/>
          </a:xfrm>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hasCustomPrompt="1"/>
            <p:custDataLst>
              <p:tags r:id="rId7"/>
            </p:custDataLst>
          </p:nvPr>
        </p:nvSpPr>
        <p:spPr>
          <a:xfrm>
            <a:off x="1141810" y="4069800"/>
            <a:ext cx="6858000" cy="1242000"/>
          </a:xfrm>
        </p:spPr>
        <p:txBody>
          <a:bodyPr/>
          <a:lstStyle>
            <a:lvl1pPr marL="0" indent="0" algn="ctr">
              <a:buNone/>
              <a:defRPr baseline="0">
                <a:solidFill>
                  <a:schemeClr val="tx1"/>
                </a:solidFill>
                <a:latin typeface="Arial" panose="020B0604020202020204" pitchFamily="34" charset="0"/>
                <a:ea typeface="微软雅黑" panose="020B0503020204020204" charset="-122"/>
              </a:defRPr>
            </a:lvl1pPr>
          </a:lstStyle>
          <a:p>
            <a:pPr lvl="0"/>
            <a:r>
              <a:rPr lang="zh-CN" altLang="en-US" dirty="0"/>
              <a:t>编辑副标题</a:t>
            </a:r>
          </a:p>
        </p:txBody>
      </p:sp>
    </p:spTree>
    <p:extLst>
      <p:ext uri="{BB962C8B-B14F-4D97-AF65-F5344CB8AC3E}">
        <p14:creationId xmlns:p14="http://schemas.microsoft.com/office/powerpoint/2010/main" val="13352200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内页">
    <p:spTree>
      <p:nvGrpSpPr>
        <p:cNvPr id="1" name=""/>
        <p:cNvGrpSpPr/>
        <p:nvPr/>
      </p:nvGrpSpPr>
      <p:grpSpPr>
        <a:xfrm>
          <a:off x="0" y="0"/>
          <a:ext cx="0" cy="0"/>
          <a:chOff x="0" y="0"/>
          <a:chExt cx="0" cy="0"/>
        </a:xfrm>
      </p:grpSpPr>
      <p:sp>
        <p:nvSpPr>
          <p:cNvPr id="1048596" name="灯片编号占位符 15"/>
          <p:cNvSpPr>
            <a:spLocks noGrp="1"/>
          </p:cNvSpPr>
          <p:nvPr>
            <p:ph type="sldNum" sz="quarter" idx="12"/>
          </p:nvPr>
        </p:nvSpPr>
        <p:spPr>
          <a:xfrm>
            <a:off x="8101012" y="6405440"/>
            <a:ext cx="1042988" cy="365125"/>
          </a:xfrm>
        </p:spPr>
        <p:txBody>
          <a:bodyPr/>
          <a:lstStyle>
            <a:lvl1pPr algn="ctr">
              <a:defRPr sz="1500" b="1">
                <a:solidFill>
                  <a:schemeClr val="bg1"/>
                </a:solidFill>
              </a:defRPr>
            </a:lvl1pPr>
          </a:lstStyle>
          <a:p>
            <a:fld id="{51D91E7F-84B6-4064-9D4E-CC7D244BCA04}" type="slidenum">
              <a:rPr lang="zh-CN" altLang="en-US" smtClean="0"/>
              <a:t>‹#›</a:t>
            </a:fld>
            <a:endParaRPr lang="zh-CN" altLang="en-US" dirty="0"/>
          </a:p>
        </p:txBody>
      </p:sp>
    </p:spTree>
    <p:extLst>
      <p:ext uri="{BB962C8B-B14F-4D97-AF65-F5344CB8AC3E}">
        <p14:creationId xmlns:p14="http://schemas.microsoft.com/office/powerpoint/2010/main" val="312612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6.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slideLayout" Target="../slideLayouts/slideLayout36.xml"/><Relationship Id="rId26" Type="http://schemas.openxmlformats.org/officeDocument/2006/relationships/tags" Target="../tags/tag121.xml"/><Relationship Id="rId3" Type="http://schemas.openxmlformats.org/officeDocument/2006/relationships/slideLayout" Target="../slideLayouts/slideLayout21.xml"/><Relationship Id="rId21" Type="http://schemas.openxmlformats.org/officeDocument/2006/relationships/tags" Target="../tags/tag116.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5" Type="http://schemas.openxmlformats.org/officeDocument/2006/relationships/tags" Target="../tags/tag120.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20" Type="http://schemas.openxmlformats.org/officeDocument/2006/relationships/theme" Target="../theme/theme2.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24" Type="http://schemas.openxmlformats.org/officeDocument/2006/relationships/tags" Target="../tags/tag119.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23" Type="http://schemas.openxmlformats.org/officeDocument/2006/relationships/tags" Target="../tags/tag118.xml"/><Relationship Id="rId28" Type="http://schemas.openxmlformats.org/officeDocument/2006/relationships/image" Target="../media/image2.png"/><Relationship Id="rId10" Type="http://schemas.openxmlformats.org/officeDocument/2006/relationships/slideLayout" Target="../slideLayouts/slideLayout28.xml"/><Relationship Id="rId19" Type="http://schemas.openxmlformats.org/officeDocument/2006/relationships/slideLayout" Target="../slideLayouts/slideLayout37.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 Id="rId22" Type="http://schemas.openxmlformats.org/officeDocument/2006/relationships/tags" Target="../tags/tag117.xml"/><Relationship Id="rId27" Type="http://schemas.openxmlformats.org/officeDocument/2006/relationships/tags" Target="../tags/tag1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502412" y="1189673"/>
            <a:ext cx="8139178" cy="331473"/>
          </a:xfrm>
          <a:prstGeom prst="rect">
            <a:avLst/>
          </a:prstGeom>
        </p:spPr>
        <p:txBody>
          <a:bodyPr vert="horz" lIns="101600" tIns="38100" rIns="76200" bIns="38100" rtlCol="0" anchor="t" anchorCtr="0">
            <a:noAutofit/>
          </a:bodyPr>
          <a:lstStyle/>
          <a:p>
            <a:r>
              <a:rPr lang="zh-CN" altLang="en-US" dirty="0"/>
              <a:t>单击此处编辑母版标题样式</a:t>
            </a:r>
          </a:p>
        </p:txBody>
      </p:sp>
      <p:sp>
        <p:nvSpPr>
          <p:cNvPr id="3" name="文本占位符 2"/>
          <p:cNvSpPr>
            <a:spLocks noGrp="1"/>
          </p:cNvSpPr>
          <p:nvPr>
            <p:ph type="body" idx="1"/>
            <p:custDataLst>
              <p:tags r:id="rId21"/>
            </p:custDataLst>
          </p:nvPr>
        </p:nvSpPr>
        <p:spPr>
          <a:xfrm>
            <a:off x="502412" y="1571631"/>
            <a:ext cx="8139178" cy="4041680"/>
          </a:xfrm>
          <a:prstGeom prst="rect">
            <a:avLst/>
          </a:prstGeom>
        </p:spPr>
        <p:txBody>
          <a:bodyPr vert="horz" lIns="101600" tIns="0" rIns="82550" bIns="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2"/>
            </p:custDataLst>
          </p:nvPr>
        </p:nvSpPr>
        <p:spPr>
          <a:xfrm>
            <a:off x="659807" y="5619625"/>
            <a:ext cx="2025000" cy="237600"/>
          </a:xfrm>
          <a:prstGeom prst="rect">
            <a:avLst/>
          </a:prstGeom>
        </p:spPr>
        <p:txBody>
          <a:bodyPr vert="horz" lIns="91440" tIns="45720" rIns="91440" bIns="45720" rtlCol="0" anchor="ctr">
            <a:normAutofit/>
          </a:bodyPr>
          <a:lstStyle>
            <a:lvl1pPr algn="l">
              <a:defRPr sz="900">
                <a:solidFill>
                  <a:schemeClr val="tx1">
                    <a:tint val="75000"/>
                  </a:schemeClr>
                </a:solidFill>
              </a:defRPr>
            </a:lvl1pPr>
          </a:lstStyle>
          <a:p>
            <a:fld id="{760FBDFE-C587-4B4C-A407-44438C67B59E}" type="datetimeFigureOut">
              <a:rPr lang="zh-CN" altLang="en-US" smtClean="0"/>
              <a:t>2026/10/19</a:t>
            </a:fld>
            <a:endParaRPr lang="zh-CN" altLang="en-US"/>
          </a:p>
        </p:txBody>
      </p:sp>
      <p:sp>
        <p:nvSpPr>
          <p:cNvPr id="5" name="页脚占位符 4"/>
          <p:cNvSpPr>
            <a:spLocks noGrp="1"/>
          </p:cNvSpPr>
          <p:nvPr>
            <p:ph type="ftr" sz="quarter" idx="3"/>
            <p:custDataLst>
              <p:tags r:id="rId23"/>
            </p:custDataLst>
          </p:nvPr>
        </p:nvSpPr>
        <p:spPr>
          <a:xfrm>
            <a:off x="3087000" y="5619625"/>
            <a:ext cx="2970000" cy="237600"/>
          </a:xfrm>
          <a:prstGeom prst="rect">
            <a:avLst/>
          </a:prstGeom>
        </p:spPr>
        <p:txBody>
          <a:bodyPr vert="horz" lIns="91440" tIns="45720" rIns="91440" bIns="45720" rtlCol="0" anchor="ctr">
            <a:normAutofit/>
          </a:bodyPr>
          <a:lstStyle>
            <a:lvl1pPr algn="ctr">
              <a:defRPr sz="9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6457950" y="5619625"/>
            <a:ext cx="2025000" cy="237600"/>
          </a:xfrm>
          <a:prstGeom prst="rect">
            <a:avLst/>
          </a:prstGeom>
        </p:spPr>
        <p:txBody>
          <a:bodyPr vert="horz" lIns="91440" tIns="45720" rIns="91440" bIns="45720" rtlCol="0" anchor="ctr">
            <a:normAutofit/>
          </a:bodyPr>
          <a:lstStyle>
            <a:lvl1pPr algn="r">
              <a:defRPr sz="900">
                <a:solidFill>
                  <a:schemeClr val="tx1">
                    <a:tint val="75000"/>
                  </a:schemeClr>
                </a:solidFill>
              </a:defRPr>
            </a:lvl1pPr>
          </a:lstStyle>
          <a:p>
            <a:fld id="{49AE70B2-8BF9-45C0-BB95-33D1B9D3A854}" type="slidenum">
              <a:rPr lang="zh-CN" altLang="en-US" smtClean="0"/>
              <a:t>‹#›</a:t>
            </a:fld>
            <a:endParaRPr lang="zh-CN" altLang="en-US" dirty="0"/>
          </a:p>
        </p:txBody>
      </p:sp>
      <p:sp>
        <p:nvSpPr>
          <p:cNvPr id="7" name="KSO_TEMPLATE" hidden="1"/>
          <p:cNvSpPr/>
          <p:nvPr>
            <p:custDataLst>
              <p:tags r:id="rId25"/>
            </p:custDataLst>
          </p:nvPr>
        </p:nvSpPr>
        <p:spPr>
          <a:xfrm>
            <a:off x="0" y="85725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685800" rtl="0" eaLnBrk="1" fontAlgn="auto" latinLnBrk="0" hangingPunct="1">
        <a:lnSpc>
          <a:spcPct val="100000"/>
        </a:lnSpc>
        <a:spcBef>
          <a:spcPct val="0"/>
        </a:spcBef>
        <a:buNone/>
        <a:defRPr sz="1800" b="1" u="none" strike="noStrike" kern="1200" cap="none" spc="200" normalizeH="0" baseline="0">
          <a:solidFill>
            <a:schemeClr val="tx1">
              <a:lumMod val="85000"/>
              <a:lumOff val="15000"/>
            </a:schemeClr>
          </a:solidFill>
          <a:uFillTx/>
          <a:latin typeface="微软雅黑" panose="020B0503020204020204" charset="-122"/>
          <a:ea typeface="微软雅黑" panose="020B0503020204020204" charset="-122"/>
          <a:cs typeface="+mj-cs"/>
        </a:defRPr>
      </a:lvl1pPr>
    </p:titleStyle>
    <p:bodyStyle>
      <a:lvl1pPr marL="1714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85000"/>
              <a:lumOff val="15000"/>
            </a:schemeClr>
          </a:solidFill>
          <a:uFillTx/>
          <a:latin typeface="微软雅黑" panose="020B0503020204020204" charset="-122"/>
          <a:ea typeface="微软雅黑" panose="020B0503020204020204" charset="-122"/>
          <a:cs typeface="+mn-cs"/>
        </a:defRPr>
      </a:lvl1pPr>
      <a:lvl2pPr marL="514350" indent="-171450" algn="l" defTabSz="685800" rtl="0" eaLnBrk="1" fontAlgn="auto" latinLnBrk="0" hangingPunct="1">
        <a:lnSpc>
          <a:spcPct val="130000"/>
        </a:lnSpc>
        <a:spcBef>
          <a:spcPts val="0"/>
        </a:spcBef>
        <a:spcAft>
          <a:spcPts val="1000"/>
        </a:spcAft>
        <a:buFont typeface="Arial" panose="020B0604020202020204" pitchFamily="34" charset="0"/>
        <a:buChar char="•"/>
        <a:tabLst>
          <a:tab pos="1207135" algn="l"/>
        </a:tabLst>
        <a:defRPr sz="1200" u="none" strike="noStrike" kern="1200" cap="none" spc="150" normalizeH="0" baseline="0">
          <a:solidFill>
            <a:schemeClr val="tx1">
              <a:lumMod val="85000"/>
              <a:lumOff val="15000"/>
            </a:schemeClr>
          </a:solidFill>
          <a:uFillTx/>
          <a:latin typeface="微软雅黑" panose="020B0503020204020204" charset="-122"/>
          <a:ea typeface="微软雅黑" panose="020B0503020204020204" charset="-122"/>
          <a:cs typeface="+mn-cs"/>
        </a:defRPr>
      </a:lvl2pPr>
      <a:lvl3pPr marL="8572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85000"/>
              <a:lumOff val="15000"/>
            </a:schemeClr>
          </a:solidFill>
          <a:uFillTx/>
          <a:latin typeface="微软雅黑" panose="020B0503020204020204" charset="-122"/>
          <a:ea typeface="微软雅黑" panose="020B0503020204020204" charset="-122"/>
          <a:cs typeface="+mn-cs"/>
        </a:defRPr>
      </a:lvl3pPr>
      <a:lvl4pPr marL="12001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85000"/>
              <a:lumOff val="15000"/>
            </a:schemeClr>
          </a:solidFill>
          <a:uFillTx/>
          <a:latin typeface="微软雅黑" panose="020B0503020204020204" charset="-122"/>
          <a:ea typeface="微软雅黑" panose="020B0503020204020204" charset="-122"/>
          <a:cs typeface="+mn-cs"/>
        </a:defRPr>
      </a:lvl4pPr>
      <a:lvl5pPr marL="1543050" indent="-171450" algn="l" defTabSz="685800" rtl="0" eaLnBrk="1" fontAlgn="auto" latinLnBrk="0" hangingPunct="1">
        <a:lnSpc>
          <a:spcPct val="130000"/>
        </a:lnSpc>
        <a:spcBef>
          <a:spcPts val="0"/>
        </a:spcBef>
        <a:spcAft>
          <a:spcPts val="1000"/>
        </a:spcAft>
        <a:buFont typeface="Arial" panose="020B0604020202020204" pitchFamily="34" charset="0"/>
        <a:buChar char="•"/>
        <a:defRPr sz="1200" u="none" strike="noStrike" kern="1200" cap="none" spc="150" normalizeH="0" baseline="0">
          <a:solidFill>
            <a:schemeClr val="tx1">
              <a:lumMod val="85000"/>
              <a:lumOff val="15000"/>
            </a:schemeClr>
          </a:solidFill>
          <a:uFillTx/>
          <a:latin typeface="微软雅黑" panose="020B0503020204020204" charset="-122"/>
          <a:ea typeface="微软雅黑" panose="020B0503020204020204" charset="-122"/>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1"/>
            </p:custDataLst>
          </p:nvPr>
        </p:nvSpPr>
        <p:spPr>
          <a:xfrm>
            <a:off x="372110" y="0"/>
            <a:ext cx="8143240" cy="710565"/>
          </a:xfrm>
          <a:prstGeom prst="rect">
            <a:avLst/>
          </a:prstGeom>
        </p:spPr>
        <p:txBody>
          <a:bodyPr vert="horz" lIns="91440" tIns="45720" rIns="91440" bIns="45720" rtlCol="0" anchor="ctr">
            <a:normAutofit/>
          </a:bodyPr>
          <a:lstStyle>
            <a:lvl1pPr marL="0" marR="0" lvl="0" algn="l" defTabSz="514350" rtl="0" eaLnBrk="1" fontAlgn="auto" latinLnBrk="0" hangingPunct="1">
              <a:lnSpc>
                <a:spcPct val="90000"/>
              </a:lnSpc>
              <a:spcBef>
                <a:spcPct val="0"/>
              </a:spcBef>
              <a:buClrTx/>
              <a:buSzTx/>
              <a:buFontTx/>
              <a:buNone/>
              <a:defRPr kumimoji="0" lang="zh-CN" altLang="en-US" sz="2800" b="0" i="0" u="none" strike="noStrike" kern="1200" cap="none" spc="0" normalizeH="0" baseline="0" noProof="1">
                <a:solidFill>
                  <a:schemeClr val="tx1"/>
                </a:solidFill>
                <a:latin typeface="方正粗黑宋简体" panose="02000000000000000000" charset="-122"/>
                <a:ea typeface="方正粗黑宋简体" panose="02000000000000000000" charset="-122"/>
                <a:cs typeface="+mj-cs"/>
              </a:defRPr>
            </a:lvl1pPr>
          </a:lstStyle>
          <a:p>
            <a:r>
              <a:rPr lang="zh-CN" altLang="en-US"/>
              <a:t>单击此处编辑母版标题样式</a:t>
            </a:r>
          </a:p>
        </p:txBody>
      </p:sp>
      <p:sp>
        <p:nvSpPr>
          <p:cNvPr id="3" name="文本占位符 2"/>
          <p:cNvSpPr>
            <a:spLocks noGrp="1"/>
          </p:cNvSpPr>
          <p:nvPr>
            <p:ph type="body" idx="1"/>
            <p:custDataLst>
              <p:tags r:id="rId22"/>
            </p:custDataLst>
          </p:nvPr>
        </p:nvSpPr>
        <p:spPr>
          <a:xfrm>
            <a:off x="383540" y="822325"/>
            <a:ext cx="8131810" cy="4667250"/>
          </a:xfrm>
          <a:prstGeom prst="rect">
            <a:avLst/>
          </a:prstGeom>
        </p:spPr>
        <p:txBody>
          <a:bodyPr vert="horz" lIns="91440" tIns="45720" rIns="91440" bIns="45720" rtlCol="0">
            <a:normAutofit/>
          </a:bodyPr>
          <a:lstStyle/>
          <a:p>
            <a:pPr lvl="0" algn="l">
              <a:lnSpc>
                <a:spcPct val="100000"/>
              </a:lnSpc>
              <a:spcBef>
                <a:spcPts val="600"/>
              </a:spcBef>
              <a:buClrTx/>
              <a:buSzTx/>
            </a:pPr>
            <a:r>
              <a:rPr lang="zh-CN" altLang="en-US" dirty="0"/>
              <a:t>编辑母版文本样式</a:t>
            </a:r>
          </a:p>
          <a:p>
            <a:pPr lvl="1" algn="l">
              <a:lnSpc>
                <a:spcPct val="100000"/>
              </a:lnSpc>
              <a:spcBef>
                <a:spcPts val="600"/>
              </a:spcBef>
              <a:buClrTx/>
              <a:buSzTx/>
            </a:pPr>
            <a:r>
              <a:rPr lang="zh-CN" altLang="en-US" dirty="0"/>
              <a:t>第二级</a:t>
            </a:r>
          </a:p>
          <a:p>
            <a:pPr lvl="2" algn="l">
              <a:lnSpc>
                <a:spcPct val="100000"/>
              </a:lnSpc>
              <a:spcBef>
                <a:spcPts val="600"/>
              </a:spcBef>
              <a:buClrTx/>
              <a:buSzTx/>
            </a:pPr>
            <a:r>
              <a:rPr lang="zh-CN" altLang="en-US" dirty="0"/>
              <a:t>第三级</a:t>
            </a:r>
          </a:p>
          <a:p>
            <a:pPr lvl="3" algn="l">
              <a:lnSpc>
                <a:spcPct val="100000"/>
              </a:lnSpc>
              <a:spcBef>
                <a:spcPts val="600"/>
              </a:spcBef>
              <a:buClrTx/>
              <a:buSzTx/>
            </a:pPr>
            <a:r>
              <a:rPr lang="zh-CN" altLang="en-US" dirty="0"/>
              <a:t>第四级</a:t>
            </a:r>
          </a:p>
          <a:p>
            <a:pPr lvl="4" algn="l">
              <a:lnSpc>
                <a:spcPct val="100000"/>
              </a:lnSpc>
              <a:spcBef>
                <a:spcPts val="600"/>
              </a:spcBef>
              <a:buClrTx/>
              <a:buSzTx/>
            </a:pPr>
            <a:r>
              <a:rPr lang="zh-CN" altLang="en-US" dirty="0"/>
              <a:t>第五级</a:t>
            </a:r>
          </a:p>
        </p:txBody>
      </p:sp>
      <p:sp>
        <p:nvSpPr>
          <p:cNvPr id="4" name="日期占位符 3"/>
          <p:cNvSpPr>
            <a:spLocks noGrp="1"/>
          </p:cNvSpPr>
          <p:nvPr>
            <p:ph type="dt" sz="half" idx="2"/>
            <p:custDataLst>
              <p:tags r:id="rId23"/>
            </p:custDataLst>
          </p:nvPr>
        </p:nvSpPr>
        <p:spPr>
          <a:xfrm>
            <a:off x="628650" y="5624513"/>
            <a:ext cx="2057400" cy="273844"/>
          </a:xfrm>
          <a:prstGeom prst="rect">
            <a:avLst/>
          </a:prstGeom>
        </p:spPr>
        <p:txBody>
          <a:bodyPr vert="horz" lIns="91440" tIns="45720" rIns="91440" bIns="45720" rtlCol="0" anchor="ctr">
            <a:normAutofit/>
          </a:bodyPr>
          <a:lstStyle>
            <a:lvl1pPr algn="l">
              <a:defRPr sz="675">
                <a:solidFill>
                  <a:schemeClr val="bg1">
                    <a:lumMod val="65000"/>
                  </a:schemeClr>
                </a:solidFill>
              </a:defRPr>
            </a:lvl1pPr>
          </a:lstStyle>
          <a:p>
            <a:fld id="{3B358A95-C3A6-445A-9253-6EEA2DB226D8}" type="datetimeFigureOut">
              <a:rPr lang="zh-CN" altLang="en-US" smtClean="0"/>
              <a:t>2026/10/19</a:t>
            </a:fld>
            <a:endParaRPr lang="zh-CN" altLang="en-US" dirty="0"/>
          </a:p>
        </p:txBody>
      </p:sp>
      <p:sp>
        <p:nvSpPr>
          <p:cNvPr id="5" name="页脚占位符 4"/>
          <p:cNvSpPr>
            <a:spLocks noGrp="1"/>
          </p:cNvSpPr>
          <p:nvPr>
            <p:ph type="ftr" sz="quarter" idx="3"/>
            <p:custDataLst>
              <p:tags r:id="rId24"/>
            </p:custDataLst>
          </p:nvPr>
        </p:nvSpPr>
        <p:spPr>
          <a:xfrm>
            <a:off x="3028950" y="5624513"/>
            <a:ext cx="3086100" cy="273844"/>
          </a:xfrm>
          <a:prstGeom prst="rect">
            <a:avLst/>
          </a:prstGeom>
        </p:spPr>
        <p:txBody>
          <a:bodyPr vert="horz" lIns="91440" tIns="45720" rIns="91440" bIns="45720" rtlCol="0" anchor="ctr">
            <a:normAutofit/>
          </a:bodyPr>
          <a:lstStyle>
            <a:lvl1pPr algn="ctr">
              <a:defRPr sz="675">
                <a:solidFill>
                  <a:schemeClr val="bg1">
                    <a:lumMod val="65000"/>
                  </a:schemeClr>
                </a:solidFill>
              </a:defRPr>
            </a:lvl1pPr>
          </a:lstStyle>
          <a:p>
            <a:endParaRPr lang="zh-CN" altLang="en-US"/>
          </a:p>
        </p:txBody>
      </p:sp>
      <p:sp>
        <p:nvSpPr>
          <p:cNvPr id="6" name="灯片编号占位符 5"/>
          <p:cNvSpPr>
            <a:spLocks noGrp="1"/>
          </p:cNvSpPr>
          <p:nvPr>
            <p:ph type="sldNum" sz="quarter" idx="4"/>
            <p:custDataLst>
              <p:tags r:id="rId25"/>
            </p:custDataLst>
          </p:nvPr>
        </p:nvSpPr>
        <p:spPr>
          <a:xfrm>
            <a:off x="6457950" y="5624513"/>
            <a:ext cx="2057400" cy="273844"/>
          </a:xfrm>
          <a:prstGeom prst="rect">
            <a:avLst/>
          </a:prstGeom>
        </p:spPr>
        <p:txBody>
          <a:bodyPr vert="horz" lIns="91440" tIns="45720" rIns="91440" bIns="45720" rtlCol="0" anchor="ctr">
            <a:normAutofit/>
          </a:bodyPr>
          <a:lstStyle>
            <a:lvl1pPr algn="r">
              <a:defRPr sz="675">
                <a:solidFill>
                  <a:schemeClr val="bg1">
                    <a:lumMod val="65000"/>
                  </a:schemeClr>
                </a:solidFill>
              </a:defRPr>
            </a:lvl1pPr>
          </a:lstStyle>
          <a:p>
            <a:fld id="{EB8C49CF-321A-4DB1-9C29-37DB43122813}" type="slidenum">
              <a:rPr lang="zh-CN" altLang="en-US" smtClean="0"/>
              <a:t>‹#›</a:t>
            </a:fld>
            <a:endParaRPr lang="zh-CN" altLang="en-US"/>
          </a:p>
        </p:txBody>
      </p:sp>
      <p:sp>
        <p:nvSpPr>
          <p:cNvPr id="7" name="KSO_TEMPLATE" hidden="1"/>
          <p:cNvSpPr/>
          <p:nvPr userDrawn="1">
            <p:custDataLst>
              <p:tags r:id="rId26"/>
            </p:custDataLst>
          </p:nvPr>
        </p:nvSpPr>
        <p:spPr>
          <a:xfrm>
            <a:off x="0" y="85725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chemeClr val="lt1"/>
              </a:solidFill>
            </a:endParaRPr>
          </a:p>
        </p:txBody>
      </p:sp>
      <p:pic>
        <p:nvPicPr>
          <p:cNvPr id="1035" name="图片 12"/>
          <p:cNvPicPr>
            <a:picLocks noChangeAspect="1"/>
          </p:cNvPicPr>
          <p:nvPr userDrawn="1">
            <p:custDataLst>
              <p:tags r:id="rId27"/>
            </p:custDataLst>
          </p:nvPr>
        </p:nvPicPr>
        <p:blipFill>
          <a:blip r:embed="rId28">
            <a:clrChange>
              <a:clrFrom>
                <a:srgbClr val="FFFFFF"/>
              </a:clrFrom>
              <a:clrTo>
                <a:srgbClr val="FFFFFF">
                  <a:alpha val="0"/>
                </a:srgbClr>
              </a:clrTo>
            </a:clrChange>
          </a:blip>
          <a:stretch>
            <a:fillRect/>
          </a:stretch>
        </p:blipFill>
        <p:spPr>
          <a:xfrm>
            <a:off x="8515350" y="63183"/>
            <a:ext cx="617538" cy="623887"/>
          </a:xfrm>
          <a:prstGeom prst="rect">
            <a:avLst/>
          </a:prstGeom>
          <a:noFill/>
          <a:ln w="9525">
            <a:noFill/>
          </a:ln>
        </p:spPr>
      </p:pic>
    </p:spTree>
    <p:extLst>
      <p:ext uri="{BB962C8B-B14F-4D97-AF65-F5344CB8AC3E}">
        <p14:creationId xmlns:p14="http://schemas.microsoft.com/office/powerpoint/2010/main" val="3784294160"/>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 id="2147483684" r:id="rId17"/>
    <p:sldLayoutId id="2147483685" r:id="rId18"/>
    <p:sldLayoutId id="2147483686" r:id="rId19"/>
  </p:sldLayoutIdLst>
  <p:txStyles>
    <p:titleStyle>
      <a:lvl1pPr algn="l" defTabSz="51435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128905" indent="-128270" algn="l" defTabSz="514350" rtl="0" eaLnBrk="1" latinLnBrk="0" hangingPunct="1">
        <a:lnSpc>
          <a:spcPct val="90000"/>
        </a:lnSpc>
        <a:spcBef>
          <a:spcPct val="113000"/>
        </a:spcBef>
        <a:buFont typeface="Arial" panose="020B0604020202020204" pitchFamily="34" charset="0"/>
        <a:buChar char="•"/>
        <a:defRPr sz="2800" kern="1200">
          <a:solidFill>
            <a:schemeClr val="tx1"/>
          </a:solidFill>
          <a:latin typeface="+mn-lt"/>
          <a:ea typeface="+mn-ea"/>
          <a:cs typeface="+mn-cs"/>
        </a:defRPr>
      </a:lvl1pPr>
      <a:lvl2pPr marL="386080" indent="-128270" algn="l" defTabSz="514350" rtl="0" eaLnBrk="1" latinLnBrk="0" hangingPunct="1">
        <a:lnSpc>
          <a:spcPct val="90000"/>
        </a:lnSpc>
        <a:spcBef>
          <a:spcPts val="280"/>
        </a:spcBef>
        <a:buFont typeface="Arial" panose="020B0604020202020204" pitchFamily="34" charset="0"/>
        <a:buChar char="•"/>
        <a:defRPr sz="2400" kern="1200">
          <a:solidFill>
            <a:schemeClr val="tx1"/>
          </a:solidFill>
          <a:latin typeface="+mn-lt"/>
          <a:ea typeface="+mn-ea"/>
          <a:cs typeface="+mn-cs"/>
        </a:defRPr>
      </a:lvl2pPr>
      <a:lvl3pPr marL="643255" indent="-128270" algn="l" defTabSz="514350" rtl="0" eaLnBrk="1" latinLnBrk="0" hangingPunct="1">
        <a:lnSpc>
          <a:spcPct val="90000"/>
        </a:lnSpc>
        <a:spcBef>
          <a:spcPts val="280"/>
        </a:spcBef>
        <a:buFont typeface="Arial" panose="020B0604020202020204" pitchFamily="34" charset="0"/>
        <a:buChar char="•"/>
        <a:defRPr sz="2400" kern="1200">
          <a:solidFill>
            <a:schemeClr val="tx1"/>
          </a:solidFill>
          <a:latin typeface="+mn-lt"/>
          <a:ea typeface="+mn-ea"/>
          <a:cs typeface="+mn-cs"/>
        </a:defRPr>
      </a:lvl3pPr>
      <a:lvl4pPr marL="900430" indent="-128270" algn="l" defTabSz="514350" rtl="0" eaLnBrk="1" latinLnBrk="0" hangingPunct="1">
        <a:lnSpc>
          <a:spcPct val="90000"/>
        </a:lnSpc>
        <a:spcBef>
          <a:spcPts val="280"/>
        </a:spcBef>
        <a:buFont typeface="Arial" panose="020B0604020202020204" pitchFamily="34" charset="0"/>
        <a:buChar char="•"/>
        <a:defRPr sz="2400" kern="1200">
          <a:solidFill>
            <a:schemeClr val="tx1"/>
          </a:solidFill>
          <a:latin typeface="+mn-lt"/>
          <a:ea typeface="+mn-ea"/>
          <a:cs typeface="+mn-cs"/>
        </a:defRPr>
      </a:lvl4pPr>
      <a:lvl5pPr marL="1157605" indent="-128270" algn="l" defTabSz="514350" rtl="0" eaLnBrk="1" latinLnBrk="0" hangingPunct="1">
        <a:lnSpc>
          <a:spcPct val="90000"/>
        </a:lnSpc>
        <a:spcBef>
          <a:spcPts val="280"/>
        </a:spcBef>
        <a:buFont typeface="Arial" panose="020B0604020202020204" pitchFamily="34" charset="0"/>
        <a:buChar char="•"/>
        <a:defRPr sz="1600" kern="1200">
          <a:solidFill>
            <a:schemeClr val="tx1"/>
          </a:solidFill>
          <a:latin typeface="+mn-lt"/>
          <a:ea typeface="+mn-ea"/>
          <a:cs typeface="+mn-cs"/>
        </a:defRPr>
      </a:lvl5pPr>
      <a:lvl6pPr marL="1414780" indent="-128270"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6pPr>
      <a:lvl7pPr marL="1671955" indent="-128270"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7pPr>
      <a:lvl8pPr marL="1929130" indent="-128270"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8pPr>
      <a:lvl9pPr marL="2186305" indent="-128270"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9pPr>
    </p:bodyStyle>
    <p:otherStyle>
      <a:defPPr>
        <a:defRPr lang="zh-CN"/>
      </a:defPPr>
      <a:lvl1pPr marL="0" algn="l" defTabSz="514350" rtl="0" eaLnBrk="1" latinLnBrk="0" hangingPunct="1">
        <a:defRPr sz="1015" kern="1200">
          <a:solidFill>
            <a:schemeClr val="tx1"/>
          </a:solidFill>
          <a:latin typeface="+mn-lt"/>
          <a:ea typeface="+mn-ea"/>
          <a:cs typeface="+mn-cs"/>
        </a:defRPr>
      </a:lvl1pPr>
      <a:lvl2pPr marL="257175" algn="l" defTabSz="514350" rtl="0" eaLnBrk="1" latinLnBrk="0" hangingPunct="1">
        <a:defRPr sz="1015" kern="1200">
          <a:solidFill>
            <a:schemeClr val="tx1"/>
          </a:solidFill>
          <a:latin typeface="+mn-lt"/>
          <a:ea typeface="+mn-ea"/>
          <a:cs typeface="+mn-cs"/>
        </a:defRPr>
      </a:lvl2pPr>
      <a:lvl3pPr marL="514350" algn="l" defTabSz="514350" rtl="0" eaLnBrk="1" latinLnBrk="0" hangingPunct="1">
        <a:defRPr sz="1015" kern="1200">
          <a:solidFill>
            <a:schemeClr val="tx1"/>
          </a:solidFill>
          <a:latin typeface="+mn-lt"/>
          <a:ea typeface="+mn-ea"/>
          <a:cs typeface="+mn-cs"/>
        </a:defRPr>
      </a:lvl3pPr>
      <a:lvl4pPr marL="771525" algn="l" defTabSz="514350" rtl="0" eaLnBrk="1" latinLnBrk="0" hangingPunct="1">
        <a:defRPr sz="1015" kern="1200">
          <a:solidFill>
            <a:schemeClr val="tx1"/>
          </a:solidFill>
          <a:latin typeface="+mn-lt"/>
          <a:ea typeface="+mn-ea"/>
          <a:cs typeface="+mn-cs"/>
        </a:defRPr>
      </a:lvl4pPr>
      <a:lvl5pPr marL="1028700" algn="l" defTabSz="514350" rtl="0" eaLnBrk="1" latinLnBrk="0" hangingPunct="1">
        <a:defRPr sz="1015" kern="1200">
          <a:solidFill>
            <a:schemeClr val="tx1"/>
          </a:solidFill>
          <a:latin typeface="+mn-lt"/>
          <a:ea typeface="+mn-ea"/>
          <a:cs typeface="+mn-cs"/>
        </a:defRPr>
      </a:lvl5pPr>
      <a:lvl6pPr marL="1285875" algn="l" defTabSz="514350" rtl="0" eaLnBrk="1" latinLnBrk="0" hangingPunct="1">
        <a:defRPr sz="1015" kern="1200">
          <a:solidFill>
            <a:schemeClr val="tx1"/>
          </a:solidFill>
          <a:latin typeface="+mn-lt"/>
          <a:ea typeface="+mn-ea"/>
          <a:cs typeface="+mn-cs"/>
        </a:defRPr>
      </a:lvl6pPr>
      <a:lvl7pPr marL="1543050" algn="l" defTabSz="514350" rtl="0" eaLnBrk="1" latinLnBrk="0" hangingPunct="1">
        <a:defRPr sz="1015" kern="1200">
          <a:solidFill>
            <a:schemeClr val="tx1"/>
          </a:solidFill>
          <a:latin typeface="+mn-lt"/>
          <a:ea typeface="+mn-ea"/>
          <a:cs typeface="+mn-cs"/>
        </a:defRPr>
      </a:lvl7pPr>
      <a:lvl8pPr marL="1800225" algn="l" defTabSz="514350" rtl="0" eaLnBrk="1" latinLnBrk="0" hangingPunct="1">
        <a:defRPr sz="1015" kern="1200">
          <a:solidFill>
            <a:schemeClr val="tx1"/>
          </a:solidFill>
          <a:latin typeface="+mn-lt"/>
          <a:ea typeface="+mn-ea"/>
          <a:cs typeface="+mn-cs"/>
        </a:defRPr>
      </a:lvl8pPr>
      <a:lvl9pPr marL="2057400" algn="l" defTabSz="514350" rtl="0" eaLnBrk="1" latinLnBrk="0" hangingPunct="1">
        <a:defRPr sz="10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250.xml"/><Relationship Id="rId7" Type="http://schemas.openxmlformats.org/officeDocument/2006/relationships/image" Target="../media/image15.jpeg"/><Relationship Id="rId2" Type="http://schemas.openxmlformats.org/officeDocument/2006/relationships/tags" Target="../tags/tag249.xml"/><Relationship Id="rId1" Type="http://schemas.openxmlformats.org/officeDocument/2006/relationships/tags" Target="../tags/tag248.xml"/><Relationship Id="rId6" Type="http://schemas.openxmlformats.org/officeDocument/2006/relationships/slideLayout" Target="../slideLayouts/slideLayout19.xml"/><Relationship Id="rId5" Type="http://schemas.openxmlformats.org/officeDocument/2006/relationships/tags" Target="../tags/tag252.xml"/><Relationship Id="rId4" Type="http://schemas.openxmlformats.org/officeDocument/2006/relationships/tags" Target="../tags/tag251.xml"/></Relationships>
</file>

<file path=ppt/slides/_rels/slide2.xml.rels><?xml version="1.0" encoding="UTF-8" standalone="yes"?>
<Relationships xmlns="http://schemas.openxmlformats.org/package/2006/relationships"><Relationship Id="rId3" Type="http://schemas.openxmlformats.org/officeDocument/2006/relationships/tags" Target="../tags/tag255.xml"/><Relationship Id="rId2" Type="http://schemas.openxmlformats.org/officeDocument/2006/relationships/tags" Target="../tags/tag254.xml"/><Relationship Id="rId1" Type="http://schemas.openxmlformats.org/officeDocument/2006/relationships/tags" Target="../tags/tag253.xml"/><Relationship Id="rId5" Type="http://schemas.openxmlformats.org/officeDocument/2006/relationships/image" Target="../media/image14.png"/><Relationship Id="rId4"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oleObject" Target="../embeddings/oleObject1.bin"/><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副标题 4"/>
          <p:cNvSpPr>
            <a:spLocks noGrp="1"/>
          </p:cNvSpPr>
          <p:nvPr>
            <p:custDataLst>
              <p:tags r:id="rId2"/>
            </p:custDataLst>
          </p:nvPr>
        </p:nvSpPr>
        <p:spPr>
          <a:xfrm>
            <a:off x="689610" y="3877866"/>
            <a:ext cx="4569619" cy="277654"/>
          </a:xfrm>
          <a:prstGeom prst="rect">
            <a:avLst/>
          </a:prstGeom>
        </p:spPr>
        <p:txBody>
          <a:bodyPr vert="horz" wrap="square" lIns="0" tIns="0" rIns="0" bIns="0" rtlCol="0" anchor="t" anchorCtr="0">
            <a:normAutofit fontScale="37500" lnSpcReduction="20000"/>
          </a:bodyPr>
          <a:lstStyle>
            <a:lvl1pPr marL="0" marR="0" indent="0" algn="l" defTabSz="914400" rtl="0" eaLnBrk="1" fontAlgn="auto" latinLnBrk="0" hangingPunct="1">
              <a:lnSpc>
                <a:spcPct val="100000"/>
              </a:lnSpc>
              <a:spcBef>
                <a:spcPts val="0"/>
              </a:spcBef>
              <a:spcAft>
                <a:spcPts val="0"/>
              </a:spcAft>
              <a:buClrTx/>
              <a:buSzPts val="2000"/>
              <a:buFont typeface="Arial" panose="020B0604020202020204" pitchFamily="34" charset="0"/>
              <a:buNone/>
              <a:defRPr sz="1125" b="0" u="none" strike="noStrike" kern="1200" cap="none" spc="200" normalizeH="0" baseline="0">
                <a:solidFill>
                  <a:schemeClr val="tx1"/>
                </a:solidFill>
                <a:uFillTx/>
                <a:latin typeface="Arial" panose="020B0604020202020204" pitchFamily="34" charset="0"/>
                <a:ea typeface="隶书" panose="02010509060101010101" pitchFamily="49" charset="-122"/>
                <a:cs typeface="+mn-cs"/>
              </a:defRPr>
            </a:lvl1pPr>
            <a:lvl2pPr marL="257175" indent="0" algn="ctr" defTabSz="514350" rtl="0" eaLnBrk="1" fontAlgn="auto" latinLnBrk="0" hangingPunct="1">
              <a:lnSpc>
                <a:spcPct val="130000"/>
              </a:lnSpc>
              <a:spcBef>
                <a:spcPts val="0"/>
              </a:spcBef>
              <a:spcAft>
                <a:spcPts val="1000"/>
              </a:spcAft>
              <a:buFont typeface="Arial" panose="020B0604020202020204" pitchFamily="34" charset="0"/>
              <a:buNone/>
              <a:tabLst>
                <a:tab pos="905510" algn="l"/>
              </a:tabLst>
              <a:defRPr sz="900" u="none" strike="noStrike" kern="1200" cap="none" spc="150" normalizeH="0" baseline="0">
                <a:solidFill>
                  <a:schemeClr val="tx1"/>
                </a:solidFill>
                <a:uFillTx/>
                <a:latin typeface="Arial" panose="020B0604020202020204" pitchFamily="34" charset="0"/>
                <a:ea typeface="隶书" panose="02010509060101010101" pitchFamily="49" charset="-122"/>
                <a:cs typeface="+mn-cs"/>
              </a:defRPr>
            </a:lvl2pPr>
            <a:lvl3pPr marL="514350" indent="0" algn="ctr" defTabSz="514350" rtl="0" eaLnBrk="1" fontAlgn="auto" latinLnBrk="0" hangingPunct="1">
              <a:lnSpc>
                <a:spcPct val="130000"/>
              </a:lnSpc>
              <a:spcBef>
                <a:spcPts val="0"/>
              </a:spcBef>
              <a:spcAft>
                <a:spcPts val="1000"/>
              </a:spcAft>
              <a:buFont typeface="Arial" panose="020B0604020202020204" pitchFamily="34" charset="0"/>
              <a:buNone/>
              <a:defRPr sz="900" u="none" strike="noStrike" kern="1200" cap="none" spc="150" normalizeH="0" baseline="0">
                <a:solidFill>
                  <a:schemeClr val="tx1"/>
                </a:solidFill>
                <a:uFillTx/>
                <a:latin typeface="Arial" panose="020B0604020202020204" pitchFamily="34" charset="0"/>
                <a:ea typeface="隶书" panose="02010509060101010101" pitchFamily="49" charset="-122"/>
                <a:cs typeface="+mn-cs"/>
              </a:defRPr>
            </a:lvl3pPr>
            <a:lvl4pPr marL="771525" indent="0" algn="ctr" defTabSz="514350" rtl="0" eaLnBrk="1" fontAlgn="auto" latinLnBrk="0" hangingPunct="1">
              <a:lnSpc>
                <a:spcPct val="130000"/>
              </a:lnSpc>
              <a:spcBef>
                <a:spcPts val="0"/>
              </a:spcBef>
              <a:spcAft>
                <a:spcPts val="1000"/>
              </a:spcAft>
              <a:buFont typeface="Arial" panose="020B0604020202020204" pitchFamily="34" charset="0"/>
              <a:buNone/>
              <a:defRPr sz="900" u="none" strike="noStrike" kern="1200" cap="none" spc="150" normalizeH="0" baseline="0">
                <a:solidFill>
                  <a:schemeClr val="tx1"/>
                </a:solidFill>
                <a:uFillTx/>
                <a:latin typeface="Arial" panose="020B0604020202020204" pitchFamily="34" charset="0"/>
                <a:ea typeface="隶书" panose="02010509060101010101" pitchFamily="49" charset="-122"/>
                <a:cs typeface="+mn-cs"/>
              </a:defRPr>
            </a:lvl4pPr>
            <a:lvl5pPr marL="1028700" indent="0" algn="ctr" defTabSz="514350" rtl="0" eaLnBrk="1" fontAlgn="auto" latinLnBrk="0" hangingPunct="1">
              <a:lnSpc>
                <a:spcPct val="130000"/>
              </a:lnSpc>
              <a:spcBef>
                <a:spcPts val="0"/>
              </a:spcBef>
              <a:spcAft>
                <a:spcPts val="1000"/>
              </a:spcAft>
              <a:buFont typeface="Arial" panose="020B0604020202020204" pitchFamily="34" charset="0"/>
              <a:buNone/>
              <a:defRPr sz="900" u="none" strike="noStrike" kern="1200" cap="none" spc="150" normalizeH="0" baseline="0">
                <a:solidFill>
                  <a:schemeClr val="tx1"/>
                </a:solidFill>
                <a:uFillTx/>
                <a:latin typeface="Arial" panose="020B0604020202020204" pitchFamily="34" charset="0"/>
                <a:ea typeface="隶书" panose="02010509060101010101" pitchFamily="49" charset="-122"/>
                <a:cs typeface="+mn-cs"/>
              </a:defRPr>
            </a:lvl5pPr>
            <a:lvl6pPr marL="1285875" indent="0" algn="ctr" defTabSz="514350" rtl="0" eaLnBrk="1" latinLnBrk="0" hangingPunct="1">
              <a:lnSpc>
                <a:spcPct val="90000"/>
              </a:lnSpc>
              <a:spcBef>
                <a:spcPts val="280"/>
              </a:spcBef>
              <a:buFont typeface="Arial" panose="020B0604020202020204" pitchFamily="34" charset="0"/>
              <a:buNone/>
              <a:defRPr sz="1015" kern="1200">
                <a:solidFill>
                  <a:schemeClr val="tx1"/>
                </a:solidFill>
                <a:latin typeface="+mn-lt"/>
                <a:ea typeface="+mn-ea"/>
                <a:cs typeface="+mn-cs"/>
              </a:defRPr>
            </a:lvl6pPr>
            <a:lvl7pPr marL="1543050" indent="0" algn="ctr" defTabSz="514350" rtl="0" eaLnBrk="1" latinLnBrk="0" hangingPunct="1">
              <a:lnSpc>
                <a:spcPct val="90000"/>
              </a:lnSpc>
              <a:spcBef>
                <a:spcPts val="280"/>
              </a:spcBef>
              <a:buFont typeface="Arial" panose="020B0604020202020204" pitchFamily="34" charset="0"/>
              <a:buNone/>
              <a:defRPr sz="1015" kern="1200">
                <a:solidFill>
                  <a:schemeClr val="tx1"/>
                </a:solidFill>
                <a:latin typeface="+mn-lt"/>
                <a:ea typeface="+mn-ea"/>
                <a:cs typeface="+mn-cs"/>
              </a:defRPr>
            </a:lvl7pPr>
            <a:lvl8pPr marL="1800225" indent="0" algn="ctr" defTabSz="514350" rtl="0" eaLnBrk="1" latinLnBrk="0" hangingPunct="1">
              <a:lnSpc>
                <a:spcPct val="90000"/>
              </a:lnSpc>
              <a:spcBef>
                <a:spcPts val="280"/>
              </a:spcBef>
              <a:buFont typeface="Arial" panose="020B0604020202020204" pitchFamily="34" charset="0"/>
              <a:buNone/>
              <a:defRPr sz="1015" kern="1200">
                <a:solidFill>
                  <a:schemeClr val="tx1"/>
                </a:solidFill>
                <a:latin typeface="+mn-lt"/>
                <a:ea typeface="+mn-ea"/>
                <a:cs typeface="+mn-cs"/>
              </a:defRPr>
            </a:lvl8pPr>
            <a:lvl9pPr marL="2057400" indent="0" algn="ctr" defTabSz="514350" rtl="0" eaLnBrk="1" latinLnBrk="0" hangingPunct="1">
              <a:lnSpc>
                <a:spcPct val="90000"/>
              </a:lnSpc>
              <a:spcBef>
                <a:spcPts val="280"/>
              </a:spcBef>
              <a:buFont typeface="Arial" panose="020B0604020202020204" pitchFamily="34" charset="0"/>
              <a:buNone/>
              <a:defRPr sz="1015" kern="1200">
                <a:solidFill>
                  <a:schemeClr val="tx1"/>
                </a:solidFill>
                <a:latin typeface="+mn-lt"/>
                <a:ea typeface="+mn-ea"/>
                <a:cs typeface="+mn-cs"/>
              </a:defRPr>
            </a:lvl9pPr>
          </a:lstStyle>
          <a:p>
            <a:pPr marL="0" marR="0" lvl="0" indent="-285750" algn="l" defTabSz="914400" rtl="0" eaLnBrk="1" fontAlgn="ctr" latinLnBrk="0" hangingPunct="1">
              <a:lnSpc>
                <a:spcPct val="130000"/>
              </a:lnSpc>
              <a:spcBef>
                <a:spcPts val="1000"/>
              </a:spcBef>
              <a:spcAft>
                <a:spcPts val="0"/>
              </a:spcAft>
              <a:buClrTx/>
              <a:buSzPct val="100000"/>
              <a:buFont typeface="Wingdings" panose="05000000000000000000" charset="0"/>
              <a:buNone/>
              <a:tabLst/>
              <a:defRPr/>
            </a:pPr>
            <a:r>
              <a:rPr kumimoji="0" lang="zh-CN" altLang="en-US" sz="1000" b="0" i="0" u="none" strike="noStrike" kern="1200" cap="none" spc="200" normalizeH="0" baseline="0" noProof="0" dirty="0">
                <a:ln>
                  <a:noFill/>
                </a:ln>
                <a:solidFill>
                  <a:srgbClr val="FFFFFF"/>
                </a:solidFill>
                <a:effectLst/>
                <a:uLnTx/>
                <a:uFillTx/>
                <a:latin typeface="Arial" panose="020B0604020202020204" pitchFamily="34" charset="0"/>
                <a:ea typeface="隶书" panose="02010509060101010101" pitchFamily="49" charset="-122"/>
                <a:cs typeface="+mn-cs"/>
                <a:sym typeface="+mn-ea"/>
              </a:rPr>
              <a:t>第一讲  课程概述、文献检索与综述</a:t>
            </a:r>
          </a:p>
          <a:p>
            <a:pPr marL="0" marR="0" lvl="0" indent="-285750" algn="l" defTabSz="914400" rtl="0" eaLnBrk="1" fontAlgn="ctr" latinLnBrk="0" hangingPunct="1">
              <a:lnSpc>
                <a:spcPct val="130000"/>
              </a:lnSpc>
              <a:spcBef>
                <a:spcPts val="1000"/>
              </a:spcBef>
              <a:spcAft>
                <a:spcPts val="0"/>
              </a:spcAft>
              <a:buClrTx/>
              <a:buSzPct val="100000"/>
              <a:buFont typeface="Wingdings" panose="05000000000000000000" charset="0"/>
              <a:buNone/>
              <a:tabLst/>
              <a:defRPr/>
            </a:pPr>
            <a:r>
              <a:rPr kumimoji="0" lang="zh-CN" altLang="en-US" sz="1000" b="0" i="0" u="none" strike="noStrike" kern="1200" cap="none" spc="200" normalizeH="0" baseline="0" noProof="0" dirty="0">
                <a:ln>
                  <a:noFill/>
                </a:ln>
                <a:solidFill>
                  <a:srgbClr val="FFFFFF"/>
                </a:solidFill>
                <a:effectLst/>
                <a:uLnTx/>
                <a:uFillTx/>
                <a:latin typeface="Arial" panose="020B0604020202020204" pitchFamily="34" charset="0"/>
                <a:ea typeface="隶书" panose="02010509060101010101" pitchFamily="49" charset="-122"/>
                <a:cs typeface="+mn-cs"/>
                <a:sym typeface="+mn-ea"/>
              </a:rPr>
              <a:t>部分幻灯片素材源自：武刚  姚佰承 黄勇军 杨鍊 邬震宇</a:t>
            </a:r>
          </a:p>
        </p:txBody>
      </p:sp>
      <p:sp>
        <p:nvSpPr>
          <p:cNvPr id="4" name="副标题 3"/>
          <p:cNvSpPr>
            <a:spLocks noGrp="1"/>
          </p:cNvSpPr>
          <p:nvPr>
            <p:ph type="subTitle" idx="1"/>
            <p:custDataLst>
              <p:tags r:id="rId3"/>
            </p:custDataLst>
          </p:nvPr>
        </p:nvSpPr>
        <p:spPr>
          <a:xfrm>
            <a:off x="4016568" y="3552825"/>
            <a:ext cx="4761230" cy="1692275"/>
          </a:xfrm>
        </p:spPr>
        <p:txBody>
          <a:bodyPr>
            <a:noAutofit/>
          </a:bodyPr>
          <a:lstStyle/>
          <a:p>
            <a:pPr marL="0" lvl="0" indent="-285750" fontAlgn="ctr">
              <a:lnSpc>
                <a:spcPct val="130000"/>
              </a:lnSpc>
              <a:spcBef>
                <a:spcPts val="1000"/>
              </a:spcBef>
              <a:spcAft>
                <a:spcPts val="0"/>
              </a:spcAft>
              <a:buSzPct val="100000"/>
              <a:buFont typeface="Wingdings" panose="05000000000000000000" charset="0"/>
              <a:buNone/>
            </a:pPr>
            <a:r>
              <a:rPr lang="zh-CN" altLang="en-US" sz="2400" dirty="0">
                <a:solidFill>
                  <a:schemeClr val="lt1"/>
                </a:solidFill>
              </a:rPr>
              <a:t>巫江</a:t>
            </a:r>
            <a:endParaRPr lang="en-US" altLang="zh-CN" sz="2400" dirty="0">
              <a:solidFill>
                <a:schemeClr val="lt1"/>
              </a:solidFill>
            </a:endParaRPr>
          </a:p>
          <a:p>
            <a:pPr marL="0" lvl="0" indent="-285750" fontAlgn="ctr">
              <a:lnSpc>
                <a:spcPct val="130000"/>
              </a:lnSpc>
              <a:spcBef>
                <a:spcPts val="1000"/>
              </a:spcBef>
              <a:spcAft>
                <a:spcPts val="0"/>
              </a:spcAft>
              <a:buSzPct val="100000"/>
              <a:buFont typeface="Wingdings" panose="05000000000000000000" charset="0"/>
              <a:buNone/>
            </a:pPr>
            <a:r>
              <a:rPr lang="zh-CN" altLang="en-US" sz="2400" u="none" strike="noStrike" baseline="0" dirty="0">
                <a:solidFill>
                  <a:schemeClr val="lt1"/>
                </a:solidFill>
                <a:uLnTx/>
                <a:uFillTx/>
              </a:rPr>
              <a:t>电子科技大学 </a:t>
            </a:r>
          </a:p>
          <a:p>
            <a:pPr marL="0" lvl="0" indent="-285750" fontAlgn="ctr">
              <a:lnSpc>
                <a:spcPct val="130000"/>
              </a:lnSpc>
              <a:spcBef>
                <a:spcPts val="1000"/>
              </a:spcBef>
              <a:spcAft>
                <a:spcPts val="0"/>
              </a:spcAft>
              <a:buSzPct val="100000"/>
              <a:buFont typeface="Wingdings" panose="05000000000000000000" charset="0"/>
              <a:buNone/>
            </a:pPr>
            <a:r>
              <a:rPr lang="zh-CN" altLang="en-US" sz="2400" u="none" strike="noStrike" baseline="0" dirty="0">
                <a:solidFill>
                  <a:schemeClr val="lt1"/>
                </a:solidFill>
                <a:uLnTx/>
                <a:uFillTx/>
              </a:rPr>
              <a:t>基础与前沿研究院</a:t>
            </a:r>
            <a:endParaRPr lang="en-US" altLang="zh-CN" sz="2400" u="none" strike="noStrike" baseline="0" dirty="0">
              <a:solidFill>
                <a:schemeClr val="lt1"/>
              </a:solidFill>
              <a:uLnTx/>
              <a:uFillTx/>
            </a:endParaRPr>
          </a:p>
          <a:p>
            <a:pPr marL="0" lvl="0" indent="-285750" fontAlgn="ctr">
              <a:lnSpc>
                <a:spcPct val="130000"/>
              </a:lnSpc>
              <a:spcBef>
                <a:spcPts val="1000"/>
              </a:spcBef>
              <a:spcAft>
                <a:spcPts val="0"/>
              </a:spcAft>
              <a:buSzPct val="100000"/>
              <a:buFont typeface="Wingdings" panose="05000000000000000000" charset="0"/>
              <a:buNone/>
            </a:pPr>
            <a:r>
              <a:rPr lang="en-US" altLang="zh-CN" sz="2400" dirty="0">
                <a:solidFill>
                  <a:schemeClr val="lt1"/>
                </a:solidFill>
              </a:rPr>
              <a:t>jiangwu@uestc.edu.cn</a:t>
            </a:r>
            <a:endParaRPr lang="zh-CN" altLang="en-US" sz="2400" u="none" strike="noStrike" baseline="0" dirty="0">
              <a:solidFill>
                <a:schemeClr val="lt1"/>
              </a:solidFill>
              <a:uLnTx/>
              <a:uFillTx/>
            </a:endParaRPr>
          </a:p>
        </p:txBody>
      </p:sp>
      <p:sp>
        <p:nvSpPr>
          <p:cNvPr id="5" name="标题 4"/>
          <p:cNvSpPr>
            <a:spLocks noGrp="1"/>
          </p:cNvSpPr>
          <p:nvPr>
            <p:ph type="ctrTitle"/>
            <p:custDataLst>
              <p:tags r:id="rId4"/>
            </p:custDataLst>
          </p:nvPr>
        </p:nvSpPr>
        <p:spPr>
          <a:xfrm>
            <a:off x="3829878" y="1341120"/>
            <a:ext cx="5134610" cy="1867535"/>
          </a:xfrm>
        </p:spPr>
        <p:txBody>
          <a:bodyPr>
            <a:normAutofit/>
          </a:bodyPr>
          <a:lstStyle/>
          <a:p>
            <a:pPr marL="0" indent="0" algn="ctr">
              <a:lnSpc>
                <a:spcPct val="150000"/>
              </a:lnSpc>
              <a:spcBef>
                <a:spcPts val="0"/>
              </a:spcBef>
              <a:spcAft>
                <a:spcPts val="0"/>
              </a:spcAft>
              <a:buSzPct val="100000"/>
              <a:buNone/>
            </a:pPr>
            <a:r>
              <a:rPr lang="en-US" altLang="zh-CN" sz="3600" u="none" strike="noStrike" baseline="0" dirty="0">
                <a:solidFill>
                  <a:schemeClr val="accent1"/>
                </a:solidFill>
                <a:uLnTx/>
                <a:uFillTx/>
              </a:rPr>
              <a:t>《</a:t>
            </a:r>
            <a:r>
              <a:rPr lang="en-US" altLang="zh-CN" sz="3600" u="none" strike="noStrike" baseline="0" dirty="0" err="1">
                <a:solidFill>
                  <a:schemeClr val="accent1"/>
                </a:solidFill>
                <a:uLnTx/>
                <a:uFillTx/>
              </a:rPr>
              <a:t>专业写作</a:t>
            </a:r>
            <a:r>
              <a:rPr lang="zh-CN" altLang="en-US" sz="3600" u="none" strike="noStrike" baseline="0" dirty="0">
                <a:solidFill>
                  <a:schemeClr val="accent1"/>
                </a:solidFill>
                <a:uLnTx/>
                <a:uFillTx/>
              </a:rPr>
              <a:t>基础</a:t>
            </a:r>
            <a:r>
              <a:rPr lang="en-US" altLang="zh-CN" sz="3600" u="none" strike="noStrike" baseline="0" dirty="0">
                <a:solidFill>
                  <a:schemeClr val="accent1"/>
                </a:solidFill>
                <a:uLnTx/>
                <a:uFillTx/>
              </a:rPr>
              <a:t>》</a:t>
            </a:r>
            <a:br>
              <a:rPr lang="en-US" altLang="zh-CN" sz="3600" u="none" strike="noStrike" baseline="0" dirty="0">
                <a:solidFill>
                  <a:schemeClr val="accent1"/>
                </a:solidFill>
                <a:uLnTx/>
                <a:uFillTx/>
              </a:rPr>
            </a:br>
            <a:r>
              <a:rPr lang="zh-CN" altLang="en-US" u="none" strike="noStrike" baseline="0" dirty="0">
                <a:uLnTx/>
                <a:uFillTx/>
              </a:rPr>
              <a:t>第</a:t>
            </a:r>
            <a:r>
              <a:rPr lang="en-US" altLang="zh-CN" dirty="0"/>
              <a:t>4</a:t>
            </a:r>
            <a:r>
              <a:rPr lang="zh-CN" altLang="en-US" u="none" strike="noStrike" baseline="0">
                <a:uLnTx/>
                <a:uFillTx/>
              </a:rPr>
              <a:t>讲 </a:t>
            </a:r>
            <a:r>
              <a:rPr lang="zh-CN" altLang="en-US" dirty="0"/>
              <a:t>专利写作</a:t>
            </a:r>
            <a:endParaRPr lang="en-US" altLang="zh-CN" sz="3600" u="none" strike="noStrike" baseline="0" dirty="0">
              <a:solidFill>
                <a:schemeClr val="accent1"/>
              </a:solidFill>
              <a:uLnTx/>
              <a:uFillTx/>
            </a:endParaRPr>
          </a:p>
        </p:txBody>
      </p:sp>
      <p:sp>
        <p:nvSpPr>
          <p:cNvPr id="6" name="文本框 5"/>
          <p:cNvSpPr txBox="1"/>
          <p:nvPr>
            <p:custDataLst>
              <p:tags r:id="rId5"/>
            </p:custDataLst>
          </p:nvPr>
        </p:nvSpPr>
        <p:spPr>
          <a:xfrm>
            <a:off x="4932045" y="116840"/>
            <a:ext cx="3964940" cy="460375"/>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srgbClr val="FFC000">
                    <a:lumMod val="20000"/>
                    <a:lumOff val="80000"/>
                  </a:srgbClr>
                </a:solidFill>
                <a:effectLst/>
                <a:uLnTx/>
                <a:uFillTx/>
                <a:latin typeface="Times New Roman" panose="02020603050405020304" pitchFamily="18" charset="0"/>
                <a:ea typeface="宋体" panose="02010600030101010101" pitchFamily="2" charset="-122"/>
                <a:cs typeface="+mn-cs"/>
              </a:rPr>
              <a:t>2026-2027-01</a:t>
            </a:r>
            <a:r>
              <a:rPr kumimoji="0" lang="zh-CN" altLang="en-US" sz="2400" b="0" i="0" u="none" strike="noStrike" kern="1200" cap="none" spc="0" normalizeH="0" baseline="0" noProof="0" dirty="0">
                <a:ln>
                  <a:noFill/>
                </a:ln>
                <a:solidFill>
                  <a:srgbClr val="FFC000">
                    <a:lumMod val="20000"/>
                    <a:lumOff val="80000"/>
                  </a:srgbClr>
                </a:solidFill>
                <a:effectLst/>
                <a:uLnTx/>
                <a:uFillTx/>
                <a:latin typeface="Times New Roman" panose="02020603050405020304" pitchFamily="18" charset="0"/>
                <a:ea typeface="宋体" panose="02010600030101010101" pitchFamily="2" charset="-122"/>
                <a:cs typeface="+mn-cs"/>
              </a:rPr>
              <a:t>学期</a:t>
            </a:r>
          </a:p>
        </p:txBody>
      </p:sp>
      <p:sp>
        <p:nvSpPr>
          <p:cNvPr id="9" name="文本框 8">
            <a:extLst>
              <a:ext uri="{FF2B5EF4-FFF2-40B4-BE49-F238E27FC236}">
                <a16:creationId xmlns:a16="http://schemas.microsoft.com/office/drawing/2014/main" id="{AB4E61D1-F0AB-2035-E7E7-5C18B836AD97}"/>
              </a:ext>
            </a:extLst>
          </p:cNvPr>
          <p:cNvSpPr txBox="1"/>
          <p:nvPr/>
        </p:nvSpPr>
        <p:spPr>
          <a:xfrm>
            <a:off x="4200107" y="6237312"/>
            <a:ext cx="4394152" cy="461665"/>
          </a:xfrm>
          <a:prstGeom prst="rect">
            <a:avLst/>
          </a:prstGeom>
          <a:noFill/>
        </p:spPr>
        <p:txBody>
          <a:bodyPr wrap="non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400" b="0" i="0" u="none" strike="noStrike" kern="1200" cap="none" spc="0" normalizeH="0" baseline="0" noProof="0" dirty="0">
                <a:ln>
                  <a:noFill/>
                </a:ln>
                <a:solidFill>
                  <a:srgbClr val="FFFFFF"/>
                </a:solidFill>
                <a:effectLst/>
                <a:uLnTx/>
                <a:uFillTx/>
                <a:latin typeface="Arial"/>
                <a:ea typeface="黑体" panose="02010609060101010101" pitchFamily="49" charset="-122"/>
                <a:cs typeface="+mn-cs"/>
              </a:rPr>
              <a:t>助教：周翔宇 </a:t>
            </a:r>
            <a:r>
              <a:rPr kumimoji="0" lang="en-US" altLang="zh-CN" sz="2400" b="0" i="0" u="none" strike="noStrike" kern="1200" cap="none" spc="0" normalizeH="0" baseline="0" noProof="0" dirty="0">
                <a:ln>
                  <a:noFill/>
                </a:ln>
                <a:solidFill>
                  <a:srgbClr val="FFFFFF"/>
                </a:solidFill>
                <a:effectLst/>
                <a:uLnTx/>
                <a:uFillTx/>
                <a:latin typeface="Arial"/>
                <a:ea typeface="黑体" panose="02010609060101010101" pitchFamily="49" charset="-122"/>
                <a:cs typeface="+mn-cs"/>
              </a:rPr>
              <a:t>QQ:2661829386</a:t>
            </a:r>
            <a:endParaRPr kumimoji="0" lang="zh-CN" altLang="en-US" sz="2400" b="0" i="0" u="none" strike="noStrike" kern="1200" cap="none" spc="0" normalizeH="0" baseline="0" noProof="0" dirty="0">
              <a:ln>
                <a:noFill/>
              </a:ln>
              <a:solidFill>
                <a:srgbClr val="FFFFFF"/>
              </a:solidFill>
              <a:effectLst/>
              <a:uLnTx/>
              <a:uFillTx/>
              <a:latin typeface="Arial"/>
              <a:ea typeface="黑体" panose="02010609060101010101" pitchFamily="49" charset="-122"/>
              <a:cs typeface="+mn-cs"/>
            </a:endParaRPr>
          </a:p>
        </p:txBody>
      </p:sp>
      <p:pic>
        <p:nvPicPr>
          <p:cNvPr id="8" name="图片 7">
            <a:extLst>
              <a:ext uri="{FF2B5EF4-FFF2-40B4-BE49-F238E27FC236}">
                <a16:creationId xmlns:a16="http://schemas.microsoft.com/office/drawing/2014/main" id="{4AA4E070-AF97-7A9D-D6EC-CEFCDD391809}"/>
              </a:ext>
            </a:extLst>
          </p:cNvPr>
          <p:cNvPicPr>
            <a:picLocks noChangeAspect="1"/>
          </p:cNvPicPr>
          <p:nvPr/>
        </p:nvPicPr>
        <p:blipFill>
          <a:blip r:embed="rId7" cstate="print">
            <a:clrChange>
              <a:clrFrom>
                <a:srgbClr val="0F0E13"/>
              </a:clrFrom>
              <a:clrTo>
                <a:srgbClr val="0F0E13">
                  <a:alpha val="0"/>
                </a:srgbClr>
              </a:clrTo>
            </a:clrChange>
            <a:extLst>
              <a:ext uri="{28A0092B-C50C-407E-A947-70E740481C1C}">
                <a14:useLocalDpi xmlns:a14="http://schemas.microsoft.com/office/drawing/2010/main" val="0"/>
              </a:ext>
            </a:extLst>
          </a:blip>
          <a:stretch>
            <a:fillRect/>
          </a:stretch>
        </p:blipFill>
        <p:spPr>
          <a:xfrm>
            <a:off x="-27184" y="-13841"/>
            <a:ext cx="3857062" cy="6858000"/>
          </a:xfrm>
          <a:prstGeom prst="rect">
            <a:avLst/>
          </a:prstGeom>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userDrawn="1">
            <p:custDataLst>
              <p:tags r:id="rId2"/>
            </p:custDataLst>
          </p:nvPr>
        </p:nvPicPr>
        <p:blipFill>
          <a:blip r:embed="rId5"/>
          <a:stretch>
            <a:fillRect/>
          </a:stretch>
        </p:blipFill>
        <p:spPr>
          <a:xfrm>
            <a:off x="48577" y="249238"/>
            <a:ext cx="1127284" cy="1068705"/>
          </a:xfrm>
          <a:prstGeom prst="rect">
            <a:avLst/>
          </a:prstGeom>
        </p:spPr>
      </p:pic>
      <p:sp>
        <p:nvSpPr>
          <p:cNvPr id="162818" name="Rectangle 2"/>
          <p:cNvSpPr>
            <a:spLocks noGrp="1" noChangeArrowheads="1"/>
          </p:cNvSpPr>
          <p:nvPr>
            <p:ph type="title" idx="4294967295"/>
          </p:nvPr>
        </p:nvSpPr>
        <p:spPr>
          <a:xfrm>
            <a:off x="1503680" y="20955"/>
            <a:ext cx="5805170" cy="815975"/>
          </a:xfrm>
          <a:noFill/>
          <a:ln w="9525">
            <a:noFill/>
          </a:ln>
        </p:spPr>
        <p:txBody>
          <a:bodyPr vert="horz" wrap="square" lIns="91440" tIns="45720" rIns="91440" bIns="45720" numCol="1" rtlCol="0" anchor="ctr" anchorCtr="0" compatLnSpc="1">
            <a:noAutofit/>
          </a:bodyPr>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a:lstStyle>
          <a:p>
            <a:pPr lvl="0" algn="ctr" defTabSz="914400" eaLnBrk="1" hangingPunct="1">
              <a:spcAft>
                <a:spcPts val="0"/>
              </a:spcAft>
              <a:buClrTx/>
              <a:buSzTx/>
              <a:buFontTx/>
              <a:defRPr/>
            </a:pPr>
            <a:r>
              <a:rPr lang="zh-CN" altLang="en-US" sz="4800" b="0" spc="0" noProof="0">
                <a:ln>
                  <a:noFill/>
                </a:ln>
                <a:solidFill>
                  <a:schemeClr val="accent1">
                    <a:lumMod val="75000"/>
                  </a:schemeClr>
                </a:solidFill>
                <a:effectLst>
                  <a:outerShdw blurRad="38100" dist="38100" dir="2700000" algn="tl">
                    <a:srgbClr val="000000"/>
                  </a:outerShdw>
                </a:effectLst>
                <a:uLnTx/>
                <a:latin typeface="黑体" panose="02010609060101010101" charset="-122"/>
                <a:ea typeface="黑体" panose="02010609060101010101" charset="-122"/>
                <a:sym typeface="+mn-ea"/>
              </a:rPr>
              <a:t>课时安排与节点要求</a:t>
            </a:r>
          </a:p>
        </p:txBody>
      </p:sp>
      <p:graphicFrame>
        <p:nvGraphicFramePr>
          <p:cNvPr id="4" name="表格 1">
            <a:extLst>
              <a:ext uri="{FF2B5EF4-FFF2-40B4-BE49-F238E27FC236}">
                <a16:creationId xmlns:a16="http://schemas.microsoft.com/office/drawing/2014/main" id="{3F7D47C0-71C2-9DCA-F44A-2B2117C5EB0C}"/>
              </a:ext>
            </a:extLst>
          </p:cNvPr>
          <p:cNvGraphicFramePr/>
          <p:nvPr>
            <p:custDataLst>
              <p:tags r:id="rId3"/>
            </p:custDataLst>
            <p:extLst>
              <p:ext uri="{D42A27DB-BD31-4B8C-83A1-F6EECF244321}">
                <p14:modId xmlns:p14="http://schemas.microsoft.com/office/powerpoint/2010/main" val="1441725713"/>
              </p:ext>
            </p:extLst>
          </p:nvPr>
        </p:nvGraphicFramePr>
        <p:xfrm>
          <a:off x="179705" y="981075"/>
          <a:ext cx="8897620" cy="5444490"/>
        </p:xfrm>
        <a:graphic>
          <a:graphicData uri="http://schemas.openxmlformats.org/drawingml/2006/table">
            <a:tbl>
              <a:tblPr firstRow="1" bandRow="1">
                <a:tableStyleId>{93296810-A885-4BE3-A3E7-6D5BEEA58F35}</a:tableStyleId>
              </a:tblPr>
              <a:tblGrid>
                <a:gridCol w="701675">
                  <a:extLst>
                    <a:ext uri="{9D8B030D-6E8A-4147-A177-3AD203B41FA5}">
                      <a16:colId xmlns:a16="http://schemas.microsoft.com/office/drawing/2014/main" val="20000"/>
                    </a:ext>
                  </a:extLst>
                </a:gridCol>
                <a:gridCol w="1867535">
                  <a:extLst>
                    <a:ext uri="{9D8B030D-6E8A-4147-A177-3AD203B41FA5}">
                      <a16:colId xmlns:a16="http://schemas.microsoft.com/office/drawing/2014/main" val="20001"/>
                    </a:ext>
                  </a:extLst>
                </a:gridCol>
                <a:gridCol w="3571240">
                  <a:extLst>
                    <a:ext uri="{9D8B030D-6E8A-4147-A177-3AD203B41FA5}">
                      <a16:colId xmlns:a16="http://schemas.microsoft.com/office/drawing/2014/main" val="20002"/>
                    </a:ext>
                  </a:extLst>
                </a:gridCol>
                <a:gridCol w="2757170">
                  <a:extLst>
                    <a:ext uri="{9D8B030D-6E8A-4147-A177-3AD203B41FA5}">
                      <a16:colId xmlns:a16="http://schemas.microsoft.com/office/drawing/2014/main" val="20003"/>
                    </a:ext>
                  </a:extLst>
                </a:gridCol>
              </a:tblGrid>
              <a:tr h="457200">
                <a:tc>
                  <a:txBody>
                    <a:bodyPr/>
                    <a:lstStyle/>
                    <a:p>
                      <a:pPr>
                        <a:spcAft>
                          <a:spcPts val="0"/>
                        </a:spcAft>
                        <a:buNone/>
                      </a:pPr>
                      <a:r>
                        <a:rPr lang="zh-CN" altLang="en-US" sz="2400"/>
                        <a:t>周</a:t>
                      </a:r>
                    </a:p>
                  </a:txBody>
                  <a:tcPr/>
                </a:tc>
                <a:tc>
                  <a:txBody>
                    <a:bodyPr/>
                    <a:lstStyle/>
                    <a:p>
                      <a:pPr>
                        <a:buNone/>
                      </a:pPr>
                      <a:r>
                        <a:rPr lang="zh-CN" altLang="en-US" sz="2400"/>
                        <a:t>日期</a:t>
                      </a:r>
                    </a:p>
                  </a:txBody>
                  <a:tcPr/>
                </a:tc>
                <a:tc>
                  <a:txBody>
                    <a:bodyPr/>
                    <a:lstStyle/>
                    <a:p>
                      <a:pPr>
                        <a:buNone/>
                      </a:pPr>
                      <a:r>
                        <a:rPr lang="zh-CN" altLang="en-US" sz="2400"/>
                        <a:t>内容</a:t>
                      </a:r>
                    </a:p>
                  </a:txBody>
                  <a:tcPr/>
                </a:tc>
                <a:tc>
                  <a:txBody>
                    <a:bodyPr/>
                    <a:lstStyle/>
                    <a:p>
                      <a:pPr>
                        <a:buNone/>
                      </a:pPr>
                      <a:r>
                        <a:rPr lang="zh-CN" altLang="en-US" sz="2400" dirty="0"/>
                        <a:t>节点要求</a:t>
                      </a:r>
                    </a:p>
                  </a:txBody>
                  <a:tcPr/>
                </a:tc>
                <a:extLst>
                  <a:ext uri="{0D108BD9-81ED-4DB2-BD59-A6C34878D82A}">
                    <a16:rowId xmlns:a16="http://schemas.microsoft.com/office/drawing/2014/main" val="10000"/>
                  </a:ext>
                </a:extLst>
              </a:tr>
              <a:tr h="594360">
                <a:tc>
                  <a:txBody>
                    <a:bodyPr/>
                    <a:lstStyle/>
                    <a:p>
                      <a:pPr algn="l">
                        <a:buClrTx/>
                        <a:buSzTx/>
                        <a:buFontTx/>
                        <a:buNone/>
                      </a:pPr>
                      <a:r>
                        <a:rPr lang="en-US" altLang="zh-CN" sz="2400">
                          <a:solidFill>
                            <a:srgbClr val="0000FF"/>
                          </a:solidFill>
                        </a:rPr>
                        <a:t>1</a:t>
                      </a:r>
                    </a:p>
                  </a:txBody>
                  <a:tcPr/>
                </a:tc>
                <a:tc>
                  <a:txBody>
                    <a:bodyPr/>
                    <a:lstStyle/>
                    <a:p>
                      <a:pPr algn="l">
                        <a:buClrTx/>
                        <a:buSzTx/>
                        <a:buFontTx/>
                        <a:buNone/>
                      </a:pPr>
                      <a:r>
                        <a:rPr lang="en-US" altLang="zh-CN" sz="2400" dirty="0">
                          <a:solidFill>
                            <a:srgbClr val="0000FF"/>
                          </a:solidFill>
                        </a:rPr>
                        <a:t>2026-08-31</a:t>
                      </a:r>
                    </a:p>
                  </a:txBody>
                  <a:tcPr/>
                </a:tc>
                <a:tc>
                  <a:txBody>
                    <a:bodyPr/>
                    <a:lstStyle/>
                    <a:p>
                      <a:pPr algn="l">
                        <a:buClrTx/>
                        <a:buSzTx/>
                        <a:buFontTx/>
                        <a:buNone/>
                      </a:pPr>
                      <a:r>
                        <a:rPr lang="zh-CN" altLang="en-US" sz="2400">
                          <a:solidFill>
                            <a:srgbClr val="0000FF"/>
                          </a:solidFill>
                        </a:rPr>
                        <a:t>概述&amp;文献检索</a:t>
                      </a:r>
                    </a:p>
                  </a:txBody>
                  <a:tcPr/>
                </a:tc>
                <a:tc>
                  <a:txBody>
                    <a:bodyPr/>
                    <a:lstStyle/>
                    <a:p>
                      <a:pPr>
                        <a:buNone/>
                      </a:pPr>
                      <a:r>
                        <a:rPr lang="zh-CN" altLang="en-US" sz="2400" dirty="0">
                          <a:solidFill>
                            <a:srgbClr val="0000FF"/>
                          </a:solidFill>
                        </a:rPr>
                        <a:t>分组</a:t>
                      </a:r>
                    </a:p>
                  </a:txBody>
                  <a:tcPr/>
                </a:tc>
                <a:extLst>
                  <a:ext uri="{0D108BD9-81ED-4DB2-BD59-A6C34878D82A}">
                    <a16:rowId xmlns:a16="http://schemas.microsoft.com/office/drawing/2014/main" val="10001"/>
                  </a:ext>
                </a:extLst>
              </a:tr>
              <a:tr h="595630">
                <a:tc>
                  <a:txBody>
                    <a:bodyPr/>
                    <a:lstStyle/>
                    <a:p>
                      <a:pPr algn="l">
                        <a:buClrTx/>
                        <a:buSzTx/>
                        <a:buFontTx/>
                        <a:buNone/>
                      </a:pPr>
                      <a:r>
                        <a:rPr lang="en-US" altLang="zh-CN" sz="2400">
                          <a:solidFill>
                            <a:srgbClr val="0000FF"/>
                          </a:solidFill>
                        </a:rPr>
                        <a:t>2</a:t>
                      </a:r>
                    </a:p>
                  </a:txBody>
                  <a:tcPr/>
                </a:tc>
                <a:tc>
                  <a:txBody>
                    <a:bodyPr/>
                    <a:lstStyle/>
                    <a:p>
                      <a:pPr algn="l">
                        <a:buClrTx/>
                        <a:buSzTx/>
                        <a:buFontTx/>
                        <a:buNone/>
                      </a:pPr>
                      <a:r>
                        <a:rPr lang="en-US" altLang="zh-CN" sz="2400" dirty="0">
                          <a:solidFill>
                            <a:srgbClr val="0000FF"/>
                          </a:solidFill>
                          <a:sym typeface="+mn-ea"/>
                        </a:rPr>
                        <a:t>2026-09-14</a:t>
                      </a:r>
                    </a:p>
                  </a:txBody>
                  <a:tcPr/>
                </a:tc>
                <a:tc>
                  <a:txBody>
                    <a:bodyPr/>
                    <a:lstStyle/>
                    <a:p>
                      <a:pPr algn="l">
                        <a:buClrTx/>
                        <a:buSzTx/>
                        <a:buFontTx/>
                        <a:buNone/>
                      </a:pPr>
                      <a:r>
                        <a:rPr lang="zh-CN" altLang="en-US" sz="2400">
                          <a:solidFill>
                            <a:srgbClr val="0000FF"/>
                          </a:solidFill>
                        </a:rPr>
                        <a:t>文献综述论文撰写</a:t>
                      </a:r>
                    </a:p>
                  </a:txBody>
                  <a:tcPr/>
                </a:tc>
                <a:tc>
                  <a:txBody>
                    <a:bodyPr/>
                    <a:lstStyle/>
                    <a:p>
                      <a:pPr>
                        <a:buNone/>
                      </a:pPr>
                      <a:r>
                        <a:rPr lang="zh-CN" altLang="en-US" sz="2400" dirty="0">
                          <a:solidFill>
                            <a:srgbClr val="0000FF"/>
                          </a:solidFill>
                          <a:sym typeface="+mn-ea"/>
                        </a:rPr>
                        <a:t>小组选题</a:t>
                      </a:r>
                      <a:endParaRPr lang="zh-CN" altLang="en-US" sz="2400" dirty="0">
                        <a:solidFill>
                          <a:srgbClr val="0000FF"/>
                        </a:solidFill>
                      </a:endParaRPr>
                    </a:p>
                  </a:txBody>
                  <a:tcPr/>
                </a:tc>
                <a:extLst>
                  <a:ext uri="{0D108BD9-81ED-4DB2-BD59-A6C34878D82A}">
                    <a16:rowId xmlns:a16="http://schemas.microsoft.com/office/drawing/2014/main" val="10002"/>
                  </a:ext>
                </a:extLst>
              </a:tr>
              <a:tr h="594360">
                <a:tc>
                  <a:txBody>
                    <a:bodyPr/>
                    <a:lstStyle/>
                    <a:p>
                      <a:pPr algn="l">
                        <a:buClrTx/>
                        <a:buSzTx/>
                        <a:buFontTx/>
                        <a:buNone/>
                      </a:pPr>
                      <a:r>
                        <a:rPr lang="en-US" altLang="zh-CN" sz="2400">
                          <a:solidFill>
                            <a:srgbClr val="0000FF"/>
                          </a:solidFill>
                        </a:rPr>
                        <a:t>3</a:t>
                      </a:r>
                    </a:p>
                  </a:txBody>
                  <a:tcPr/>
                </a:tc>
                <a:tc>
                  <a:txBody>
                    <a:bodyPr/>
                    <a:lstStyle/>
                    <a:p>
                      <a:pPr algn="l">
                        <a:buClrTx/>
                        <a:buSzTx/>
                        <a:buFontTx/>
                        <a:buNone/>
                      </a:pPr>
                      <a:r>
                        <a:rPr lang="en-US" altLang="zh-CN" sz="2400" dirty="0">
                          <a:solidFill>
                            <a:srgbClr val="0000FF"/>
                          </a:solidFill>
                          <a:sym typeface="+mn-ea"/>
                        </a:rPr>
                        <a:t>2026-09-21</a:t>
                      </a:r>
                    </a:p>
                  </a:txBody>
                  <a:tcPr/>
                </a:tc>
                <a:tc>
                  <a:txBody>
                    <a:bodyPr/>
                    <a:lstStyle/>
                    <a:p>
                      <a:pPr algn="l">
                        <a:buClrTx/>
                        <a:buSzTx/>
                        <a:buFontTx/>
                        <a:buNone/>
                      </a:pPr>
                      <a:r>
                        <a:rPr lang="zh-CN" altLang="en-US" sz="2400">
                          <a:solidFill>
                            <a:srgbClr val="0000FF"/>
                          </a:solidFill>
                          <a:sym typeface="+mn-ea"/>
                        </a:rPr>
                        <a:t>学位论文写作规范</a:t>
                      </a:r>
                      <a:endParaRPr lang="zh-CN" altLang="en-US" sz="2400">
                        <a:solidFill>
                          <a:srgbClr val="0000FF"/>
                        </a:solidFill>
                      </a:endParaRPr>
                    </a:p>
                  </a:txBody>
                  <a:tcPr/>
                </a:tc>
                <a:tc>
                  <a:txBody>
                    <a:bodyPr/>
                    <a:lstStyle/>
                    <a:p>
                      <a:pPr>
                        <a:buNone/>
                      </a:pPr>
                      <a:r>
                        <a:rPr lang="zh-CN" altLang="en-US" sz="2400" dirty="0">
                          <a:solidFill>
                            <a:srgbClr val="0000FF"/>
                          </a:solidFill>
                        </a:rPr>
                        <a:t>提交论文大纲</a:t>
                      </a:r>
                    </a:p>
                  </a:txBody>
                  <a:tcPr/>
                </a:tc>
                <a:extLst>
                  <a:ext uri="{0D108BD9-81ED-4DB2-BD59-A6C34878D82A}">
                    <a16:rowId xmlns:a16="http://schemas.microsoft.com/office/drawing/2014/main" val="10003"/>
                  </a:ext>
                </a:extLst>
              </a:tr>
              <a:tr h="595630">
                <a:tc>
                  <a:txBody>
                    <a:bodyPr/>
                    <a:lstStyle/>
                    <a:p>
                      <a:pPr algn="l">
                        <a:buClrTx/>
                        <a:buSzTx/>
                        <a:buFontTx/>
                        <a:buNone/>
                      </a:pPr>
                      <a:r>
                        <a:rPr lang="en-US" altLang="zh-CN" sz="2400">
                          <a:solidFill>
                            <a:srgbClr val="0000FF"/>
                          </a:solidFill>
                        </a:rPr>
                        <a:t>4</a:t>
                      </a:r>
                    </a:p>
                  </a:txBody>
                  <a:tcPr/>
                </a:tc>
                <a:tc>
                  <a:txBody>
                    <a:bodyPr/>
                    <a:lstStyle/>
                    <a:p>
                      <a:pPr algn="l">
                        <a:buClrTx/>
                        <a:buSzTx/>
                        <a:buFontTx/>
                        <a:buNone/>
                      </a:pPr>
                      <a:r>
                        <a:rPr lang="en-US" altLang="zh-CN" sz="2400" dirty="0">
                          <a:solidFill>
                            <a:srgbClr val="0000FF"/>
                          </a:solidFill>
                          <a:sym typeface="+mn-ea"/>
                        </a:rPr>
                        <a:t>2026-09-28</a:t>
                      </a:r>
                    </a:p>
                  </a:txBody>
                  <a:tcPr/>
                </a:tc>
                <a:tc>
                  <a:txBody>
                    <a:bodyPr/>
                    <a:lstStyle/>
                    <a:p>
                      <a:pPr algn="l">
                        <a:buClrTx/>
                        <a:buSzTx/>
                        <a:buFontTx/>
                        <a:buNone/>
                      </a:pPr>
                      <a:r>
                        <a:rPr lang="zh-CN" altLang="en-US" sz="2400" dirty="0">
                          <a:solidFill>
                            <a:srgbClr val="0000FF"/>
                          </a:solidFill>
                          <a:sym typeface="+mn-ea"/>
                        </a:rPr>
                        <a:t>论文/报告/专利写作</a:t>
                      </a:r>
                      <a:endParaRPr lang="zh-CN" altLang="en-US" sz="2400" dirty="0">
                        <a:solidFill>
                          <a:srgbClr val="0000FF"/>
                        </a:solidFill>
                      </a:endParaRPr>
                    </a:p>
                  </a:txBody>
                  <a:tcPr/>
                </a:tc>
                <a:tc>
                  <a:txBody>
                    <a:bodyPr/>
                    <a:lstStyle/>
                    <a:p>
                      <a:pPr marL="0" marR="0" lvl="0" indent="0" algn="l" defTabSz="514350" rtl="0" eaLnBrk="1" fontAlgn="auto" latinLnBrk="0" hangingPunct="1">
                        <a:lnSpc>
                          <a:spcPct val="100000"/>
                        </a:lnSpc>
                        <a:spcBef>
                          <a:spcPts val="0"/>
                        </a:spcBef>
                        <a:spcAft>
                          <a:spcPts val="0"/>
                        </a:spcAft>
                        <a:buClrTx/>
                        <a:buSzTx/>
                        <a:buFontTx/>
                        <a:buNone/>
                        <a:tabLst/>
                        <a:defRPr/>
                      </a:pPr>
                      <a:r>
                        <a:rPr lang="zh-CN" altLang="en-US" sz="2400" dirty="0">
                          <a:solidFill>
                            <a:srgbClr val="0000FF"/>
                          </a:solidFill>
                        </a:rPr>
                        <a:t>提交论文大纲</a:t>
                      </a:r>
                    </a:p>
                  </a:txBody>
                  <a:tcPr/>
                </a:tc>
                <a:extLst>
                  <a:ext uri="{0D108BD9-81ED-4DB2-BD59-A6C34878D82A}">
                    <a16:rowId xmlns:a16="http://schemas.microsoft.com/office/drawing/2014/main" val="10004"/>
                  </a:ext>
                </a:extLst>
              </a:tr>
              <a:tr h="594360">
                <a:tc>
                  <a:txBody>
                    <a:bodyPr/>
                    <a:lstStyle/>
                    <a:p>
                      <a:pPr algn="l">
                        <a:buClrTx/>
                        <a:buSzTx/>
                        <a:buFontTx/>
                        <a:buNone/>
                      </a:pPr>
                      <a:r>
                        <a:rPr lang="en-US" altLang="zh-CN" sz="2400">
                          <a:solidFill>
                            <a:srgbClr val="0000FF"/>
                          </a:solidFill>
                        </a:rPr>
                        <a:t>5</a:t>
                      </a:r>
                    </a:p>
                  </a:txBody>
                  <a:tcPr/>
                </a:tc>
                <a:tc>
                  <a:txBody>
                    <a:bodyPr/>
                    <a:lstStyle/>
                    <a:p>
                      <a:pPr algn="l">
                        <a:buClrTx/>
                        <a:buSzTx/>
                        <a:buFontTx/>
                        <a:buNone/>
                      </a:pPr>
                      <a:r>
                        <a:rPr lang="en-US" altLang="zh-CN" sz="2400" dirty="0">
                          <a:solidFill>
                            <a:srgbClr val="0000FF"/>
                          </a:solidFill>
                        </a:rPr>
                        <a:t>2026-10-12</a:t>
                      </a:r>
                    </a:p>
                  </a:txBody>
                  <a:tcPr/>
                </a:tc>
                <a:tc>
                  <a:txBody>
                    <a:bodyPr/>
                    <a:lstStyle/>
                    <a:p>
                      <a:pPr algn="l">
                        <a:buClrTx/>
                        <a:buSzTx/>
                        <a:buFontTx/>
                        <a:buNone/>
                      </a:pPr>
                      <a:r>
                        <a:rPr lang="zh-CN" altLang="en-US" sz="2400" dirty="0">
                          <a:solidFill>
                            <a:srgbClr val="0000FF"/>
                          </a:solidFill>
                          <a:sym typeface="+mn-ea"/>
                        </a:rPr>
                        <a:t>范文讲解与写作问题研讨</a:t>
                      </a:r>
                    </a:p>
                  </a:txBody>
                  <a:tcPr/>
                </a:tc>
                <a:tc>
                  <a:txBody>
                    <a:bodyPr/>
                    <a:lstStyle/>
                    <a:p>
                      <a:pPr>
                        <a:buNone/>
                      </a:pPr>
                      <a:r>
                        <a:rPr lang="zh-CN" altLang="en-US" sz="2400" dirty="0">
                          <a:solidFill>
                            <a:srgbClr val="0000FF"/>
                          </a:solidFill>
                        </a:rPr>
                        <a:t>提交</a:t>
                      </a:r>
                      <a:r>
                        <a:rPr lang="zh-CN" altLang="en-US" sz="2400" dirty="0">
                          <a:solidFill>
                            <a:srgbClr val="0000FF"/>
                          </a:solidFill>
                          <a:sym typeface="+mn-ea"/>
                        </a:rPr>
                        <a:t>论文</a:t>
                      </a:r>
                      <a:r>
                        <a:rPr lang="zh-CN" altLang="en-US" sz="2400" dirty="0">
                          <a:solidFill>
                            <a:srgbClr val="0000FF"/>
                          </a:solidFill>
                        </a:rPr>
                        <a:t>初稿</a:t>
                      </a:r>
                    </a:p>
                  </a:txBody>
                  <a:tcPr/>
                </a:tc>
                <a:extLst>
                  <a:ext uri="{0D108BD9-81ED-4DB2-BD59-A6C34878D82A}">
                    <a16:rowId xmlns:a16="http://schemas.microsoft.com/office/drawing/2014/main" val="10005"/>
                  </a:ext>
                </a:extLst>
              </a:tr>
              <a:tr h="595630">
                <a:tc>
                  <a:txBody>
                    <a:bodyPr/>
                    <a:lstStyle/>
                    <a:p>
                      <a:pPr algn="l">
                        <a:buClrTx/>
                        <a:buSzTx/>
                        <a:buFontTx/>
                        <a:buNone/>
                      </a:pPr>
                      <a:r>
                        <a:rPr lang="en-US" altLang="zh-CN" sz="2400">
                          <a:solidFill>
                            <a:srgbClr val="0000FF"/>
                          </a:solidFill>
                        </a:rPr>
                        <a:t>6</a:t>
                      </a:r>
                    </a:p>
                  </a:txBody>
                  <a:tcPr/>
                </a:tc>
                <a:tc>
                  <a:txBody>
                    <a:bodyPr/>
                    <a:lstStyle/>
                    <a:p>
                      <a:pPr algn="l">
                        <a:buClrTx/>
                        <a:buSzTx/>
                        <a:buFontTx/>
                        <a:buNone/>
                      </a:pPr>
                      <a:r>
                        <a:rPr lang="en-US" altLang="zh-CN" sz="2400" dirty="0">
                          <a:solidFill>
                            <a:srgbClr val="0000FF"/>
                          </a:solidFill>
                        </a:rPr>
                        <a:t>2026-10-19</a:t>
                      </a:r>
                    </a:p>
                  </a:txBody>
                  <a:tcPr/>
                </a:tc>
                <a:tc>
                  <a:txBody>
                    <a:bodyPr/>
                    <a:lstStyle/>
                    <a:p>
                      <a:pPr algn="l">
                        <a:buClrTx/>
                        <a:buSzTx/>
                        <a:buFontTx/>
                        <a:buNone/>
                      </a:pPr>
                      <a:r>
                        <a:rPr lang="zh-CN" altLang="en-US" sz="2400" dirty="0">
                          <a:solidFill>
                            <a:srgbClr val="0000FF"/>
                          </a:solidFill>
                          <a:sym typeface="+mn-ea"/>
                        </a:rPr>
                        <a:t>专利等写作范文讲解</a:t>
                      </a:r>
                    </a:p>
                  </a:txBody>
                  <a:tcPr/>
                </a:tc>
                <a:tc>
                  <a:txBody>
                    <a:bodyPr/>
                    <a:lstStyle/>
                    <a:p>
                      <a:pPr algn="l">
                        <a:buClrTx/>
                        <a:buSzTx/>
                        <a:buFontTx/>
                        <a:buNone/>
                      </a:pPr>
                      <a:r>
                        <a:rPr lang="zh-CN" altLang="en-US" sz="2400" dirty="0">
                          <a:solidFill>
                            <a:srgbClr val="0000FF"/>
                          </a:solidFill>
                          <a:sym typeface="+mn-ea"/>
                        </a:rPr>
                        <a:t>提交论文初稿</a:t>
                      </a:r>
                      <a:endParaRPr lang="zh-CN" altLang="en-US" sz="2400" dirty="0">
                        <a:solidFill>
                          <a:srgbClr val="0000FF"/>
                        </a:solidFill>
                      </a:endParaRPr>
                    </a:p>
                  </a:txBody>
                  <a:tcPr/>
                </a:tc>
                <a:extLst>
                  <a:ext uri="{0D108BD9-81ED-4DB2-BD59-A6C34878D82A}">
                    <a16:rowId xmlns:a16="http://schemas.microsoft.com/office/drawing/2014/main" val="10006"/>
                  </a:ext>
                </a:extLst>
              </a:tr>
              <a:tr h="594360">
                <a:tc>
                  <a:txBody>
                    <a:bodyPr/>
                    <a:lstStyle/>
                    <a:p>
                      <a:pPr algn="l">
                        <a:buClrTx/>
                        <a:buSzTx/>
                        <a:buFontTx/>
                        <a:buNone/>
                      </a:pPr>
                      <a:r>
                        <a:rPr lang="en-US" altLang="zh-CN" sz="2400">
                          <a:solidFill>
                            <a:srgbClr val="0000FF"/>
                          </a:solidFill>
                        </a:rPr>
                        <a:t>7</a:t>
                      </a:r>
                    </a:p>
                  </a:txBody>
                  <a:tcPr/>
                </a:tc>
                <a:tc>
                  <a:txBody>
                    <a:bodyPr/>
                    <a:lstStyle/>
                    <a:p>
                      <a:pPr algn="l">
                        <a:buClrTx/>
                        <a:buSzTx/>
                        <a:buFontTx/>
                        <a:buNone/>
                      </a:pPr>
                      <a:r>
                        <a:rPr lang="en-US" altLang="zh-CN" sz="2400" dirty="0">
                          <a:solidFill>
                            <a:srgbClr val="0000FF"/>
                          </a:solidFill>
                        </a:rPr>
                        <a:t>2026-10-26</a:t>
                      </a:r>
                    </a:p>
                  </a:txBody>
                  <a:tcPr/>
                </a:tc>
                <a:tc>
                  <a:txBody>
                    <a:bodyPr/>
                    <a:lstStyle/>
                    <a:p>
                      <a:pPr algn="l">
                        <a:buClrTx/>
                        <a:buSzTx/>
                        <a:buFontTx/>
                        <a:buNone/>
                      </a:pPr>
                      <a:r>
                        <a:rPr lang="zh-CN" altLang="en-US" sz="2400">
                          <a:solidFill>
                            <a:srgbClr val="0000FF"/>
                          </a:solidFill>
                          <a:sym typeface="+mn-ea"/>
                        </a:rPr>
                        <a:t>习作评讲</a:t>
                      </a:r>
                    </a:p>
                  </a:txBody>
                  <a:tcPr/>
                </a:tc>
                <a:tc>
                  <a:txBody>
                    <a:bodyPr/>
                    <a:lstStyle/>
                    <a:p>
                      <a:pPr algn="l">
                        <a:buClrTx/>
                        <a:buSzTx/>
                        <a:buFontTx/>
                        <a:buNone/>
                      </a:pPr>
                      <a:r>
                        <a:rPr lang="zh-CN" altLang="en-US" sz="2400" dirty="0">
                          <a:solidFill>
                            <a:srgbClr val="C00000"/>
                          </a:solidFill>
                        </a:rPr>
                        <a:t>提交第</a:t>
                      </a:r>
                      <a:r>
                        <a:rPr lang="en-US" altLang="zh-CN" sz="2400" dirty="0">
                          <a:solidFill>
                            <a:srgbClr val="C00000"/>
                          </a:solidFill>
                        </a:rPr>
                        <a:t>2</a:t>
                      </a:r>
                      <a:r>
                        <a:rPr lang="zh-CN" altLang="en-US" sz="2400" dirty="0">
                          <a:solidFill>
                            <a:srgbClr val="C00000"/>
                          </a:solidFill>
                        </a:rPr>
                        <a:t>版论文</a:t>
                      </a:r>
                    </a:p>
                  </a:txBody>
                  <a:tcPr/>
                </a:tc>
                <a:extLst>
                  <a:ext uri="{0D108BD9-81ED-4DB2-BD59-A6C34878D82A}">
                    <a16:rowId xmlns:a16="http://schemas.microsoft.com/office/drawing/2014/main" val="10007"/>
                  </a:ext>
                </a:extLst>
              </a:tr>
              <a:tr h="822960">
                <a:tc>
                  <a:txBody>
                    <a:bodyPr/>
                    <a:lstStyle/>
                    <a:p>
                      <a:pPr algn="l">
                        <a:buClrTx/>
                        <a:buSzTx/>
                        <a:buFontTx/>
                        <a:buNone/>
                      </a:pPr>
                      <a:r>
                        <a:rPr lang="en-US" altLang="zh-CN" sz="2400">
                          <a:solidFill>
                            <a:srgbClr val="0000FF"/>
                          </a:solidFill>
                        </a:rPr>
                        <a:t>8</a:t>
                      </a:r>
                    </a:p>
                  </a:txBody>
                  <a:tcPr/>
                </a:tc>
                <a:tc>
                  <a:txBody>
                    <a:bodyPr/>
                    <a:lstStyle/>
                    <a:p>
                      <a:pPr algn="l">
                        <a:buClrTx/>
                        <a:buSzTx/>
                        <a:buFontTx/>
                        <a:buNone/>
                      </a:pPr>
                      <a:r>
                        <a:rPr lang="en-US" altLang="zh-CN" sz="2400" dirty="0">
                          <a:solidFill>
                            <a:srgbClr val="0000FF"/>
                          </a:solidFill>
                        </a:rPr>
                        <a:t>2026-11-02</a:t>
                      </a:r>
                    </a:p>
                  </a:txBody>
                  <a:tcPr/>
                </a:tc>
                <a:tc>
                  <a:txBody>
                    <a:bodyPr/>
                    <a:lstStyle/>
                    <a:p>
                      <a:pPr algn="l">
                        <a:buClrTx/>
                        <a:buSzTx/>
                        <a:buFontTx/>
                        <a:buNone/>
                      </a:pPr>
                      <a:r>
                        <a:rPr lang="zh-CN" altLang="en-US" sz="2400">
                          <a:solidFill>
                            <a:srgbClr val="0000FF"/>
                          </a:solidFill>
                          <a:sym typeface="+mn-ea"/>
                        </a:rPr>
                        <a:t>课程汇报与研讨</a:t>
                      </a:r>
                    </a:p>
                  </a:txBody>
                  <a:tcPr/>
                </a:tc>
                <a:tc>
                  <a:txBody>
                    <a:bodyPr/>
                    <a:lstStyle/>
                    <a:p>
                      <a:pPr algn="l">
                        <a:buClrTx/>
                        <a:buSzTx/>
                        <a:buFontTx/>
                        <a:buNone/>
                      </a:pPr>
                      <a:r>
                        <a:rPr lang="zh-CN" altLang="en-US" sz="2400" dirty="0">
                          <a:solidFill>
                            <a:srgbClr val="0000FF"/>
                          </a:solidFill>
                        </a:rPr>
                        <a:t>再次修改并汇报</a:t>
                      </a:r>
                    </a:p>
                  </a:txBody>
                  <a:tcPr/>
                </a:tc>
                <a:extLst>
                  <a:ext uri="{0D108BD9-81ED-4DB2-BD59-A6C34878D82A}">
                    <a16:rowId xmlns:a16="http://schemas.microsoft.com/office/drawing/2014/main" val="10008"/>
                  </a:ext>
                </a:extLst>
              </a:tr>
            </a:tbl>
          </a:graphicData>
        </a:graphic>
      </p:graphicFrame>
    </p:spTree>
    <p:custDataLst>
      <p:tags r:id="rId1"/>
    </p:custDataLst>
    <p:extLst>
      <p:ext uri="{BB962C8B-B14F-4D97-AF65-F5344CB8AC3E}">
        <p14:creationId xmlns:p14="http://schemas.microsoft.com/office/powerpoint/2010/main" val="7249289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科研成果的形态</a:t>
            </a:r>
          </a:p>
        </p:txBody>
      </p:sp>
      <p:sp>
        <p:nvSpPr>
          <p:cNvPr id="3" name="内容占位符 2"/>
          <p:cNvSpPr>
            <a:spLocks noGrp="1"/>
          </p:cNvSpPr>
          <p:nvPr>
            <p:ph idx="1"/>
          </p:nvPr>
        </p:nvSpPr>
        <p:spPr/>
        <p:txBody>
          <a:bodyPr/>
          <a:lstStyle/>
          <a:p>
            <a:r>
              <a:rPr lang="zh-CN" altLang="en-US"/>
              <a:t>从成果呈现形态看，主要有论文、著作、专利、报告等。</a:t>
            </a:r>
          </a:p>
          <a:p>
            <a:r>
              <a:rPr lang="zh-CN" altLang="en-US"/>
              <a:t>理科看论文，文科看著作</a:t>
            </a:r>
            <a:r>
              <a:rPr lang="en-US" altLang="zh-CN"/>
              <a:t>/</a:t>
            </a:r>
            <a:r>
              <a:rPr lang="zh-CN" altLang="en-US"/>
              <a:t>论文，工科看专利以及对产业界的实际效果。</a:t>
            </a:r>
          </a:p>
          <a:p>
            <a:r>
              <a:rPr lang="zh-CN" altLang="en-US"/>
              <a:t>“破‘五唯’、取消在读期间必须发表论文这一指标后，一项要紧事就是把学位论文的创新性提上日程。”</a:t>
            </a:r>
          </a:p>
          <a:p>
            <a:pPr lvl="1"/>
            <a:r>
              <a:rPr lang="zh-CN" altLang="en-US"/>
              <a:t>中国人民大学教育学院教授周光礼</a:t>
            </a:r>
          </a:p>
          <a:p>
            <a:pPr lvl="1"/>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z="2800"/>
              <a:t>华为公布对5G手机专利许可收费标准</a:t>
            </a:r>
            <a:r>
              <a:rPr lang="zh-CN" altLang="en-US" sz="2800"/>
              <a:t>的启示</a:t>
            </a:r>
          </a:p>
        </p:txBody>
      </p:sp>
      <p:sp>
        <p:nvSpPr>
          <p:cNvPr id="3" name="内容占位符 2"/>
          <p:cNvSpPr>
            <a:spLocks noGrp="1"/>
          </p:cNvSpPr>
          <p:nvPr>
            <p:ph idx="1"/>
          </p:nvPr>
        </p:nvSpPr>
        <p:spPr>
          <a:xfrm>
            <a:off x="1043623" y="980440"/>
            <a:ext cx="8101012" cy="5327650"/>
          </a:xfrm>
        </p:spPr>
        <p:txBody>
          <a:bodyPr>
            <a:normAutofit fontScale="92500"/>
          </a:bodyPr>
          <a:lstStyle/>
          <a:p>
            <a:r>
              <a:rPr lang="zh-CN" altLang="en-US" sz="2400"/>
              <a:t>3月16日，华为在深圳总部召开创新和知识产权白皮书（2020）发布会，宣布将从2021年开始实施专利许可收费计划，对单台5G手机的专利许可收费上限为2.5美元。</a:t>
            </a:r>
          </a:p>
          <a:p>
            <a:r>
              <a:rPr lang="zh-CN" altLang="en-US" sz="2400"/>
              <a:t>截至2020年，华为拥有超过10万件专利，其中5G相关专利占比超6%。根据德国专利信息分析组织IPlytics发布报告，截至去年10月，华为公司的5G专利申请量排名世界第一，为6372件，高通、三星分获二、三名，分别为4590件和4052件。</a:t>
            </a:r>
          </a:p>
          <a:p>
            <a:r>
              <a:rPr lang="zh-CN" altLang="en-US" sz="2400"/>
              <a:t>华为公司2008年首次在世界知识产权组织PCT专利申请排名第一。2019年，华为在欧洲专利授权数量排名第二位，在美国排名第十位。华为公司预计2019-2021三年的知识产权收入在12亿-13亿美元之间。</a:t>
            </a:r>
          </a:p>
        </p:txBody>
      </p:sp>
      <p:sp>
        <p:nvSpPr>
          <p:cNvPr id="4" name="灯片编号占位符 3"/>
          <p:cNvSpPr>
            <a:spLocks noGrp="1"/>
          </p:cNvSpPr>
          <p:nvPr>
            <p:ph type="sldNum" sz="quarter" idx="12"/>
          </p:nvPr>
        </p:nvSpPr>
        <p:spPr/>
        <p:txBody>
          <a:bodyPr/>
          <a:lstStyle/>
          <a:p>
            <a:pPr>
              <a:defRPr/>
            </a:pPr>
            <a:fld id="{F5B3F876-A004-4157-8DFA-8947287857F1}" type="slidenum">
              <a:rPr lang="en-US" altLang="zh-CN"/>
              <a:t>4</a:t>
            </a:fld>
            <a:endParaRPr lang="en-US" altLang="zh-CN"/>
          </a:p>
        </p:txBody>
      </p:sp>
      <p:sp>
        <p:nvSpPr>
          <p:cNvPr id="5" name="文本框 4"/>
          <p:cNvSpPr txBox="1"/>
          <p:nvPr/>
        </p:nvSpPr>
        <p:spPr>
          <a:xfrm>
            <a:off x="2411730" y="5662295"/>
            <a:ext cx="6116955" cy="368300"/>
          </a:xfrm>
          <a:prstGeom prst="rect">
            <a:avLst/>
          </a:prstGeom>
          <a:noFill/>
        </p:spPr>
        <p:txBody>
          <a:bodyPr wrap="square" rtlCol="0" anchor="t">
            <a:spAutoFit/>
          </a:bodyPr>
          <a:lstStyle/>
          <a:p>
            <a:r>
              <a:rPr lang="zh-CN" altLang="en-US" sz="1800">
                <a:solidFill>
                  <a:srgbClr val="FF0000"/>
                </a:solidFill>
                <a:latin typeface="华光彩云_CNKI" panose="02000500000000000000" charset="-122"/>
                <a:ea typeface="华光彩云_CNKI" panose="02000500000000000000" charset="-122"/>
                <a:cs typeface="华光彩云_CNKI" panose="02000500000000000000" charset="-122"/>
              </a:rPr>
              <a:t>“一流企业做标准、二流企业做品牌、三流企业做产品”</a:t>
            </a:r>
          </a:p>
        </p:txBody>
      </p:sp>
      <p:sp>
        <p:nvSpPr>
          <p:cNvPr id="6" name="文本框 5"/>
          <p:cNvSpPr txBox="1"/>
          <p:nvPr/>
        </p:nvSpPr>
        <p:spPr>
          <a:xfrm>
            <a:off x="1043940" y="6060440"/>
            <a:ext cx="7947660" cy="583565"/>
          </a:xfrm>
          <a:prstGeom prst="rect">
            <a:avLst/>
          </a:prstGeom>
          <a:solidFill>
            <a:srgbClr val="EBDEC9"/>
          </a:solidFill>
        </p:spPr>
        <p:txBody>
          <a:bodyPr wrap="square" rtlCol="0" anchor="t">
            <a:spAutoFit/>
          </a:bodyPr>
          <a:lstStyle/>
          <a:p>
            <a:r>
              <a:rPr lang="zh-CN" altLang="en-US" sz="1600">
                <a:solidFill>
                  <a:srgbClr val="FF0000"/>
                </a:solidFill>
                <a:latin typeface="方正大标宋简体" panose="02010601030101010101" charset="-122"/>
                <a:ea typeface="方正大标宋简体" panose="02010601030101010101" charset="-122"/>
                <a:cs typeface="方正大标宋简体" panose="02010601030101010101" charset="-122"/>
              </a:rPr>
              <a:t>“我们太忙了，发展太快了，没时间收取专利费，当我们不忙的时候，闲下来的时候，即使要专利费，也不会像高通一样要那么多。”任正非2019年6月曾幽默表态。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ppt_x"/>
                                          </p:val>
                                        </p:tav>
                                        <p:tav tm="100000">
                                          <p:val>
                                            <p:strVal val="#ppt_x"/>
                                          </p:val>
                                        </p:tav>
                                      </p:tavLst>
                                    </p:anim>
                                    <p:anim calcmode="lin" valueType="num">
                                      <p:cBhvr additive="base">
                                        <p:cTn id="2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additive="base">
                                        <p:cTn id="28" dur="500" fill="hold"/>
                                        <p:tgtEl>
                                          <p:spTgt spid="6"/>
                                        </p:tgtEl>
                                        <p:attrNameLst>
                                          <p:attrName>ppt_x</p:attrName>
                                        </p:attrNameLst>
                                      </p:cBhvr>
                                      <p:tavLst>
                                        <p:tav tm="0">
                                          <p:val>
                                            <p:strVal val="#ppt_x"/>
                                          </p:val>
                                        </p:tav>
                                        <p:tav tm="100000">
                                          <p:val>
                                            <p:strVal val="#ppt_x"/>
                                          </p:val>
                                        </p:tav>
                                      </p:tavLst>
                                    </p:anim>
                                    <p:anim calcmode="lin" valueType="num">
                                      <p:cBhvr additive="base">
                                        <p:cTn id="2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 grpId="1" build="p"/>
      <p:bldP spid="5" grpId="0"/>
      <p:bldP spid="5" grpId="1"/>
      <p:bldP spid="6" grpId="0" animBg="1"/>
      <p:bldP spid="6" grpId="1" animBg="1"/>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灯片编号占位符 5"/>
          <p:cNvSpPr>
            <a:spLocks noGrp="1"/>
          </p:cNvSpPr>
          <p:nvPr>
            <p:ph type="sldNum" sz="quarter" idx="12"/>
          </p:nvPr>
        </p:nvSpPr>
        <p:spPr>
          <a:xfrm>
            <a:off x="8459788" y="6381750"/>
            <a:ext cx="576262"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9942D4B-2310-482D-87BF-2C74B743FB15}" type="slidenum">
              <a:rPr kumimoji="0" lang="en-US" altLang="zh-CN" sz="2000" smtClean="0"/>
              <a:t>5</a:t>
            </a:fld>
            <a:endParaRPr kumimoji="0" lang="en-US" altLang="zh-CN" sz="2000"/>
          </a:p>
        </p:txBody>
      </p:sp>
      <p:sp>
        <p:nvSpPr>
          <p:cNvPr id="7" name="矩形 6"/>
          <p:cNvSpPr/>
          <p:nvPr/>
        </p:nvSpPr>
        <p:spPr>
          <a:xfrm>
            <a:off x="1657350" y="930275"/>
            <a:ext cx="7361238" cy="504825"/>
          </a:xfrm>
          <a:prstGeom prst="rect">
            <a:avLst/>
          </a:prstGeom>
          <a:solidFill>
            <a:srgbClr val="0070C0"/>
          </a:solidFill>
          <a:ln w="12700" cap="flat" cmpd="sng" algn="ctr">
            <a:noFill/>
            <a:prstDash val="solid"/>
            <a:miter lim="800000"/>
          </a:ln>
          <a:effectLst/>
        </p:spPr>
        <p:txBody>
          <a:bodyPr anchor="ctr"/>
          <a:lstStyle/>
          <a:p>
            <a:pPr defTabSz="457200" eaLnBrk="1" fontAlgn="auto" hangingPunct="1">
              <a:spcBef>
                <a:spcPts val="0"/>
              </a:spcBef>
              <a:spcAft>
                <a:spcPts val="0"/>
              </a:spcAft>
              <a:defRPr/>
            </a:pPr>
            <a:r>
              <a:rPr kumimoji="0" lang="zh-CN" altLang="en-US" sz="2400" kern="0" dirty="0">
                <a:solidFill>
                  <a:prstClr val="white"/>
                </a:solidFill>
                <a:latin typeface="Calibri" panose="020F0502020204030204"/>
                <a:ea typeface="等线" panose="02010600030101010101" pitchFamily="2" charset="-122"/>
              </a:rPr>
              <a:t>什么是专利，为什么要写专利？</a:t>
            </a:r>
          </a:p>
        </p:txBody>
      </p:sp>
      <p:pic>
        <p:nvPicPr>
          <p:cNvPr id="6150" name="图片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46168" y="4116388"/>
            <a:ext cx="1490663" cy="1328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1" name="矩形 7"/>
          <p:cNvSpPr>
            <a:spLocks noChangeArrowheads="1"/>
          </p:cNvSpPr>
          <p:nvPr/>
        </p:nvSpPr>
        <p:spPr bwMode="auto">
          <a:xfrm>
            <a:off x="4081537" y="5645696"/>
            <a:ext cx="50323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4572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4572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4572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4572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4572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kumimoji="0" lang="zh-CN" altLang="en-US" sz="1800" b="1" dirty="0">
                <a:solidFill>
                  <a:srgbClr val="000000"/>
                </a:solidFill>
                <a:latin typeface="华文楷体" panose="02010600040101010101" pitchFamily="2" charset="-122"/>
                <a:ea typeface="华文楷体" panose="02010600040101010101" pitchFamily="2" charset="-122"/>
              </a:rPr>
              <a:t>专利：传播你的技术思想，保护你的技术成果。</a:t>
            </a:r>
            <a:endParaRPr kumimoji="0" lang="en-US" altLang="zh-CN" sz="1800" b="1" dirty="0">
              <a:solidFill>
                <a:srgbClr val="000000"/>
              </a:solidFill>
              <a:latin typeface="华文楷体" panose="02010600040101010101" pitchFamily="2" charset="-122"/>
              <a:ea typeface="华文楷体" panose="02010600040101010101" pitchFamily="2" charset="-122"/>
            </a:endParaRPr>
          </a:p>
          <a:p>
            <a:pPr eaLnBrk="1" hangingPunct="1">
              <a:spcBef>
                <a:spcPct val="0"/>
              </a:spcBef>
              <a:buFontTx/>
              <a:buNone/>
            </a:pPr>
            <a:r>
              <a:rPr kumimoji="0" lang="zh-CN" altLang="en-US" sz="1800" b="1" dirty="0">
                <a:solidFill>
                  <a:srgbClr val="000000"/>
                </a:solidFill>
                <a:latin typeface="华文楷体" panose="02010600040101010101" pitchFamily="2" charset="-122"/>
                <a:ea typeface="华文楷体" panose="02010600040101010101" pitchFamily="2" charset="-122"/>
              </a:rPr>
              <a:t>是知识产权的一个集中体现。</a:t>
            </a:r>
            <a:endParaRPr kumimoji="0" lang="zh-CN" altLang="en-US" sz="1800" dirty="0">
              <a:solidFill>
                <a:srgbClr val="000000"/>
              </a:solidFill>
              <a:latin typeface="华文楷体" panose="02010600040101010101" pitchFamily="2" charset="-122"/>
              <a:ea typeface="华文楷体" panose="02010600040101010101" pitchFamily="2" charset="-122"/>
            </a:endParaRPr>
          </a:p>
        </p:txBody>
      </p:sp>
      <p:sp>
        <p:nvSpPr>
          <p:cNvPr id="10" name="内容占位符 2"/>
          <p:cNvSpPr>
            <a:spLocks noGrp="1"/>
          </p:cNvSpPr>
          <p:nvPr>
            <p:ph idx="1"/>
          </p:nvPr>
        </p:nvSpPr>
        <p:spPr>
          <a:xfrm>
            <a:off x="1115616" y="1723368"/>
            <a:ext cx="7633393" cy="2625998"/>
          </a:xfrm>
        </p:spPr>
        <p:txBody>
          <a:bodyPr/>
          <a:lstStyle/>
          <a:p>
            <a:pPr>
              <a:buFont typeface="Wingdings" panose="05000000000000000000" pitchFamily="2" charset="2"/>
              <a:buChar char="Ø"/>
            </a:pPr>
            <a:r>
              <a:rPr lang="zh-CN" altLang="en-US" sz="2400" b="1" dirty="0">
                <a:solidFill>
                  <a:srgbClr val="002060"/>
                </a:solidFill>
                <a:latin typeface="华文楷体" panose="02010600040101010101" pitchFamily="2" charset="-122"/>
                <a:ea typeface="华文楷体" panose="02010600040101010101" pitchFamily="2" charset="-122"/>
              </a:rPr>
              <a:t>专利是专利权的简称：</a:t>
            </a:r>
            <a:r>
              <a:rPr lang="zh-CN" altLang="en-US" sz="2400" dirty="0">
                <a:solidFill>
                  <a:srgbClr val="002060"/>
                </a:solidFill>
                <a:latin typeface="华文楷体" panose="02010600040101010101" pitchFamily="2" charset="-122"/>
                <a:ea typeface="华文楷体" panose="02010600040101010101" pitchFamily="2" charset="-122"/>
              </a:rPr>
              <a:t>它是指一项发明创造（发明、实用新型、外观设计）向国务院专利行政部门提出专利申请，经依法审查合格后，向专利申请人授予的在规定时间内对该项发明创造享有的专有权。</a:t>
            </a:r>
            <a:endParaRPr lang="en-US" altLang="zh-CN" sz="2400" dirty="0">
              <a:solidFill>
                <a:srgbClr val="002060"/>
              </a:solidFill>
              <a:latin typeface="华文楷体" panose="02010600040101010101" pitchFamily="2" charset="-122"/>
              <a:ea typeface="华文楷体" panose="02010600040101010101" pitchFamily="2" charset="-122"/>
            </a:endParaRPr>
          </a:p>
          <a:p>
            <a:pPr>
              <a:buFont typeface="Wingdings" panose="05000000000000000000" pitchFamily="2" charset="2"/>
              <a:buChar char="Ø"/>
            </a:pPr>
            <a:endParaRPr lang="en-US" altLang="zh-CN" sz="3200" dirty="0">
              <a:solidFill>
                <a:srgbClr val="002060"/>
              </a:solidFill>
              <a:latin typeface="华文楷体" panose="02010600040101010101" pitchFamily="2" charset="-122"/>
              <a:ea typeface="华文楷体" panose="02010600040101010101" pitchFamily="2" charset="-122"/>
            </a:endParaRPr>
          </a:p>
          <a:p>
            <a:pPr marL="0" indent="0">
              <a:buNone/>
            </a:pPr>
            <a:endParaRPr lang="zh-CN" altLang="en-US" dirty="0">
              <a:solidFill>
                <a:srgbClr val="002060"/>
              </a:solidFill>
              <a:latin typeface="华文楷体" panose="02010600040101010101" pitchFamily="2" charset="-122"/>
              <a:ea typeface="华文楷体" panose="02010600040101010101" pitchFamily="2" charset="-122"/>
            </a:endParaRPr>
          </a:p>
        </p:txBody>
      </p:sp>
      <p:pic>
        <p:nvPicPr>
          <p:cNvPr id="8" name="图片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61403" y="3429000"/>
            <a:ext cx="1436687"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对话气泡: 矩形 11"/>
          <p:cNvSpPr/>
          <p:nvPr/>
        </p:nvSpPr>
        <p:spPr>
          <a:xfrm>
            <a:off x="4499993" y="3707895"/>
            <a:ext cx="1800200" cy="1161265"/>
          </a:xfrm>
          <a:prstGeom prst="wedgeRectCallout">
            <a:avLst>
              <a:gd name="adj1" fmla="val -140022"/>
              <a:gd name="adj2" fmla="val 3943"/>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latin typeface="华文楷体" panose="02010600040101010101" pitchFamily="2" charset="-122"/>
                <a:ea typeface="华文楷体" panose="02010600040101010101" pitchFamily="2" charset="-122"/>
              </a:rPr>
              <a:t>保护原创者的知识产权</a:t>
            </a:r>
          </a:p>
        </p:txBody>
      </p:sp>
      <p:sp>
        <p:nvSpPr>
          <p:cNvPr id="3" name="标题 2">
            <a:extLst>
              <a:ext uri="{FF2B5EF4-FFF2-40B4-BE49-F238E27FC236}">
                <a16:creationId xmlns:a16="http://schemas.microsoft.com/office/drawing/2014/main" id="{0058F03B-D79C-317F-6EB3-D3E1F081D82D}"/>
              </a:ext>
            </a:extLst>
          </p:cNvPr>
          <p:cNvSpPr>
            <a:spLocks noGrp="1"/>
          </p:cNvSpPr>
          <p:nvPr>
            <p:ph type="title"/>
          </p:nvPr>
        </p:nvSpPr>
        <p:spPr>
          <a:xfrm>
            <a:off x="502411" y="325127"/>
            <a:ext cx="8139178" cy="504825"/>
          </a:xfrm>
        </p:spPr>
        <p:txBody>
          <a:bodyPr/>
          <a:lstStyle/>
          <a:p>
            <a:r>
              <a:rPr lang="zh-CN" altLang="en-US" sz="2400" dirty="0"/>
              <a:t>专利写作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F5B3F876-A004-4157-8DFA-8947287857F1}" type="slidenum">
              <a:rPr lang="en-US" altLang="zh-CN" smtClean="0">
                <a:solidFill>
                  <a:srgbClr val="002060"/>
                </a:solidFill>
                <a:latin typeface="华文楷体" panose="02010600040101010101" pitchFamily="2" charset="-122"/>
                <a:ea typeface="华文楷体" panose="02010600040101010101" pitchFamily="2" charset="-122"/>
              </a:rPr>
              <a:t>6</a:t>
            </a:fld>
            <a:endParaRPr lang="en-US" altLang="zh-CN">
              <a:solidFill>
                <a:srgbClr val="002060"/>
              </a:solidFill>
              <a:latin typeface="华文楷体" panose="02010600040101010101" pitchFamily="2" charset="-122"/>
              <a:ea typeface="华文楷体" panose="02010600040101010101" pitchFamily="2" charset="-122"/>
            </a:endParaRPr>
          </a:p>
        </p:txBody>
      </p:sp>
      <p:sp>
        <p:nvSpPr>
          <p:cNvPr id="6" name="矩形 16"/>
          <p:cNvSpPr>
            <a:spLocks noChangeArrowheads="1"/>
          </p:cNvSpPr>
          <p:nvPr/>
        </p:nvSpPr>
        <p:spPr bwMode="auto">
          <a:xfrm>
            <a:off x="3981125" y="3923916"/>
            <a:ext cx="5132474"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r>
              <a:rPr lang="zh-CN" altLang="en-US" sz="1800" b="1" dirty="0">
                <a:solidFill>
                  <a:srgbClr val="002060"/>
                </a:solidFill>
                <a:latin typeface="华文楷体" panose="02010600040101010101" pitchFamily="2" charset="-122"/>
                <a:ea typeface="华文楷体" panose="02010600040101010101" pitchFamily="2" charset="-122"/>
                <a:sym typeface="+mn-ea"/>
              </a:rPr>
              <a:t>对一些现有技术在产品构造或形状方面有改进；</a:t>
            </a:r>
          </a:p>
          <a:p>
            <a:pPr eaLnBrk="1" hangingPunct="1">
              <a:lnSpc>
                <a:spcPct val="100000"/>
              </a:lnSpc>
              <a:spcBef>
                <a:spcPct val="0"/>
              </a:spcBef>
              <a:buFontTx/>
              <a:buNone/>
            </a:pPr>
            <a:r>
              <a:rPr lang="zh-CN" altLang="en-US" sz="1800" b="1" dirty="0">
                <a:solidFill>
                  <a:srgbClr val="002060"/>
                </a:solidFill>
                <a:latin typeface="华文楷体" panose="02010600040101010101" pitchFamily="2" charset="-122"/>
                <a:ea typeface="华文楷体" panose="02010600040101010101" pitchFamily="2" charset="-122"/>
                <a:sym typeface="+mn-ea"/>
              </a:rPr>
              <a:t>审查时间</a:t>
            </a:r>
            <a:r>
              <a:rPr lang="en-US" altLang="zh-CN" sz="1800" b="1" dirty="0">
                <a:solidFill>
                  <a:srgbClr val="002060"/>
                </a:solidFill>
                <a:latin typeface="华文楷体" panose="02010600040101010101" pitchFamily="2" charset="-122"/>
                <a:ea typeface="华文楷体" panose="02010600040101010101" pitchFamily="2" charset="-122"/>
                <a:sym typeface="+mn-ea"/>
              </a:rPr>
              <a:t>9-11</a:t>
            </a:r>
            <a:r>
              <a:rPr lang="zh-CN" altLang="en-US" sz="1800" b="1" dirty="0">
                <a:solidFill>
                  <a:srgbClr val="002060"/>
                </a:solidFill>
                <a:latin typeface="华文楷体" panose="02010600040101010101" pitchFamily="2" charset="-122"/>
                <a:ea typeface="华文楷体" panose="02010600040101010101" pitchFamily="2" charset="-122"/>
                <a:sym typeface="+mn-ea"/>
              </a:rPr>
              <a:t>个月；</a:t>
            </a:r>
          </a:p>
          <a:p>
            <a:pPr eaLnBrk="1" hangingPunct="1">
              <a:lnSpc>
                <a:spcPct val="100000"/>
              </a:lnSpc>
              <a:spcBef>
                <a:spcPct val="0"/>
              </a:spcBef>
              <a:buFontTx/>
              <a:buNone/>
            </a:pPr>
            <a:r>
              <a:rPr lang="zh-CN" altLang="en-US" sz="1800" b="1" dirty="0">
                <a:solidFill>
                  <a:srgbClr val="002060"/>
                </a:solidFill>
                <a:latin typeface="华文楷体" panose="02010600040101010101" pitchFamily="2" charset="-122"/>
                <a:ea typeface="华文楷体" panose="02010600040101010101" pitchFamily="2" charset="-122"/>
                <a:sym typeface="+mn-ea"/>
              </a:rPr>
              <a:t>专利保护期为</a:t>
            </a:r>
            <a:r>
              <a:rPr lang="en-US" altLang="zh-CN" sz="1800" b="1" dirty="0">
                <a:solidFill>
                  <a:srgbClr val="002060"/>
                </a:solidFill>
                <a:latin typeface="华文楷体" panose="02010600040101010101" pitchFamily="2" charset="-122"/>
                <a:ea typeface="华文楷体" panose="02010600040101010101" pitchFamily="2" charset="-122"/>
                <a:sym typeface="+mn-ea"/>
              </a:rPr>
              <a:t>10</a:t>
            </a:r>
            <a:r>
              <a:rPr lang="zh-CN" altLang="en-US" sz="1800" b="1" dirty="0">
                <a:solidFill>
                  <a:srgbClr val="002060"/>
                </a:solidFill>
                <a:latin typeface="华文楷体" panose="02010600040101010101" pitchFamily="2" charset="-122"/>
                <a:ea typeface="华文楷体" panose="02010600040101010101" pitchFamily="2" charset="-122"/>
                <a:sym typeface="+mn-ea"/>
              </a:rPr>
              <a:t>年。</a:t>
            </a:r>
          </a:p>
        </p:txBody>
      </p:sp>
      <p:sp>
        <p:nvSpPr>
          <p:cNvPr id="7" name="矩形 9"/>
          <p:cNvSpPr>
            <a:spLocks noChangeArrowheads="1"/>
          </p:cNvSpPr>
          <p:nvPr/>
        </p:nvSpPr>
        <p:spPr bwMode="auto">
          <a:xfrm>
            <a:off x="894733" y="4156724"/>
            <a:ext cx="231421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marL="285750" indent="-285750" eaLnBrk="1" hangingPunct="1">
              <a:lnSpc>
                <a:spcPct val="100000"/>
              </a:lnSpc>
              <a:spcBef>
                <a:spcPct val="0"/>
              </a:spcBef>
              <a:buFont typeface="Wingdings" panose="05000000000000000000" pitchFamily="2" charset="2"/>
              <a:buChar char="Ø"/>
            </a:pPr>
            <a:r>
              <a:rPr lang="zh-CN" altLang="en-US" sz="2400" b="1" dirty="0">
                <a:solidFill>
                  <a:srgbClr val="002060"/>
                </a:solidFill>
                <a:latin typeface="华文楷体" panose="02010600040101010101" pitchFamily="2" charset="-122"/>
                <a:ea typeface="华文楷体" panose="02010600040101010101" pitchFamily="2" charset="-122"/>
              </a:rPr>
              <a:t>实用新型专利</a:t>
            </a:r>
          </a:p>
        </p:txBody>
      </p:sp>
      <p:sp>
        <p:nvSpPr>
          <p:cNvPr id="8" name="矩形 16"/>
          <p:cNvSpPr>
            <a:spLocks noChangeArrowheads="1"/>
          </p:cNvSpPr>
          <p:nvPr/>
        </p:nvSpPr>
        <p:spPr bwMode="auto">
          <a:xfrm>
            <a:off x="3496975" y="5059050"/>
            <a:ext cx="5484049"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r>
              <a:rPr lang="zh-CN" altLang="en-US" sz="1800" b="1" dirty="0">
                <a:solidFill>
                  <a:srgbClr val="002060"/>
                </a:solidFill>
                <a:latin typeface="华文楷体" panose="02010600040101010101" pitchFamily="2" charset="-122"/>
                <a:ea typeface="华文楷体" panose="02010600040101010101" pitchFamily="2" charset="-122"/>
                <a:sym typeface="+mn-ea"/>
              </a:rPr>
              <a:t>设计产品的形状、图案或者其结合以及色彩与形状、图案的结合富有美感，并适用于工业上应用的新设计；</a:t>
            </a:r>
          </a:p>
          <a:p>
            <a:pPr eaLnBrk="1" hangingPunct="1">
              <a:lnSpc>
                <a:spcPct val="100000"/>
              </a:lnSpc>
              <a:spcBef>
                <a:spcPct val="0"/>
              </a:spcBef>
              <a:buFontTx/>
              <a:buNone/>
            </a:pPr>
            <a:r>
              <a:rPr lang="zh-CN" altLang="en-US" sz="1800" b="1" dirty="0">
                <a:solidFill>
                  <a:srgbClr val="002060"/>
                </a:solidFill>
                <a:latin typeface="华文楷体" panose="02010600040101010101" pitchFamily="2" charset="-122"/>
                <a:ea typeface="华文楷体" panose="02010600040101010101" pitchFamily="2" charset="-122"/>
                <a:sym typeface="+mn-ea"/>
              </a:rPr>
              <a:t>审查时间</a:t>
            </a:r>
            <a:r>
              <a:rPr lang="en-US" altLang="zh-CN" sz="1800" b="1" dirty="0">
                <a:solidFill>
                  <a:srgbClr val="002060"/>
                </a:solidFill>
                <a:latin typeface="华文楷体" panose="02010600040101010101" pitchFamily="2" charset="-122"/>
                <a:ea typeface="华文楷体" panose="02010600040101010101" pitchFamily="2" charset="-122"/>
                <a:sym typeface="+mn-ea"/>
              </a:rPr>
              <a:t>5-7</a:t>
            </a:r>
            <a:r>
              <a:rPr lang="zh-CN" altLang="en-US" sz="1800" b="1" dirty="0">
                <a:solidFill>
                  <a:srgbClr val="002060"/>
                </a:solidFill>
                <a:latin typeface="华文楷体" panose="02010600040101010101" pitchFamily="2" charset="-122"/>
                <a:ea typeface="华文楷体" panose="02010600040101010101" pitchFamily="2" charset="-122"/>
                <a:sym typeface="+mn-ea"/>
              </a:rPr>
              <a:t>个月；</a:t>
            </a:r>
          </a:p>
          <a:p>
            <a:pPr eaLnBrk="1" hangingPunct="1">
              <a:lnSpc>
                <a:spcPct val="100000"/>
              </a:lnSpc>
              <a:spcBef>
                <a:spcPct val="0"/>
              </a:spcBef>
              <a:buFontTx/>
              <a:buNone/>
            </a:pPr>
            <a:r>
              <a:rPr lang="zh-CN" altLang="en-US" sz="1800" b="1" dirty="0">
                <a:solidFill>
                  <a:srgbClr val="002060"/>
                </a:solidFill>
                <a:latin typeface="华文楷体" panose="02010600040101010101" pitchFamily="2" charset="-122"/>
                <a:ea typeface="华文楷体" panose="02010600040101010101" pitchFamily="2" charset="-122"/>
                <a:sym typeface="+mn-ea"/>
              </a:rPr>
              <a:t>专利保护期为</a:t>
            </a:r>
            <a:r>
              <a:rPr lang="en-US" altLang="zh-CN" sz="1800" b="1" dirty="0">
                <a:solidFill>
                  <a:srgbClr val="002060"/>
                </a:solidFill>
                <a:latin typeface="华文楷体" panose="02010600040101010101" pitchFamily="2" charset="-122"/>
                <a:ea typeface="华文楷体" panose="02010600040101010101" pitchFamily="2" charset="-122"/>
                <a:sym typeface="+mn-ea"/>
              </a:rPr>
              <a:t>10</a:t>
            </a:r>
            <a:r>
              <a:rPr lang="zh-CN" altLang="en-US" sz="1800" b="1" dirty="0">
                <a:solidFill>
                  <a:srgbClr val="002060"/>
                </a:solidFill>
                <a:latin typeface="华文楷体" panose="02010600040101010101" pitchFamily="2" charset="-122"/>
                <a:ea typeface="华文楷体" panose="02010600040101010101" pitchFamily="2" charset="-122"/>
                <a:sym typeface="+mn-ea"/>
              </a:rPr>
              <a:t>年</a:t>
            </a:r>
          </a:p>
          <a:p>
            <a:pPr eaLnBrk="1" hangingPunct="1">
              <a:lnSpc>
                <a:spcPct val="100000"/>
              </a:lnSpc>
              <a:spcBef>
                <a:spcPct val="0"/>
              </a:spcBef>
              <a:buFontTx/>
              <a:buNone/>
            </a:pPr>
            <a:endParaRPr lang="zh-CN" altLang="en-US" sz="1800" b="1" dirty="0">
              <a:solidFill>
                <a:srgbClr val="002060"/>
              </a:solidFill>
              <a:latin typeface="华文楷体" panose="02010600040101010101" pitchFamily="2" charset="-122"/>
              <a:ea typeface="华文楷体" panose="02010600040101010101" pitchFamily="2" charset="-122"/>
              <a:sym typeface="+mn-ea"/>
            </a:endParaRPr>
          </a:p>
          <a:p>
            <a:pPr eaLnBrk="1" hangingPunct="1">
              <a:lnSpc>
                <a:spcPct val="100000"/>
              </a:lnSpc>
              <a:spcBef>
                <a:spcPct val="0"/>
              </a:spcBef>
              <a:buFontTx/>
              <a:buNone/>
            </a:pPr>
            <a:endParaRPr lang="zh-CN" altLang="en-US" sz="1800" b="1" dirty="0">
              <a:solidFill>
                <a:srgbClr val="002060"/>
              </a:solidFill>
              <a:latin typeface="华文楷体" panose="02010600040101010101" pitchFamily="2" charset="-122"/>
              <a:ea typeface="华文楷体" panose="02010600040101010101" pitchFamily="2" charset="-122"/>
              <a:sym typeface="+mn-ea"/>
            </a:endParaRPr>
          </a:p>
        </p:txBody>
      </p:sp>
      <p:sp>
        <p:nvSpPr>
          <p:cNvPr id="9" name="矩形 11"/>
          <p:cNvSpPr>
            <a:spLocks noChangeArrowheads="1"/>
          </p:cNvSpPr>
          <p:nvPr/>
        </p:nvSpPr>
        <p:spPr bwMode="auto">
          <a:xfrm>
            <a:off x="893246" y="5323247"/>
            <a:ext cx="18411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marL="342900" indent="-342900" eaLnBrk="1" hangingPunct="1">
              <a:lnSpc>
                <a:spcPct val="100000"/>
              </a:lnSpc>
              <a:spcBef>
                <a:spcPct val="0"/>
              </a:spcBef>
              <a:buFont typeface="Wingdings" panose="05000000000000000000" pitchFamily="2" charset="2"/>
              <a:buChar char="Ø"/>
            </a:pPr>
            <a:r>
              <a:rPr lang="zh-CN" altLang="en-US" sz="2400" b="1" dirty="0">
                <a:solidFill>
                  <a:srgbClr val="002060"/>
                </a:solidFill>
                <a:latin typeface="华文楷体" panose="02010600040101010101" pitchFamily="2" charset="-122"/>
                <a:ea typeface="华文楷体" panose="02010600040101010101" pitchFamily="2" charset="-122"/>
              </a:rPr>
              <a:t>外观设计</a:t>
            </a:r>
          </a:p>
        </p:txBody>
      </p:sp>
      <p:grpSp>
        <p:nvGrpSpPr>
          <p:cNvPr id="10" name="组合 16"/>
          <p:cNvGrpSpPr/>
          <p:nvPr/>
        </p:nvGrpSpPr>
        <p:grpSpPr bwMode="auto">
          <a:xfrm>
            <a:off x="5125254" y="2708338"/>
            <a:ext cx="360521" cy="270510"/>
            <a:chOff x="3000364" y="642924"/>
            <a:chExt cx="428628" cy="321471"/>
          </a:xfrm>
        </p:grpSpPr>
        <p:sp>
          <p:nvSpPr>
            <p:cNvPr id="11" name="等腰三角形 10"/>
            <p:cNvSpPr/>
            <p:nvPr/>
          </p:nvSpPr>
          <p:spPr>
            <a:xfrm rot="5400000">
              <a:off x="3125380" y="660784"/>
              <a:ext cx="321471" cy="285752"/>
            </a:xfrm>
            <a:prstGeom prst="triangl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002060"/>
                </a:solidFill>
                <a:latin typeface="华文楷体" panose="02010600040101010101" pitchFamily="2" charset="-122"/>
                <a:ea typeface="华文楷体" panose="02010600040101010101" pitchFamily="2" charset="-122"/>
              </a:endParaRPr>
            </a:p>
          </p:txBody>
        </p:sp>
        <p:sp>
          <p:nvSpPr>
            <p:cNvPr id="12" name="等腰三角形 11"/>
            <p:cNvSpPr/>
            <p:nvPr/>
          </p:nvSpPr>
          <p:spPr>
            <a:xfrm rot="5400000">
              <a:off x="2982504" y="696503"/>
              <a:ext cx="250033" cy="214314"/>
            </a:xfrm>
            <a:prstGeom prst="triangl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002060"/>
                </a:solidFill>
                <a:latin typeface="华文楷体" panose="02010600040101010101" pitchFamily="2" charset="-122"/>
                <a:ea typeface="华文楷体" panose="02010600040101010101" pitchFamily="2" charset="-122"/>
              </a:endParaRPr>
            </a:p>
          </p:txBody>
        </p:sp>
      </p:grpSp>
      <p:sp>
        <p:nvSpPr>
          <p:cNvPr id="13" name="矩形 16"/>
          <p:cNvSpPr>
            <a:spLocks noChangeArrowheads="1"/>
          </p:cNvSpPr>
          <p:nvPr/>
        </p:nvSpPr>
        <p:spPr bwMode="auto">
          <a:xfrm>
            <a:off x="3575731" y="2644558"/>
            <a:ext cx="4817788" cy="115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r>
              <a:rPr lang="zh-CN" altLang="en-US" sz="1800" b="1" dirty="0">
                <a:solidFill>
                  <a:srgbClr val="002060"/>
                </a:solidFill>
                <a:latin typeface="华文楷体" panose="02010600040101010101" pitchFamily="2" charset="-122"/>
                <a:ea typeface="华文楷体" panose="02010600040101010101" pitchFamily="2" charset="-122"/>
                <a:sym typeface="+mn-ea"/>
              </a:rPr>
              <a:t>新产品、新方法及其制造方法、使用方法等；</a:t>
            </a:r>
          </a:p>
          <a:p>
            <a:pPr eaLnBrk="1" hangingPunct="1">
              <a:lnSpc>
                <a:spcPct val="100000"/>
              </a:lnSpc>
              <a:spcBef>
                <a:spcPct val="0"/>
              </a:spcBef>
              <a:buFontTx/>
              <a:buNone/>
            </a:pPr>
            <a:r>
              <a:rPr lang="zh-CN" altLang="en-US" sz="1800" b="1" dirty="0">
                <a:solidFill>
                  <a:srgbClr val="002060"/>
                </a:solidFill>
                <a:latin typeface="华文楷体" panose="02010600040101010101" pitchFamily="2" charset="-122"/>
                <a:ea typeface="华文楷体" panose="02010600040101010101" pitchFamily="2" charset="-122"/>
                <a:sym typeface="+mn-ea"/>
              </a:rPr>
              <a:t>审查时间</a:t>
            </a:r>
            <a:r>
              <a:rPr lang="en-US" altLang="zh-CN" sz="1800" b="1" dirty="0">
                <a:solidFill>
                  <a:srgbClr val="002060"/>
                </a:solidFill>
                <a:latin typeface="华文楷体" panose="02010600040101010101" pitchFamily="2" charset="-122"/>
                <a:ea typeface="华文楷体" panose="02010600040101010101" pitchFamily="2" charset="-122"/>
                <a:sym typeface="+mn-ea"/>
              </a:rPr>
              <a:t>1.5-5</a:t>
            </a:r>
            <a:r>
              <a:rPr lang="zh-CN" altLang="en-US" sz="1800" b="1" dirty="0">
                <a:solidFill>
                  <a:srgbClr val="002060"/>
                </a:solidFill>
                <a:latin typeface="华文楷体" panose="02010600040101010101" pitchFamily="2" charset="-122"/>
                <a:ea typeface="华文楷体" panose="02010600040101010101" pitchFamily="2" charset="-122"/>
                <a:sym typeface="+mn-ea"/>
              </a:rPr>
              <a:t>年；</a:t>
            </a:r>
          </a:p>
          <a:p>
            <a:pPr eaLnBrk="1" hangingPunct="1">
              <a:lnSpc>
                <a:spcPct val="100000"/>
              </a:lnSpc>
              <a:spcBef>
                <a:spcPct val="0"/>
              </a:spcBef>
              <a:buFontTx/>
              <a:buNone/>
            </a:pPr>
            <a:r>
              <a:rPr lang="zh-CN" altLang="en-US" sz="1800" b="1" dirty="0">
                <a:solidFill>
                  <a:srgbClr val="002060"/>
                </a:solidFill>
                <a:latin typeface="华文楷体" panose="02010600040101010101" pitchFamily="2" charset="-122"/>
                <a:ea typeface="华文楷体" panose="02010600040101010101" pitchFamily="2" charset="-122"/>
                <a:sym typeface="+mn-ea"/>
              </a:rPr>
              <a:t>专利保护期为</a:t>
            </a:r>
            <a:r>
              <a:rPr lang="en-US" altLang="zh-CN" sz="1800" b="1" dirty="0">
                <a:solidFill>
                  <a:srgbClr val="002060"/>
                </a:solidFill>
                <a:latin typeface="华文楷体" panose="02010600040101010101" pitchFamily="2" charset="-122"/>
                <a:ea typeface="华文楷体" panose="02010600040101010101" pitchFamily="2" charset="-122"/>
                <a:sym typeface="+mn-ea"/>
              </a:rPr>
              <a:t>20</a:t>
            </a:r>
            <a:r>
              <a:rPr lang="zh-CN" altLang="en-US" sz="1800" b="1" dirty="0">
                <a:solidFill>
                  <a:srgbClr val="002060"/>
                </a:solidFill>
                <a:latin typeface="华文楷体" panose="02010600040101010101" pitchFamily="2" charset="-122"/>
                <a:ea typeface="华文楷体" panose="02010600040101010101" pitchFamily="2" charset="-122"/>
                <a:sym typeface="+mn-ea"/>
              </a:rPr>
              <a:t>年。</a:t>
            </a:r>
          </a:p>
          <a:p>
            <a:pPr eaLnBrk="1" hangingPunct="1">
              <a:lnSpc>
                <a:spcPct val="100000"/>
              </a:lnSpc>
              <a:spcBef>
                <a:spcPct val="0"/>
              </a:spcBef>
              <a:buFontTx/>
              <a:buNone/>
            </a:pPr>
            <a:endParaRPr lang="zh-CN" altLang="en-US" sz="1500" b="1" dirty="0">
              <a:solidFill>
                <a:srgbClr val="002060"/>
              </a:solidFill>
              <a:latin typeface="华文楷体" panose="02010600040101010101" pitchFamily="2" charset="-122"/>
              <a:ea typeface="华文楷体" panose="02010600040101010101" pitchFamily="2" charset="-122"/>
              <a:sym typeface="+mn-ea"/>
            </a:endParaRPr>
          </a:p>
        </p:txBody>
      </p:sp>
      <p:sp>
        <p:nvSpPr>
          <p:cNvPr id="14" name="矩形 13"/>
          <p:cNvSpPr>
            <a:spLocks noChangeArrowheads="1"/>
          </p:cNvSpPr>
          <p:nvPr/>
        </p:nvSpPr>
        <p:spPr bwMode="auto">
          <a:xfrm>
            <a:off x="931739" y="2890535"/>
            <a:ext cx="184118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marL="342900" indent="-342900" eaLnBrk="1" hangingPunct="1">
              <a:lnSpc>
                <a:spcPct val="100000"/>
              </a:lnSpc>
              <a:spcBef>
                <a:spcPct val="0"/>
              </a:spcBef>
              <a:buFont typeface="Wingdings" panose="05000000000000000000" pitchFamily="2" charset="2"/>
              <a:buChar char="Ø"/>
            </a:pPr>
            <a:r>
              <a:rPr lang="zh-CN" altLang="en-US" sz="2400" b="1" dirty="0">
                <a:solidFill>
                  <a:srgbClr val="002060"/>
                </a:solidFill>
                <a:latin typeface="华文楷体" panose="02010600040101010101" pitchFamily="2" charset="-122"/>
                <a:ea typeface="华文楷体" panose="02010600040101010101" pitchFamily="2" charset="-122"/>
              </a:rPr>
              <a:t>发明专利</a:t>
            </a:r>
          </a:p>
        </p:txBody>
      </p:sp>
      <p:grpSp>
        <p:nvGrpSpPr>
          <p:cNvPr id="15" name="组合 17"/>
          <p:cNvGrpSpPr/>
          <p:nvPr/>
        </p:nvGrpSpPr>
        <p:grpSpPr bwMode="auto">
          <a:xfrm>
            <a:off x="1220481" y="4010405"/>
            <a:ext cx="360521" cy="270510"/>
            <a:chOff x="3000364" y="642924"/>
            <a:chExt cx="428628" cy="321471"/>
          </a:xfrm>
        </p:grpSpPr>
        <p:sp>
          <p:nvSpPr>
            <p:cNvPr id="16" name="等腰三角形 15"/>
            <p:cNvSpPr/>
            <p:nvPr/>
          </p:nvSpPr>
          <p:spPr>
            <a:xfrm rot="5400000">
              <a:off x="3125380" y="660784"/>
              <a:ext cx="321471" cy="285752"/>
            </a:xfrm>
            <a:prstGeom prst="triangl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002060"/>
                </a:solidFill>
                <a:latin typeface="华文楷体" panose="02010600040101010101" pitchFamily="2" charset="-122"/>
                <a:ea typeface="华文楷体" panose="02010600040101010101" pitchFamily="2" charset="-122"/>
              </a:endParaRPr>
            </a:p>
          </p:txBody>
        </p:sp>
        <p:sp>
          <p:nvSpPr>
            <p:cNvPr id="17" name="等腰三角形 16"/>
            <p:cNvSpPr/>
            <p:nvPr/>
          </p:nvSpPr>
          <p:spPr>
            <a:xfrm rot="5400000">
              <a:off x="2982504" y="696503"/>
              <a:ext cx="250033" cy="214314"/>
            </a:xfrm>
            <a:prstGeom prst="triangl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002060"/>
                </a:solidFill>
                <a:latin typeface="华文楷体" panose="02010600040101010101" pitchFamily="2" charset="-122"/>
                <a:ea typeface="华文楷体" panose="02010600040101010101" pitchFamily="2" charset="-122"/>
              </a:endParaRPr>
            </a:p>
          </p:txBody>
        </p:sp>
      </p:grpSp>
      <p:sp>
        <p:nvSpPr>
          <p:cNvPr id="21" name="矩形 4"/>
          <p:cNvSpPr>
            <a:spLocks noChangeArrowheads="1"/>
          </p:cNvSpPr>
          <p:nvPr/>
        </p:nvSpPr>
        <p:spPr bwMode="auto">
          <a:xfrm>
            <a:off x="755576" y="1659687"/>
            <a:ext cx="7541255" cy="8710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gn="ctr">
              <a:buNone/>
            </a:pPr>
            <a:r>
              <a:rPr lang="zh-CN" altLang="en-US" b="1" dirty="0">
                <a:solidFill>
                  <a:srgbClr val="002060"/>
                </a:solidFill>
                <a:latin typeface="华文楷体" panose="02010600040101010101" pitchFamily="2" charset="-122"/>
                <a:ea typeface="华文楷体" panose="02010600040101010101" pitchFamily="2" charset="-122"/>
              </a:rPr>
              <a:t>在我国，专利包括三类：发明专利、实用新型专利和外观设计。</a:t>
            </a:r>
          </a:p>
        </p:txBody>
      </p:sp>
      <p:sp>
        <p:nvSpPr>
          <p:cNvPr id="22" name="箭头: 右 21"/>
          <p:cNvSpPr/>
          <p:nvPr/>
        </p:nvSpPr>
        <p:spPr>
          <a:xfrm>
            <a:off x="2772922" y="2948792"/>
            <a:ext cx="706122" cy="270511"/>
          </a:xfrm>
          <a:prstGeom prst="right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2060"/>
              </a:solidFill>
              <a:latin typeface="华文楷体" panose="02010600040101010101" pitchFamily="2" charset="-122"/>
              <a:ea typeface="华文楷体" panose="02010600040101010101" pitchFamily="2" charset="-122"/>
            </a:endParaRPr>
          </a:p>
        </p:txBody>
      </p:sp>
      <p:sp>
        <p:nvSpPr>
          <p:cNvPr id="23" name="箭头: 右 22"/>
          <p:cNvSpPr/>
          <p:nvPr/>
        </p:nvSpPr>
        <p:spPr>
          <a:xfrm>
            <a:off x="3208943" y="4283956"/>
            <a:ext cx="706122" cy="270511"/>
          </a:xfrm>
          <a:prstGeom prst="right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2060"/>
              </a:solidFill>
              <a:latin typeface="华文楷体" panose="02010600040101010101" pitchFamily="2" charset="-122"/>
              <a:ea typeface="华文楷体" panose="02010600040101010101" pitchFamily="2" charset="-122"/>
            </a:endParaRPr>
          </a:p>
        </p:txBody>
      </p:sp>
      <p:sp>
        <p:nvSpPr>
          <p:cNvPr id="24" name="箭头: 右 23"/>
          <p:cNvSpPr/>
          <p:nvPr/>
        </p:nvSpPr>
        <p:spPr>
          <a:xfrm>
            <a:off x="2632879" y="5453605"/>
            <a:ext cx="706122" cy="270511"/>
          </a:xfrm>
          <a:prstGeom prst="right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2060"/>
              </a:solidFill>
              <a:latin typeface="华文楷体" panose="02010600040101010101" pitchFamily="2" charset="-122"/>
              <a:ea typeface="华文楷体" panose="02010600040101010101" pitchFamily="2" charset="-122"/>
            </a:endParaRPr>
          </a:p>
        </p:txBody>
      </p:sp>
      <p:sp>
        <p:nvSpPr>
          <p:cNvPr id="25" name="矩形 24"/>
          <p:cNvSpPr/>
          <p:nvPr/>
        </p:nvSpPr>
        <p:spPr>
          <a:xfrm>
            <a:off x="1446359" y="952301"/>
            <a:ext cx="2261545" cy="431927"/>
          </a:xfrm>
          <a:prstGeom prst="rect">
            <a:avLst/>
          </a:prstGeom>
          <a:solidFill>
            <a:srgbClr val="0070C0"/>
          </a:solidFill>
          <a:ln w="12700" cap="flat" cmpd="sng" algn="ctr">
            <a:noFill/>
            <a:prstDash val="solid"/>
            <a:miter lim="800000"/>
          </a:ln>
          <a:effectLst/>
        </p:spPr>
        <p:txBody>
          <a:bodyPr anchor="ctr"/>
          <a:lstStyle/>
          <a:p>
            <a:pPr defTabSz="457200" eaLnBrk="1" fontAlgn="auto" hangingPunct="1">
              <a:spcBef>
                <a:spcPts val="0"/>
              </a:spcBef>
              <a:spcAft>
                <a:spcPts val="0"/>
              </a:spcAft>
              <a:defRPr/>
            </a:pPr>
            <a:r>
              <a:rPr kumimoji="0" lang="zh-CN" altLang="en-US" sz="2400" kern="0" dirty="0">
                <a:solidFill>
                  <a:prstClr val="white"/>
                </a:solidFill>
                <a:latin typeface="Calibri" panose="020F0502020204030204"/>
                <a:ea typeface="等线" panose="02010600030101010101" pitchFamily="2" charset="-122"/>
              </a:rPr>
              <a:t>什么是专利</a:t>
            </a:r>
          </a:p>
        </p:txBody>
      </p:sp>
      <p:sp>
        <p:nvSpPr>
          <p:cNvPr id="18" name="标题 2">
            <a:extLst>
              <a:ext uri="{FF2B5EF4-FFF2-40B4-BE49-F238E27FC236}">
                <a16:creationId xmlns:a16="http://schemas.microsoft.com/office/drawing/2014/main" id="{0766BF9A-508C-EC2C-DEC1-DC7D59C3EF34}"/>
              </a:ext>
            </a:extLst>
          </p:cNvPr>
          <p:cNvSpPr>
            <a:spLocks noGrp="1"/>
          </p:cNvSpPr>
          <p:nvPr>
            <p:ph type="title"/>
          </p:nvPr>
        </p:nvSpPr>
        <p:spPr>
          <a:xfrm>
            <a:off x="502411" y="325127"/>
            <a:ext cx="8139178" cy="504825"/>
          </a:xfrm>
        </p:spPr>
        <p:txBody>
          <a:bodyPr/>
          <a:lstStyle/>
          <a:p>
            <a:r>
              <a:rPr lang="zh-CN" altLang="en-US" sz="2400" dirty="0"/>
              <a:t>专利写作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3" grpId="0"/>
      <p:bldP spid="14" grpId="0"/>
      <p:bldP spid="22" grpId="0" animBg="1"/>
      <p:bldP spid="23" grpId="0" animBg="1"/>
      <p:bldP spid="2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专利交底书撰写</a:t>
            </a:r>
            <a:endParaRPr lang="zh-CN" altLang="en-US"/>
          </a:p>
        </p:txBody>
      </p:sp>
      <p:pic>
        <p:nvPicPr>
          <p:cNvPr id="4" name="内容占位符 3"/>
          <p:cNvPicPr>
            <a:picLocks noGrp="1" noChangeAspect="1"/>
          </p:cNvPicPr>
          <p:nvPr>
            <p:ph idx="1"/>
          </p:nvPr>
        </p:nvPicPr>
        <p:blipFill>
          <a:blip r:embed="rId2"/>
          <a:stretch>
            <a:fillRect/>
          </a:stretch>
        </p:blipFill>
        <p:spPr>
          <a:xfrm>
            <a:off x="628650" y="1526381"/>
            <a:ext cx="3170873" cy="4464844"/>
          </a:xfrm>
          <a:prstGeom prst="rect">
            <a:avLst/>
          </a:prstGeom>
        </p:spPr>
      </p:pic>
      <p:pic>
        <p:nvPicPr>
          <p:cNvPr id="5" name="图片 4"/>
          <p:cNvPicPr>
            <a:picLocks noChangeAspect="1"/>
          </p:cNvPicPr>
          <p:nvPr/>
        </p:nvPicPr>
        <p:blipFill>
          <a:blip r:embed="rId3"/>
          <a:stretch>
            <a:fillRect/>
          </a:stretch>
        </p:blipFill>
        <p:spPr>
          <a:xfrm>
            <a:off x="4728686" y="1333500"/>
            <a:ext cx="4305776" cy="306466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专利交底书</a:t>
            </a:r>
            <a:endParaRPr lang="zh-CN" altLang="en-US"/>
          </a:p>
        </p:txBody>
      </p:sp>
      <p:pic>
        <p:nvPicPr>
          <p:cNvPr id="6" name="内容占位符 5"/>
          <p:cNvPicPr>
            <a:picLocks noGrp="1" noChangeAspect="1"/>
          </p:cNvPicPr>
          <p:nvPr>
            <p:ph idx="1"/>
          </p:nvPr>
        </p:nvPicPr>
        <p:blipFill>
          <a:blip r:embed="rId2"/>
          <a:stretch>
            <a:fillRect/>
          </a:stretch>
        </p:blipFill>
        <p:spPr>
          <a:xfrm>
            <a:off x="3000851" y="835819"/>
            <a:ext cx="5471160" cy="38938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sym typeface="+mn-ea"/>
              </a:rPr>
              <a:t>专利交底书</a:t>
            </a:r>
            <a:endParaRPr lang="zh-CN" altLang="en-US"/>
          </a:p>
        </p:txBody>
      </p:sp>
      <p:pic>
        <p:nvPicPr>
          <p:cNvPr id="4" name="内容占位符 3"/>
          <p:cNvPicPr>
            <a:picLocks noGrp="1" noChangeAspect="1"/>
          </p:cNvPicPr>
          <p:nvPr>
            <p:ph idx="1"/>
          </p:nvPr>
        </p:nvPicPr>
        <p:blipFill>
          <a:blip r:embed="rId2"/>
          <a:stretch>
            <a:fillRect/>
          </a:stretch>
        </p:blipFill>
        <p:spPr>
          <a:xfrm>
            <a:off x="1403985" y="1412875"/>
            <a:ext cx="3467735" cy="5269865"/>
          </a:xfrm>
          <a:prstGeom prst="rect">
            <a:avLst/>
          </a:prstGeom>
        </p:spPr>
      </p:pic>
      <p:pic>
        <p:nvPicPr>
          <p:cNvPr id="5" name="图片 4"/>
          <p:cNvPicPr>
            <a:picLocks noChangeAspect="1"/>
          </p:cNvPicPr>
          <p:nvPr/>
        </p:nvPicPr>
        <p:blipFill>
          <a:blip r:embed="rId3"/>
          <a:stretch>
            <a:fillRect/>
          </a:stretch>
        </p:blipFill>
        <p:spPr>
          <a:xfrm>
            <a:off x="5364480" y="1052830"/>
            <a:ext cx="3483610" cy="554926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F5B3F876-A004-4157-8DFA-8947287857F1}" type="slidenum">
              <a:rPr lang="en-US" altLang="zh-CN" smtClean="0"/>
              <a:t>10</a:t>
            </a:fld>
            <a:endParaRPr lang="en-US" altLang="zh-CN"/>
          </a:p>
        </p:txBody>
      </p:sp>
      <p:sp>
        <p:nvSpPr>
          <p:cNvPr id="24" name="文本框 23"/>
          <p:cNvSpPr txBox="1"/>
          <p:nvPr/>
        </p:nvSpPr>
        <p:spPr>
          <a:xfrm>
            <a:off x="1115616" y="1715007"/>
            <a:ext cx="3591878" cy="553998"/>
          </a:xfrm>
          <a:prstGeom prst="rect">
            <a:avLst/>
          </a:prstGeom>
          <a:noFill/>
        </p:spPr>
        <p:txBody>
          <a:bodyPr wrap="square" rtlCol="0">
            <a:spAutoFit/>
          </a:bodyPr>
          <a:lstStyle/>
          <a:p>
            <a:pPr marL="457200" indent="-457200">
              <a:buFont typeface="Wingdings" panose="05000000000000000000" pitchFamily="2" charset="2"/>
              <a:buChar char="Ø"/>
            </a:pPr>
            <a:r>
              <a:rPr lang="zh-CN" altLang="en-US" sz="3000" b="1" dirty="0">
                <a:ln w="22225">
                  <a:noFill/>
                  <a:prstDash val="solid"/>
                </a:ln>
                <a:solidFill>
                  <a:srgbClr val="002060"/>
                </a:solidFill>
                <a:latin typeface="华文楷体" panose="02010600040101010101" pitchFamily="2" charset="-122"/>
                <a:ea typeface="华文楷体" panose="02010600040101010101" pitchFamily="2" charset="-122"/>
                <a:sym typeface="+mn-ea"/>
              </a:rPr>
              <a:t>专利的特征：</a:t>
            </a:r>
          </a:p>
        </p:txBody>
      </p:sp>
      <p:grpSp>
        <p:nvGrpSpPr>
          <p:cNvPr id="25" name="组合 24"/>
          <p:cNvGrpSpPr/>
          <p:nvPr/>
        </p:nvGrpSpPr>
        <p:grpSpPr>
          <a:xfrm>
            <a:off x="1326963" y="2439919"/>
            <a:ext cx="7637525" cy="3775710"/>
            <a:chOff x="984" y="2005"/>
            <a:chExt cx="15432" cy="7928"/>
          </a:xfrm>
        </p:grpSpPr>
        <p:sp>
          <p:nvSpPr>
            <p:cNvPr id="26" name="TextBox 21"/>
            <p:cNvSpPr txBox="1">
              <a:spLocks noChangeArrowheads="1"/>
            </p:cNvSpPr>
            <p:nvPr/>
          </p:nvSpPr>
          <p:spPr bwMode="auto">
            <a:xfrm>
              <a:off x="2840" y="2823"/>
              <a:ext cx="630" cy="6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endParaRPr lang="zh-CN" altLang="en-US" sz="825">
                <a:solidFill>
                  <a:srgbClr val="002060"/>
                </a:solidFill>
                <a:latin typeface="华文楷体" panose="02010600040101010101" pitchFamily="2" charset="-122"/>
                <a:ea typeface="华文楷体" panose="02010600040101010101" pitchFamily="2" charset="-122"/>
              </a:endParaRPr>
            </a:p>
          </p:txBody>
        </p:sp>
        <p:sp>
          <p:nvSpPr>
            <p:cNvPr id="27" name="矩形 4"/>
            <p:cNvSpPr>
              <a:spLocks noChangeArrowheads="1"/>
            </p:cNvSpPr>
            <p:nvPr/>
          </p:nvSpPr>
          <p:spPr bwMode="auto">
            <a:xfrm>
              <a:off x="1222" y="2005"/>
              <a:ext cx="14886" cy="2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buNone/>
              </a:pPr>
              <a:r>
                <a:rPr lang="en-US" altLang="zh-CN" sz="2400" b="1" dirty="0">
                  <a:solidFill>
                    <a:srgbClr val="002060"/>
                  </a:solidFill>
                  <a:latin typeface="华文楷体" panose="02010600040101010101" pitchFamily="2" charset="-122"/>
                  <a:ea typeface="华文楷体" panose="02010600040101010101" pitchFamily="2" charset="-122"/>
                </a:rPr>
                <a:t>1</a:t>
              </a:r>
              <a:r>
                <a:rPr lang="zh-CN" altLang="en-US" sz="2400" b="1" dirty="0">
                  <a:solidFill>
                    <a:srgbClr val="002060"/>
                  </a:solidFill>
                  <a:latin typeface="华文楷体" panose="02010600040101010101" pitchFamily="2" charset="-122"/>
                  <a:ea typeface="华文楷体" panose="02010600040101010101" pitchFamily="2" charset="-122"/>
                </a:rPr>
                <a:t>、独占性：拥有专利可以独占市场。若无专利权人的允许，任何人不得以生产经营为目的制造、使用、销售、许诺销售、进口该专利产品或依照其专利方法生产该产品。</a:t>
              </a:r>
            </a:p>
          </p:txBody>
        </p:sp>
        <p:sp>
          <p:nvSpPr>
            <p:cNvPr id="28" name="矩形 4"/>
            <p:cNvSpPr>
              <a:spLocks noChangeArrowheads="1"/>
            </p:cNvSpPr>
            <p:nvPr/>
          </p:nvSpPr>
          <p:spPr bwMode="auto">
            <a:xfrm>
              <a:off x="984" y="5111"/>
              <a:ext cx="15432" cy="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buNone/>
              </a:pPr>
              <a:r>
                <a:rPr lang="en-US" altLang="zh-CN" sz="2400" b="1" dirty="0">
                  <a:solidFill>
                    <a:srgbClr val="002060"/>
                  </a:solidFill>
                  <a:latin typeface="华文楷体" panose="02010600040101010101" pitchFamily="2" charset="-122"/>
                  <a:ea typeface="华文楷体" panose="02010600040101010101" pitchFamily="2" charset="-122"/>
                </a:rPr>
                <a:t>2</a:t>
              </a:r>
              <a:r>
                <a:rPr lang="zh-CN" altLang="en-US" sz="2400" b="1" dirty="0">
                  <a:solidFill>
                    <a:srgbClr val="002060"/>
                  </a:solidFill>
                  <a:latin typeface="华文楷体" panose="02010600040101010101" pitchFamily="2" charset="-122"/>
                  <a:ea typeface="华文楷体" panose="02010600040101010101" pitchFamily="2" charset="-122"/>
                </a:rPr>
                <a:t>、时间性：发明成果仅在专利保护期内受法律保护。失效专利包括期限届满或专利权放弃、不交年费而中途丧失，任何人均可无偿使用。</a:t>
              </a:r>
            </a:p>
          </p:txBody>
        </p:sp>
        <p:sp>
          <p:nvSpPr>
            <p:cNvPr id="29" name="矩形 4"/>
            <p:cNvSpPr>
              <a:spLocks noChangeArrowheads="1"/>
            </p:cNvSpPr>
            <p:nvPr/>
          </p:nvSpPr>
          <p:spPr bwMode="auto">
            <a:xfrm>
              <a:off x="984" y="7645"/>
              <a:ext cx="14886" cy="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buNone/>
              </a:pPr>
              <a:r>
                <a:rPr lang="en-US" altLang="zh-CN" sz="2400" b="1" dirty="0">
                  <a:solidFill>
                    <a:srgbClr val="002060"/>
                  </a:solidFill>
                  <a:latin typeface="华文楷体" panose="02010600040101010101" pitchFamily="2" charset="-122"/>
                  <a:ea typeface="华文楷体" panose="02010600040101010101" pitchFamily="2" charset="-122"/>
                </a:rPr>
                <a:t>3</a:t>
              </a:r>
              <a:r>
                <a:rPr lang="zh-CN" altLang="en-US" sz="2400" b="1" dirty="0">
                  <a:solidFill>
                    <a:srgbClr val="002060"/>
                  </a:solidFill>
                  <a:latin typeface="华文楷体" panose="02010600040101010101" pitchFamily="2" charset="-122"/>
                  <a:ea typeface="华文楷体" panose="02010600040101010101" pitchFamily="2" charset="-122"/>
                </a:rPr>
                <a:t>、地域性：一项发明在某国获得专利，则受该国法律保护。外国专利在中国不受保护，同样，中国专利在外国也不受保护。</a:t>
              </a:r>
            </a:p>
          </p:txBody>
        </p:sp>
      </p:grpSp>
      <p:sp>
        <p:nvSpPr>
          <p:cNvPr id="31" name="矩形 30"/>
          <p:cNvSpPr/>
          <p:nvPr/>
        </p:nvSpPr>
        <p:spPr>
          <a:xfrm>
            <a:off x="1446359" y="952301"/>
            <a:ext cx="2261545" cy="431927"/>
          </a:xfrm>
          <a:prstGeom prst="rect">
            <a:avLst/>
          </a:prstGeom>
          <a:solidFill>
            <a:srgbClr val="0070C0"/>
          </a:solidFill>
          <a:ln w="12700" cap="flat" cmpd="sng" algn="ctr">
            <a:noFill/>
            <a:prstDash val="solid"/>
            <a:miter lim="800000"/>
          </a:ln>
          <a:effectLst/>
        </p:spPr>
        <p:txBody>
          <a:bodyPr anchor="ctr"/>
          <a:lstStyle/>
          <a:p>
            <a:pPr defTabSz="457200" eaLnBrk="1" fontAlgn="auto" hangingPunct="1">
              <a:spcBef>
                <a:spcPts val="0"/>
              </a:spcBef>
              <a:spcAft>
                <a:spcPts val="0"/>
              </a:spcAft>
              <a:defRPr/>
            </a:pPr>
            <a:r>
              <a:rPr kumimoji="0" lang="zh-CN" altLang="en-US" sz="2400" kern="0" dirty="0">
                <a:solidFill>
                  <a:prstClr val="white"/>
                </a:solidFill>
                <a:latin typeface="Calibri" panose="020F0502020204030204"/>
                <a:ea typeface="等线" panose="02010600030101010101" pitchFamily="2" charset="-122"/>
              </a:rPr>
              <a:t>什么是专利</a:t>
            </a:r>
          </a:p>
        </p:txBody>
      </p:sp>
      <p:sp>
        <p:nvSpPr>
          <p:cNvPr id="2" name="标题 2">
            <a:extLst>
              <a:ext uri="{FF2B5EF4-FFF2-40B4-BE49-F238E27FC236}">
                <a16:creationId xmlns:a16="http://schemas.microsoft.com/office/drawing/2014/main" id="{2F3EBAD7-66EA-1E18-9099-68539F40135B}"/>
              </a:ext>
            </a:extLst>
          </p:cNvPr>
          <p:cNvSpPr>
            <a:spLocks noGrp="1"/>
          </p:cNvSpPr>
          <p:nvPr>
            <p:ph type="title"/>
          </p:nvPr>
        </p:nvSpPr>
        <p:spPr>
          <a:xfrm>
            <a:off x="502411" y="325127"/>
            <a:ext cx="8139178" cy="504825"/>
          </a:xfrm>
        </p:spPr>
        <p:txBody>
          <a:bodyPr/>
          <a:lstStyle/>
          <a:p>
            <a:r>
              <a:rPr lang="zh-CN" altLang="en-US" sz="2400" dirty="0"/>
              <a:t>专利写作</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F5B3F876-A004-4157-8DFA-8947287857F1}" type="slidenum">
              <a:rPr lang="en-US" altLang="zh-CN" smtClean="0"/>
              <a:t>11</a:t>
            </a:fld>
            <a:endParaRPr lang="en-US" altLang="zh-CN"/>
          </a:p>
        </p:txBody>
      </p:sp>
      <p:sp>
        <p:nvSpPr>
          <p:cNvPr id="31" name="矩形 30"/>
          <p:cNvSpPr/>
          <p:nvPr/>
        </p:nvSpPr>
        <p:spPr>
          <a:xfrm>
            <a:off x="1446359" y="952301"/>
            <a:ext cx="2261545" cy="431927"/>
          </a:xfrm>
          <a:prstGeom prst="rect">
            <a:avLst/>
          </a:prstGeom>
          <a:solidFill>
            <a:srgbClr val="0070C0"/>
          </a:solidFill>
          <a:ln w="12700" cap="flat" cmpd="sng" algn="ctr">
            <a:noFill/>
            <a:prstDash val="solid"/>
            <a:miter lim="800000"/>
          </a:ln>
          <a:effectLst/>
        </p:spPr>
        <p:txBody>
          <a:bodyPr anchor="ctr"/>
          <a:lstStyle/>
          <a:p>
            <a:pPr defTabSz="457200" eaLnBrk="1" fontAlgn="auto" hangingPunct="1">
              <a:spcBef>
                <a:spcPts val="0"/>
              </a:spcBef>
              <a:spcAft>
                <a:spcPts val="0"/>
              </a:spcAft>
              <a:defRPr/>
            </a:pPr>
            <a:r>
              <a:rPr kumimoji="0" lang="zh-CN" altLang="en-US" sz="2400" kern="0" dirty="0">
                <a:solidFill>
                  <a:prstClr val="white"/>
                </a:solidFill>
                <a:latin typeface="Calibri" panose="020F0502020204030204"/>
                <a:ea typeface="等线" panose="02010600030101010101" pitchFamily="2" charset="-122"/>
              </a:rPr>
              <a:t>什么是专利</a:t>
            </a:r>
          </a:p>
        </p:txBody>
      </p:sp>
      <p:sp>
        <p:nvSpPr>
          <p:cNvPr id="11" name="文本框 10"/>
          <p:cNvSpPr txBox="1"/>
          <p:nvPr/>
        </p:nvSpPr>
        <p:spPr>
          <a:xfrm>
            <a:off x="942917" y="1595046"/>
            <a:ext cx="5067772" cy="553998"/>
          </a:xfrm>
          <a:prstGeom prst="rect">
            <a:avLst/>
          </a:prstGeom>
          <a:noFill/>
        </p:spPr>
        <p:txBody>
          <a:bodyPr wrap="square" rtlCol="0">
            <a:spAutoFit/>
          </a:bodyPr>
          <a:lstStyle/>
          <a:p>
            <a:pPr marL="457200" indent="-457200">
              <a:buFont typeface="Wingdings" panose="05000000000000000000" pitchFamily="2" charset="2"/>
              <a:buChar char="Ø"/>
            </a:pPr>
            <a:r>
              <a:rPr lang="zh-CN" altLang="en-US" sz="3000" b="1" dirty="0">
                <a:solidFill>
                  <a:srgbClr val="002060"/>
                </a:solidFill>
                <a:latin typeface="华文楷体" panose="02010600040101010101" pitchFamily="2" charset="-122"/>
                <a:ea typeface="华文楷体" panose="02010600040101010101" pitchFamily="2" charset="-122"/>
                <a:sym typeface="+mn-ea"/>
              </a:rPr>
              <a:t>授予专利权的条件：</a:t>
            </a:r>
          </a:p>
        </p:txBody>
      </p:sp>
      <p:grpSp>
        <p:nvGrpSpPr>
          <p:cNvPr id="12" name="组合 11"/>
          <p:cNvGrpSpPr/>
          <p:nvPr/>
        </p:nvGrpSpPr>
        <p:grpSpPr>
          <a:xfrm>
            <a:off x="1323349" y="2485990"/>
            <a:ext cx="7137083" cy="3463290"/>
            <a:chOff x="1222" y="2541"/>
            <a:chExt cx="14986" cy="7272"/>
          </a:xfrm>
        </p:grpSpPr>
        <p:sp>
          <p:nvSpPr>
            <p:cNvPr id="13" name="TextBox 21"/>
            <p:cNvSpPr txBox="1">
              <a:spLocks noChangeArrowheads="1"/>
            </p:cNvSpPr>
            <p:nvPr/>
          </p:nvSpPr>
          <p:spPr bwMode="auto">
            <a:xfrm>
              <a:off x="2816" y="2823"/>
              <a:ext cx="654" cy="6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endParaRPr lang="zh-CN" altLang="en-US" sz="825">
                <a:solidFill>
                  <a:srgbClr val="002060"/>
                </a:solidFill>
                <a:latin typeface="华文楷体" panose="02010600040101010101" pitchFamily="2" charset="-122"/>
                <a:ea typeface="华文楷体" panose="02010600040101010101" pitchFamily="2" charset="-122"/>
              </a:endParaRPr>
            </a:p>
          </p:txBody>
        </p:sp>
        <p:sp>
          <p:nvSpPr>
            <p:cNvPr id="14" name="矩形 4"/>
            <p:cNvSpPr>
              <a:spLocks noChangeArrowheads="1"/>
            </p:cNvSpPr>
            <p:nvPr/>
          </p:nvSpPr>
          <p:spPr bwMode="auto">
            <a:xfrm>
              <a:off x="1222" y="2541"/>
              <a:ext cx="14886" cy="1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buNone/>
              </a:pPr>
              <a:r>
                <a:rPr lang="en-US" altLang="zh-CN" sz="2400" b="1" dirty="0">
                  <a:solidFill>
                    <a:srgbClr val="002060"/>
                  </a:solidFill>
                  <a:latin typeface="华文楷体" panose="02010600040101010101" pitchFamily="2" charset="-122"/>
                  <a:ea typeface="华文楷体" panose="02010600040101010101" pitchFamily="2" charset="-122"/>
                </a:rPr>
                <a:t>1</a:t>
              </a:r>
              <a:r>
                <a:rPr lang="zh-CN" altLang="en-US" sz="2400" b="1" dirty="0">
                  <a:solidFill>
                    <a:srgbClr val="002060"/>
                  </a:solidFill>
                  <a:latin typeface="华文楷体" panose="02010600040101010101" pitchFamily="2" charset="-122"/>
                  <a:ea typeface="华文楷体" panose="02010600040101010101" pitchFamily="2" charset="-122"/>
                </a:rPr>
                <a:t>、新颖性：以前从未公开过，也没有相同的技术方案刊登在出版物上或者已被他人申请专利。</a:t>
              </a:r>
            </a:p>
          </p:txBody>
        </p:sp>
        <p:sp>
          <p:nvSpPr>
            <p:cNvPr id="15" name="矩形 4"/>
            <p:cNvSpPr>
              <a:spLocks noChangeArrowheads="1"/>
            </p:cNvSpPr>
            <p:nvPr/>
          </p:nvSpPr>
          <p:spPr bwMode="auto">
            <a:xfrm>
              <a:off x="1322" y="5200"/>
              <a:ext cx="14886" cy="1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buNone/>
              </a:pPr>
              <a:r>
                <a:rPr lang="en-US" altLang="zh-CN" sz="2400" b="1" dirty="0">
                  <a:solidFill>
                    <a:srgbClr val="002060"/>
                  </a:solidFill>
                  <a:latin typeface="华文楷体" panose="02010600040101010101" pitchFamily="2" charset="-122"/>
                  <a:ea typeface="华文楷体" panose="02010600040101010101" pitchFamily="2" charset="-122"/>
                </a:rPr>
                <a:t>2</a:t>
              </a:r>
              <a:r>
                <a:rPr lang="zh-CN" altLang="en-US" sz="2400" b="1" dirty="0">
                  <a:solidFill>
                    <a:srgbClr val="002060"/>
                  </a:solidFill>
                  <a:latin typeface="华文楷体" panose="02010600040101010101" pitchFamily="2" charset="-122"/>
                  <a:ea typeface="华文楷体" panose="02010600040101010101" pitchFamily="2" charset="-122"/>
                </a:rPr>
                <a:t>、创造性：付出了创造性劳动，发明具有实质性特点，优于同类传统技术。</a:t>
              </a:r>
            </a:p>
          </p:txBody>
        </p:sp>
        <p:sp>
          <p:nvSpPr>
            <p:cNvPr id="16" name="矩形 4"/>
            <p:cNvSpPr>
              <a:spLocks noChangeArrowheads="1"/>
            </p:cNvSpPr>
            <p:nvPr/>
          </p:nvSpPr>
          <p:spPr bwMode="auto">
            <a:xfrm>
              <a:off x="1267" y="7577"/>
              <a:ext cx="14886" cy="1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buNone/>
              </a:pPr>
              <a:r>
                <a:rPr lang="en-US" altLang="zh-CN" sz="2400" b="1" dirty="0">
                  <a:solidFill>
                    <a:srgbClr val="002060"/>
                  </a:solidFill>
                  <a:latin typeface="华文楷体" panose="02010600040101010101" pitchFamily="2" charset="-122"/>
                  <a:ea typeface="华文楷体" panose="02010600040101010101" pitchFamily="2" charset="-122"/>
                </a:rPr>
                <a:t>3</a:t>
              </a:r>
              <a:r>
                <a:rPr lang="zh-CN" altLang="en-US" sz="2400" b="1" dirty="0">
                  <a:solidFill>
                    <a:srgbClr val="002060"/>
                  </a:solidFill>
                  <a:latin typeface="华文楷体" panose="02010600040101010101" pitchFamily="2" charset="-122"/>
                  <a:ea typeface="华文楷体" panose="02010600040101010101" pitchFamily="2" charset="-122"/>
                </a:rPr>
                <a:t>、实用性：比原有技术效果好，且可用工业方法进行生产，具有实用性。</a:t>
              </a:r>
            </a:p>
          </p:txBody>
        </p:sp>
      </p:grpSp>
      <p:sp>
        <p:nvSpPr>
          <p:cNvPr id="2" name="标题 2">
            <a:extLst>
              <a:ext uri="{FF2B5EF4-FFF2-40B4-BE49-F238E27FC236}">
                <a16:creationId xmlns:a16="http://schemas.microsoft.com/office/drawing/2014/main" id="{55A6CBBC-8AB1-291E-8127-95DA48AC4007}"/>
              </a:ext>
            </a:extLst>
          </p:cNvPr>
          <p:cNvSpPr>
            <a:spLocks noGrp="1"/>
          </p:cNvSpPr>
          <p:nvPr>
            <p:ph type="title"/>
          </p:nvPr>
        </p:nvSpPr>
        <p:spPr>
          <a:xfrm>
            <a:off x="502411" y="325127"/>
            <a:ext cx="8139178" cy="504825"/>
          </a:xfrm>
        </p:spPr>
        <p:txBody>
          <a:bodyPr/>
          <a:lstStyle/>
          <a:p>
            <a:r>
              <a:rPr lang="zh-CN" altLang="en-US" sz="2400" dirty="0"/>
              <a:t>专利写作</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F5B3F876-A004-4157-8DFA-8947287857F1}" type="slidenum">
              <a:rPr lang="en-US" altLang="zh-CN" smtClean="0"/>
              <a:t>12</a:t>
            </a:fld>
            <a:endParaRPr lang="en-US" altLang="zh-CN"/>
          </a:p>
        </p:txBody>
      </p:sp>
      <p:sp>
        <p:nvSpPr>
          <p:cNvPr id="17" name="矩形 4"/>
          <p:cNvSpPr>
            <a:spLocks noChangeArrowheads="1"/>
          </p:cNvSpPr>
          <p:nvPr/>
        </p:nvSpPr>
        <p:spPr bwMode="auto">
          <a:xfrm>
            <a:off x="1053130" y="2266373"/>
            <a:ext cx="794385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buNone/>
            </a:pPr>
            <a:r>
              <a:rPr lang="zh-CN" altLang="en-US" sz="2400" b="1" dirty="0">
                <a:solidFill>
                  <a:srgbClr val="002060"/>
                </a:solidFill>
                <a:latin typeface="华文楷体" panose="02010600040101010101" pitchFamily="2" charset="-122"/>
                <a:ea typeface="华文楷体" panose="02010600040101010101" pitchFamily="2" charset="-122"/>
              </a:rPr>
              <a:t>我国专利审批采用先申请原则，因此申请人应及时将其发明申请专利，以防他人抢先申请。由于授予专利的条件要求必须有新颖性，而发表论文、参加展览等都会因技术公开而丧失新颖性。因此当发明人有了技术成果后应首先申请专利，再发表论文，以免因发表论文公开技术导致不能申请专利。</a:t>
            </a:r>
          </a:p>
        </p:txBody>
      </p:sp>
      <p:sp>
        <p:nvSpPr>
          <p:cNvPr id="18" name="文本框 17"/>
          <p:cNvSpPr txBox="1"/>
          <p:nvPr/>
        </p:nvSpPr>
        <p:spPr>
          <a:xfrm>
            <a:off x="1043608" y="1412776"/>
            <a:ext cx="5448300" cy="584775"/>
          </a:xfrm>
          <a:prstGeom prst="rect">
            <a:avLst/>
          </a:prstGeom>
          <a:noFill/>
        </p:spPr>
        <p:txBody>
          <a:bodyPr wrap="square" rtlCol="0">
            <a:spAutoFit/>
          </a:bodyPr>
          <a:lstStyle/>
          <a:p>
            <a:pPr marL="457200" indent="-457200">
              <a:buFont typeface="Wingdings" panose="05000000000000000000" pitchFamily="2" charset="2"/>
              <a:buChar char="Ø"/>
            </a:pPr>
            <a:r>
              <a:rPr lang="zh-CN" altLang="en-US" sz="3200" b="1" dirty="0">
                <a:solidFill>
                  <a:srgbClr val="002060"/>
                </a:solidFill>
                <a:latin typeface="华文楷体" panose="02010600040101010101" pitchFamily="2" charset="-122"/>
                <a:ea typeface="华文楷体" panose="02010600040101010101" pitchFamily="2" charset="-122"/>
              </a:rPr>
              <a:t>先写专利？先发论文？</a:t>
            </a:r>
          </a:p>
        </p:txBody>
      </p:sp>
      <p:sp>
        <p:nvSpPr>
          <p:cNvPr id="2" name="标题 2">
            <a:extLst>
              <a:ext uri="{FF2B5EF4-FFF2-40B4-BE49-F238E27FC236}">
                <a16:creationId xmlns:a16="http://schemas.microsoft.com/office/drawing/2014/main" id="{B159B9EB-3B20-345A-4418-08D1CABBD73A}"/>
              </a:ext>
            </a:extLst>
          </p:cNvPr>
          <p:cNvSpPr>
            <a:spLocks noGrp="1"/>
          </p:cNvSpPr>
          <p:nvPr>
            <p:ph type="title"/>
          </p:nvPr>
        </p:nvSpPr>
        <p:spPr>
          <a:xfrm>
            <a:off x="502411" y="325127"/>
            <a:ext cx="8139178" cy="504825"/>
          </a:xfrm>
        </p:spPr>
        <p:txBody>
          <a:bodyPr/>
          <a:lstStyle/>
          <a:p>
            <a:r>
              <a:rPr lang="zh-CN" altLang="en-US" sz="2400" dirty="0"/>
              <a:t>专利写作</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F5B3F876-A004-4157-8DFA-8947287857F1}" type="slidenum">
              <a:rPr lang="en-US" altLang="zh-CN" smtClean="0"/>
              <a:t>13</a:t>
            </a:fld>
            <a:endParaRPr lang="en-US" altLang="zh-CN"/>
          </a:p>
        </p:txBody>
      </p:sp>
      <p:sp>
        <p:nvSpPr>
          <p:cNvPr id="6" name="Rectangle 15"/>
          <p:cNvSpPr/>
          <p:nvPr/>
        </p:nvSpPr>
        <p:spPr>
          <a:xfrm>
            <a:off x="726483" y="1052736"/>
            <a:ext cx="6167438" cy="584775"/>
          </a:xfrm>
          <a:prstGeom prst="rect">
            <a:avLst/>
          </a:prstGeom>
          <a:noFill/>
          <a:ln w="9525">
            <a:noFill/>
          </a:ln>
        </p:spPr>
        <p:txBody>
          <a:bodyPr wrap="square" anchor="t">
            <a:spAutoFit/>
          </a:bodyPr>
          <a:lstStyle/>
          <a:p>
            <a:pPr marL="342900" indent="-342900">
              <a:buFont typeface="Wingdings" panose="05000000000000000000" charset="0"/>
              <a:buChar char="l"/>
            </a:pPr>
            <a:r>
              <a:rPr lang="zh-CN" altLang="en-US" sz="3200" b="1" kern="0" dirty="0">
                <a:solidFill>
                  <a:srgbClr val="002060"/>
                </a:solidFill>
                <a:ea typeface="楷体" panose="02010609060101010101" charset="-122"/>
                <a:cs typeface="Times New Roman" panose="02020603050405020304" pitchFamily="18" charset="0"/>
                <a:sym typeface="+mn-ea"/>
              </a:rPr>
              <a:t>什么是专利申请书：</a:t>
            </a:r>
          </a:p>
        </p:txBody>
      </p:sp>
      <p:sp>
        <p:nvSpPr>
          <p:cNvPr id="7" name="文本框 6"/>
          <p:cNvSpPr txBox="1"/>
          <p:nvPr/>
        </p:nvSpPr>
        <p:spPr>
          <a:xfrm>
            <a:off x="1032081" y="1700287"/>
            <a:ext cx="8081728" cy="1200329"/>
          </a:xfrm>
          <a:prstGeom prst="rect">
            <a:avLst/>
          </a:prstGeom>
          <a:noFill/>
        </p:spPr>
        <p:txBody>
          <a:bodyPr wrap="square" rtlCol="0">
            <a:spAutoFit/>
          </a:bodyPr>
          <a:lstStyle/>
          <a:p>
            <a:pPr>
              <a:buFont typeface="Wingdings" panose="05000000000000000000" charset="0"/>
            </a:pPr>
            <a:r>
              <a:rPr lang="zh-CN" altLang="en-US" sz="2400" b="1" kern="0" dirty="0">
                <a:solidFill>
                  <a:srgbClr val="002060"/>
                </a:solidFill>
                <a:ea typeface="楷体" panose="02010609060101010101" charset="-122"/>
                <a:cs typeface="Times New Roman" panose="02020603050405020304" pitchFamily="18" charset="0"/>
                <a:sym typeface="+mn-ea"/>
              </a:rPr>
              <a:t>我国专利法规定：以书面形式申请专利的，应该向国务院专利行政部门提交申请文件。这里的</a:t>
            </a:r>
            <a:r>
              <a:rPr lang="en-US" altLang="zh-CN" sz="2400" b="1" kern="0" dirty="0">
                <a:solidFill>
                  <a:srgbClr val="002060"/>
                </a:solidFill>
                <a:ea typeface="楷体" panose="02010609060101010101" charset="-122"/>
                <a:cs typeface="Times New Roman" panose="02020603050405020304" pitchFamily="18" charset="0"/>
                <a:sym typeface="+mn-ea"/>
              </a:rPr>
              <a:t>“</a:t>
            </a:r>
            <a:r>
              <a:rPr lang="zh-CN" altLang="en-US" sz="2400" b="1" kern="0" dirty="0">
                <a:solidFill>
                  <a:srgbClr val="002060"/>
                </a:solidFill>
                <a:ea typeface="楷体" panose="02010609060101010101" charset="-122"/>
                <a:cs typeface="Times New Roman" panose="02020603050405020304" pitchFamily="18" charset="0"/>
                <a:sym typeface="+mn-ea"/>
              </a:rPr>
              <a:t>申请文件</a:t>
            </a:r>
            <a:r>
              <a:rPr lang="en-US" altLang="zh-CN" sz="2400" b="1" kern="0" dirty="0">
                <a:solidFill>
                  <a:srgbClr val="002060"/>
                </a:solidFill>
                <a:ea typeface="楷体" panose="02010609060101010101" charset="-122"/>
                <a:cs typeface="Times New Roman" panose="02020603050405020304" pitchFamily="18" charset="0"/>
                <a:sym typeface="+mn-ea"/>
              </a:rPr>
              <a:t>”</a:t>
            </a:r>
            <a:r>
              <a:rPr lang="zh-CN" altLang="en-US" sz="2400" b="1" kern="0" dirty="0">
                <a:solidFill>
                  <a:srgbClr val="002060"/>
                </a:solidFill>
                <a:ea typeface="楷体" panose="02010609060101010101" charset="-122"/>
                <a:cs typeface="Times New Roman" panose="02020603050405020304" pitchFamily="18" charset="0"/>
                <a:sym typeface="+mn-ea"/>
              </a:rPr>
              <a:t>即专利申请书。</a:t>
            </a:r>
            <a:endParaRPr lang="zh-CN" altLang="en-US" sz="2400" dirty="0">
              <a:solidFill>
                <a:srgbClr val="002060"/>
              </a:solidFill>
            </a:endParaRPr>
          </a:p>
        </p:txBody>
      </p:sp>
      <p:sp>
        <p:nvSpPr>
          <p:cNvPr id="8" name="文本框 7"/>
          <p:cNvSpPr txBox="1"/>
          <p:nvPr/>
        </p:nvSpPr>
        <p:spPr>
          <a:xfrm>
            <a:off x="966023" y="2886051"/>
            <a:ext cx="7962325" cy="830997"/>
          </a:xfrm>
          <a:prstGeom prst="rect">
            <a:avLst/>
          </a:prstGeom>
          <a:noFill/>
        </p:spPr>
        <p:txBody>
          <a:bodyPr wrap="square" rtlCol="0">
            <a:spAutoFit/>
          </a:bodyPr>
          <a:lstStyle/>
          <a:p>
            <a:pPr>
              <a:buFont typeface="Wingdings" panose="05000000000000000000" charset="0"/>
            </a:pPr>
            <a:r>
              <a:rPr lang="zh-CN" altLang="en-US" sz="2400" b="1" kern="0" dirty="0">
                <a:solidFill>
                  <a:srgbClr val="002060"/>
                </a:solidFill>
                <a:ea typeface="楷体" panose="02010609060101010101" charset="-122"/>
                <a:cs typeface="Times New Roman" panose="02020603050405020304" pitchFamily="18" charset="0"/>
                <a:sym typeface="+mn-ea"/>
              </a:rPr>
              <a:t>专利申请书是专利申请人依据专利有关法律规定，向国家专利行政部门申请专利认可和法律保护的专用文书。</a:t>
            </a:r>
            <a:endParaRPr lang="zh-CN" altLang="en-US" sz="2400" dirty="0">
              <a:solidFill>
                <a:srgbClr val="002060"/>
              </a:solidFill>
            </a:endParaRPr>
          </a:p>
        </p:txBody>
      </p:sp>
      <p:sp>
        <p:nvSpPr>
          <p:cNvPr id="9" name="Rectangle 15"/>
          <p:cNvSpPr/>
          <p:nvPr/>
        </p:nvSpPr>
        <p:spPr>
          <a:xfrm>
            <a:off x="683568" y="3793882"/>
            <a:ext cx="6167438" cy="584775"/>
          </a:xfrm>
          <a:prstGeom prst="rect">
            <a:avLst/>
          </a:prstGeom>
          <a:noFill/>
          <a:ln w="9525">
            <a:noFill/>
          </a:ln>
        </p:spPr>
        <p:txBody>
          <a:bodyPr wrap="square" anchor="t">
            <a:spAutoFit/>
          </a:bodyPr>
          <a:lstStyle/>
          <a:p>
            <a:pPr marL="342900" indent="-342900">
              <a:buFont typeface="Wingdings" panose="05000000000000000000" charset="0"/>
              <a:buChar char="l"/>
            </a:pPr>
            <a:r>
              <a:rPr lang="zh-CN" altLang="en-US" sz="3200" b="1" kern="0" dirty="0">
                <a:solidFill>
                  <a:srgbClr val="002060"/>
                </a:solidFill>
                <a:ea typeface="楷体" panose="02010609060101010101" charset="-122"/>
                <a:cs typeface="Times New Roman" panose="02020603050405020304" pitchFamily="18" charset="0"/>
                <a:sym typeface="+mn-ea"/>
              </a:rPr>
              <a:t>专利申请书分类：</a:t>
            </a:r>
          </a:p>
        </p:txBody>
      </p:sp>
      <p:sp>
        <p:nvSpPr>
          <p:cNvPr id="10" name="文本框 9"/>
          <p:cNvSpPr txBox="1"/>
          <p:nvPr/>
        </p:nvSpPr>
        <p:spPr>
          <a:xfrm>
            <a:off x="864336" y="4522739"/>
            <a:ext cx="5965508" cy="1200329"/>
          </a:xfrm>
          <a:prstGeom prst="rect">
            <a:avLst/>
          </a:prstGeom>
          <a:noFill/>
        </p:spPr>
        <p:txBody>
          <a:bodyPr wrap="square" rtlCol="0">
            <a:spAutoFit/>
          </a:bodyPr>
          <a:lstStyle/>
          <a:p>
            <a:pPr>
              <a:buFont typeface="Wingdings" panose="05000000000000000000" charset="0"/>
            </a:pPr>
            <a:r>
              <a:rPr lang="zh-CN" altLang="en-US" sz="2400" b="1" kern="0" dirty="0">
                <a:solidFill>
                  <a:srgbClr val="002060"/>
                </a:solidFill>
                <a:ea typeface="楷体" panose="02010609060101010101" charset="-122"/>
                <a:cs typeface="Times New Roman" panose="02020603050405020304" pitchFamily="18" charset="0"/>
                <a:sym typeface="+mn-ea"/>
              </a:rPr>
              <a:t>（</a:t>
            </a:r>
            <a:r>
              <a:rPr lang="en-US" altLang="zh-CN" sz="2400" b="1" kern="0" dirty="0">
                <a:solidFill>
                  <a:srgbClr val="002060"/>
                </a:solidFill>
                <a:ea typeface="楷体" panose="02010609060101010101" charset="-122"/>
                <a:cs typeface="Times New Roman" panose="02020603050405020304" pitchFamily="18" charset="0"/>
                <a:sym typeface="+mn-ea"/>
              </a:rPr>
              <a:t>1</a:t>
            </a:r>
            <a:r>
              <a:rPr lang="zh-CN" altLang="en-US" sz="2400" b="1" kern="0" dirty="0">
                <a:solidFill>
                  <a:srgbClr val="002060"/>
                </a:solidFill>
                <a:ea typeface="楷体" panose="02010609060101010101" charset="-122"/>
                <a:cs typeface="Times New Roman" panose="02020603050405020304" pitchFamily="18" charset="0"/>
                <a:sym typeface="+mn-ea"/>
              </a:rPr>
              <a:t>）发明专利申请书</a:t>
            </a:r>
          </a:p>
          <a:p>
            <a:pPr>
              <a:buFont typeface="Wingdings" panose="05000000000000000000" charset="0"/>
            </a:pPr>
            <a:r>
              <a:rPr lang="en-US" altLang="zh-CN" sz="2400" b="1" kern="0" dirty="0">
                <a:solidFill>
                  <a:srgbClr val="002060"/>
                </a:solidFill>
                <a:ea typeface="楷体" panose="02010609060101010101" charset="-122"/>
                <a:cs typeface="Times New Roman" panose="02020603050405020304" pitchFamily="18" charset="0"/>
              </a:rPr>
              <a:t>（2）</a:t>
            </a:r>
            <a:r>
              <a:rPr lang="zh-CN" altLang="en-US" sz="2400" b="1" kern="0" dirty="0">
                <a:solidFill>
                  <a:srgbClr val="002060"/>
                </a:solidFill>
                <a:ea typeface="楷体" panose="02010609060101010101" charset="-122"/>
                <a:cs typeface="Times New Roman" panose="02020603050405020304" pitchFamily="18" charset="0"/>
              </a:rPr>
              <a:t>实用新型专利申请书</a:t>
            </a:r>
          </a:p>
          <a:p>
            <a:pPr>
              <a:buFont typeface="Wingdings" panose="05000000000000000000" charset="0"/>
            </a:pPr>
            <a:r>
              <a:rPr lang="zh-CN" altLang="en-US" sz="2400" b="1" kern="0" dirty="0">
                <a:solidFill>
                  <a:srgbClr val="002060"/>
                </a:solidFill>
                <a:ea typeface="楷体" panose="02010609060101010101" charset="-122"/>
                <a:cs typeface="Times New Roman" panose="02020603050405020304" pitchFamily="18" charset="0"/>
              </a:rPr>
              <a:t>（</a:t>
            </a:r>
            <a:r>
              <a:rPr lang="en-US" altLang="zh-CN" sz="2400" b="1" kern="0" dirty="0">
                <a:solidFill>
                  <a:srgbClr val="002060"/>
                </a:solidFill>
                <a:ea typeface="楷体" panose="02010609060101010101" charset="-122"/>
                <a:cs typeface="Times New Roman" panose="02020603050405020304" pitchFamily="18" charset="0"/>
              </a:rPr>
              <a:t>3</a:t>
            </a:r>
            <a:r>
              <a:rPr lang="zh-CN" altLang="en-US" sz="2400" b="1" kern="0" dirty="0">
                <a:solidFill>
                  <a:srgbClr val="002060"/>
                </a:solidFill>
                <a:ea typeface="楷体" panose="02010609060101010101" charset="-122"/>
                <a:cs typeface="Times New Roman" panose="02020603050405020304" pitchFamily="18" charset="0"/>
              </a:rPr>
              <a:t>）外观设计申请书</a:t>
            </a:r>
          </a:p>
        </p:txBody>
      </p:sp>
      <p:sp>
        <p:nvSpPr>
          <p:cNvPr id="2" name="标题 2">
            <a:extLst>
              <a:ext uri="{FF2B5EF4-FFF2-40B4-BE49-F238E27FC236}">
                <a16:creationId xmlns:a16="http://schemas.microsoft.com/office/drawing/2014/main" id="{67CA511E-AB86-FA45-E22B-BF6B99EF1781}"/>
              </a:ext>
            </a:extLst>
          </p:cNvPr>
          <p:cNvSpPr>
            <a:spLocks noGrp="1"/>
          </p:cNvSpPr>
          <p:nvPr>
            <p:ph type="title"/>
          </p:nvPr>
        </p:nvSpPr>
        <p:spPr>
          <a:xfrm>
            <a:off x="502411" y="325127"/>
            <a:ext cx="8139178" cy="504825"/>
          </a:xfrm>
        </p:spPr>
        <p:txBody>
          <a:bodyPr/>
          <a:lstStyle/>
          <a:p>
            <a:r>
              <a:rPr lang="zh-CN" altLang="en-US" sz="2400" dirty="0"/>
              <a:t>专利写作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500"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000" fill="hold">
                                          <p:stCondLst>
                                            <p:cond delay="0"/>
                                          </p:stCondLst>
                                        </p:cTn>
                                        <p:tgtEl>
                                          <p:spTgt spid="7"/>
                                        </p:tgtEl>
                                        <p:attrNameLst>
                                          <p:attrName>style.visibility</p:attrName>
                                        </p:attrNameLst>
                                      </p:cBhvr>
                                      <p:to>
                                        <p:strVal val="visible"/>
                                      </p:to>
                                    </p:set>
                                    <p:animEffect transition="in" filter="box(in)">
                                      <p:cBhvr>
                                        <p:cTn id="12" dur="10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000" fill="hold">
                                          <p:stCondLst>
                                            <p:cond delay="0"/>
                                          </p:stCondLst>
                                        </p:cTn>
                                        <p:tgtEl>
                                          <p:spTgt spid="8"/>
                                        </p:tgtEl>
                                        <p:attrNameLst>
                                          <p:attrName>style.visibility</p:attrName>
                                        </p:attrNameLst>
                                      </p:cBhvr>
                                      <p:to>
                                        <p:strVal val="visible"/>
                                      </p:to>
                                    </p:set>
                                    <p:animEffect transition="in" filter="box(in)">
                                      <p:cBhvr>
                                        <p:cTn id="17" dur="10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500"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000" fill="hold">
                                          <p:stCondLst>
                                            <p:cond delay="0"/>
                                          </p:stCondLst>
                                        </p:cTn>
                                        <p:tgtEl>
                                          <p:spTgt spid="10"/>
                                        </p:tgtEl>
                                        <p:attrNameLst>
                                          <p:attrName>style.visibility</p:attrName>
                                        </p:attrNameLst>
                                      </p:cBhvr>
                                      <p:to>
                                        <p:strVal val="visible"/>
                                      </p:to>
                                    </p:set>
                                    <p:animEffect transition="in" filter="box(in)">
                                      <p:cBhvr>
                                        <p:cTn id="27"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灯片编号占位符 5"/>
          <p:cNvSpPr>
            <a:spLocks noGrp="1"/>
          </p:cNvSpPr>
          <p:nvPr>
            <p:ph type="sldNum" sz="quarter" idx="12"/>
          </p:nvPr>
        </p:nvSpPr>
        <p:spPr>
          <a:xfrm>
            <a:off x="8459788" y="6381750"/>
            <a:ext cx="576262"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B9A5FE1F-EB54-4B34-BF31-A173F15D18D0}" type="slidenum">
              <a:rPr kumimoji="0" lang="en-US" altLang="zh-CN" sz="2000" smtClean="0"/>
              <a:t>14</a:t>
            </a:fld>
            <a:endParaRPr kumimoji="0" lang="en-US" altLang="zh-CN" sz="2000"/>
          </a:p>
        </p:txBody>
      </p:sp>
      <p:sp>
        <p:nvSpPr>
          <p:cNvPr id="10" name="文本框 9"/>
          <p:cNvSpPr txBox="1"/>
          <p:nvPr/>
        </p:nvSpPr>
        <p:spPr>
          <a:xfrm>
            <a:off x="900113" y="1341438"/>
            <a:ext cx="7953375" cy="830262"/>
          </a:xfrm>
          <a:prstGeom prst="rect">
            <a:avLst/>
          </a:prstGeom>
          <a:noFill/>
        </p:spPr>
        <p:txBody>
          <a:bodyPr>
            <a:spAutoFit/>
          </a:bodyPr>
          <a:lstStyle/>
          <a:p>
            <a:pPr eaLnBrk="1" fontAlgn="auto" hangingPunct="1">
              <a:spcBef>
                <a:spcPts val="0"/>
              </a:spcBef>
              <a:spcAft>
                <a:spcPts val="0"/>
              </a:spcAft>
              <a:buFont typeface="Wingdings" panose="05000000000000000000" charset="0"/>
              <a:buNone/>
              <a:defRPr/>
            </a:pPr>
            <a:r>
              <a:rPr kumimoji="0" lang="zh-CN" altLang="en-US" sz="2400" b="1" kern="0" dirty="0">
                <a:solidFill>
                  <a:srgbClr val="002060"/>
                </a:solidFill>
                <a:ea typeface="楷体" panose="02010609060101010101" charset="-122"/>
                <a:cs typeface="Times New Roman" panose="02020603050405020304" pitchFamily="18" charset="0"/>
                <a:sym typeface="+mn-ea"/>
              </a:rPr>
              <a:t>（</a:t>
            </a:r>
            <a:r>
              <a:rPr kumimoji="0" lang="en-US" altLang="zh-CN" sz="2400" b="1" kern="0" dirty="0">
                <a:solidFill>
                  <a:srgbClr val="002060"/>
                </a:solidFill>
                <a:ea typeface="楷体" panose="02010609060101010101" charset="-122"/>
                <a:cs typeface="Times New Roman" panose="02020603050405020304" pitchFamily="18" charset="0"/>
                <a:sym typeface="+mn-ea"/>
              </a:rPr>
              <a:t>1</a:t>
            </a:r>
            <a:r>
              <a:rPr kumimoji="0" lang="zh-CN" altLang="en-US" sz="2400" b="1" kern="0" dirty="0">
                <a:solidFill>
                  <a:srgbClr val="002060"/>
                </a:solidFill>
                <a:ea typeface="楷体" panose="02010609060101010101" charset="-122"/>
                <a:cs typeface="Times New Roman" panose="02020603050405020304" pitchFamily="18" charset="0"/>
                <a:sym typeface="+mn-ea"/>
              </a:rPr>
              <a:t>）多样性：</a:t>
            </a:r>
          </a:p>
          <a:p>
            <a:pPr eaLnBrk="1" fontAlgn="auto" hangingPunct="1">
              <a:spcBef>
                <a:spcPts val="0"/>
              </a:spcBef>
              <a:spcAft>
                <a:spcPts val="0"/>
              </a:spcAft>
              <a:buFont typeface="Wingdings" panose="05000000000000000000" charset="0"/>
              <a:buNone/>
              <a:defRPr/>
            </a:pPr>
            <a:r>
              <a:rPr kumimoji="0" lang="zh-CN" altLang="en-US" sz="2400" b="1" kern="0" dirty="0">
                <a:solidFill>
                  <a:srgbClr val="002060"/>
                </a:solidFill>
                <a:ea typeface="楷体" panose="02010609060101010101" charset="-122"/>
                <a:cs typeface="Times New Roman" panose="02020603050405020304" pitchFamily="18" charset="0"/>
                <a:sym typeface="+mn-ea"/>
              </a:rPr>
              <a:t>申请人多样性；专利申请方式多样性。</a:t>
            </a:r>
            <a:endParaRPr kumimoji="0" lang="zh-CN" altLang="en-US" sz="2400" b="1" kern="0" dirty="0">
              <a:solidFill>
                <a:srgbClr val="002060"/>
              </a:solidFill>
            </a:endParaRPr>
          </a:p>
        </p:txBody>
      </p:sp>
      <p:sp>
        <p:nvSpPr>
          <p:cNvPr id="11" name="文本框 10"/>
          <p:cNvSpPr txBox="1"/>
          <p:nvPr/>
        </p:nvSpPr>
        <p:spPr>
          <a:xfrm>
            <a:off x="896938" y="2235200"/>
            <a:ext cx="7977187" cy="1200150"/>
          </a:xfrm>
          <a:prstGeom prst="rect">
            <a:avLst/>
          </a:prstGeom>
          <a:noFill/>
        </p:spPr>
        <p:txBody>
          <a:bodyPr>
            <a:spAutoFit/>
          </a:bodyPr>
          <a:lstStyle/>
          <a:p>
            <a:pPr eaLnBrk="1" fontAlgn="auto" hangingPunct="1">
              <a:spcBef>
                <a:spcPts val="0"/>
              </a:spcBef>
              <a:spcAft>
                <a:spcPts val="0"/>
              </a:spcAft>
              <a:buFont typeface="Wingdings" panose="05000000000000000000" charset="0"/>
              <a:buNone/>
              <a:defRPr/>
            </a:pPr>
            <a:r>
              <a:rPr kumimoji="0" lang="zh-CN" altLang="en-US" sz="2400" b="1" kern="0" dirty="0">
                <a:solidFill>
                  <a:srgbClr val="002060"/>
                </a:solidFill>
                <a:ea typeface="楷体" panose="02010609060101010101" charset="-122"/>
                <a:cs typeface="Times New Roman" panose="02020603050405020304" pitchFamily="18" charset="0"/>
                <a:sym typeface="+mn-ea"/>
              </a:rPr>
              <a:t>（2）针对性：</a:t>
            </a:r>
            <a:endParaRPr kumimoji="0" lang="zh-CN" altLang="en-US" sz="2400" b="1" kern="0" dirty="0">
              <a:solidFill>
                <a:srgbClr val="002060"/>
              </a:solidFill>
              <a:ea typeface="楷体" panose="02010609060101010101" charset="-122"/>
              <a:cs typeface="Times New Roman" panose="02020603050405020304" pitchFamily="18" charset="0"/>
            </a:endParaRPr>
          </a:p>
          <a:p>
            <a:pPr eaLnBrk="1" fontAlgn="auto" hangingPunct="1">
              <a:spcBef>
                <a:spcPts val="0"/>
              </a:spcBef>
              <a:spcAft>
                <a:spcPts val="0"/>
              </a:spcAft>
              <a:buFont typeface="Wingdings" panose="05000000000000000000" charset="0"/>
              <a:buNone/>
              <a:defRPr/>
            </a:pPr>
            <a:r>
              <a:rPr kumimoji="0" lang="zh-CN" altLang="en-US" sz="2400" b="1" kern="0" dirty="0">
                <a:solidFill>
                  <a:srgbClr val="002060"/>
                </a:solidFill>
                <a:ea typeface="楷体" panose="02010609060101010101" charset="-122"/>
                <a:cs typeface="Times New Roman" panose="02020603050405020304" pitchFamily="18" charset="0"/>
                <a:sym typeface="+mn-ea"/>
              </a:rPr>
              <a:t>必须围绕申请认可和保护的专利来组织材料，对申请对象做出准确说明。</a:t>
            </a:r>
            <a:endParaRPr kumimoji="0" lang="zh-CN" altLang="en-US" sz="2400" kern="0" dirty="0">
              <a:solidFill>
                <a:srgbClr val="002060"/>
              </a:solidFill>
            </a:endParaRPr>
          </a:p>
        </p:txBody>
      </p:sp>
      <p:sp>
        <p:nvSpPr>
          <p:cNvPr id="12" name="文本框 11"/>
          <p:cNvSpPr txBox="1"/>
          <p:nvPr/>
        </p:nvSpPr>
        <p:spPr>
          <a:xfrm>
            <a:off x="890588" y="3575050"/>
            <a:ext cx="7989887" cy="830263"/>
          </a:xfrm>
          <a:prstGeom prst="rect">
            <a:avLst/>
          </a:prstGeom>
          <a:noFill/>
        </p:spPr>
        <p:txBody>
          <a:bodyPr>
            <a:spAutoFit/>
          </a:bodyPr>
          <a:lstStyle/>
          <a:p>
            <a:pPr eaLnBrk="1" fontAlgn="auto" hangingPunct="1">
              <a:spcBef>
                <a:spcPts val="0"/>
              </a:spcBef>
              <a:spcAft>
                <a:spcPts val="0"/>
              </a:spcAft>
              <a:buFont typeface="Wingdings" panose="05000000000000000000" charset="0"/>
              <a:buNone/>
              <a:defRPr/>
            </a:pPr>
            <a:r>
              <a:rPr kumimoji="0" lang="zh-CN" altLang="en-US" sz="2400" b="1" kern="0" dirty="0">
                <a:solidFill>
                  <a:srgbClr val="002060"/>
                </a:solidFill>
                <a:ea typeface="楷体" panose="02010609060101010101" charset="-122"/>
                <a:cs typeface="Times New Roman" panose="02020603050405020304" pitchFamily="18" charset="0"/>
                <a:sym typeface="+mn-ea"/>
              </a:rPr>
              <a:t>（</a:t>
            </a:r>
            <a:r>
              <a:rPr kumimoji="0" lang="en-US" altLang="zh-CN" sz="2400" b="1" kern="0" dirty="0">
                <a:solidFill>
                  <a:srgbClr val="002060"/>
                </a:solidFill>
                <a:ea typeface="楷体" panose="02010609060101010101" charset="-122"/>
                <a:cs typeface="Times New Roman" panose="02020603050405020304" pitchFamily="18" charset="0"/>
                <a:sym typeface="+mn-ea"/>
              </a:rPr>
              <a:t>3</a:t>
            </a:r>
            <a:r>
              <a:rPr kumimoji="0" lang="zh-CN" altLang="en-US" sz="2400" b="1" kern="0" dirty="0">
                <a:solidFill>
                  <a:srgbClr val="002060"/>
                </a:solidFill>
                <a:ea typeface="楷体" panose="02010609060101010101" charset="-122"/>
                <a:cs typeface="Times New Roman" panose="02020603050405020304" pitchFamily="18" charset="0"/>
                <a:sym typeface="+mn-ea"/>
              </a:rPr>
              <a:t>）合法性：</a:t>
            </a:r>
            <a:endParaRPr kumimoji="0" lang="zh-CN" altLang="en-US" sz="2400" b="1" kern="0" dirty="0">
              <a:solidFill>
                <a:srgbClr val="002060"/>
              </a:solidFill>
              <a:ea typeface="楷体" panose="02010609060101010101" charset="-122"/>
              <a:cs typeface="Times New Roman" panose="02020603050405020304" pitchFamily="18" charset="0"/>
            </a:endParaRPr>
          </a:p>
          <a:p>
            <a:pPr eaLnBrk="1" fontAlgn="auto" hangingPunct="1">
              <a:spcBef>
                <a:spcPts val="0"/>
              </a:spcBef>
              <a:spcAft>
                <a:spcPts val="0"/>
              </a:spcAft>
              <a:buFont typeface="Wingdings" panose="05000000000000000000" charset="0"/>
              <a:buNone/>
              <a:defRPr/>
            </a:pPr>
            <a:r>
              <a:rPr kumimoji="0" lang="zh-CN" altLang="en-US" sz="2400" b="1" kern="0" dirty="0">
                <a:solidFill>
                  <a:srgbClr val="002060"/>
                </a:solidFill>
                <a:ea typeface="楷体" panose="02010609060101010101" charset="-122"/>
                <a:cs typeface="Times New Roman" panose="02020603050405020304" pitchFamily="18" charset="0"/>
                <a:sym typeface="+mn-ea"/>
              </a:rPr>
              <a:t>必须严格以国家相关法律法规为依据。</a:t>
            </a:r>
            <a:endParaRPr kumimoji="0" lang="zh-CN" altLang="en-US" sz="2400" kern="0" dirty="0">
              <a:solidFill>
                <a:srgbClr val="002060"/>
              </a:solidFill>
            </a:endParaRPr>
          </a:p>
        </p:txBody>
      </p:sp>
      <p:sp>
        <p:nvSpPr>
          <p:cNvPr id="13" name="文本框 12"/>
          <p:cNvSpPr txBox="1"/>
          <p:nvPr/>
        </p:nvSpPr>
        <p:spPr>
          <a:xfrm>
            <a:off x="890588" y="4467225"/>
            <a:ext cx="7935912" cy="1570038"/>
          </a:xfrm>
          <a:prstGeom prst="rect">
            <a:avLst/>
          </a:prstGeom>
          <a:noFill/>
        </p:spPr>
        <p:txBody>
          <a:bodyPr>
            <a:spAutoFit/>
          </a:bodyPr>
          <a:lstStyle/>
          <a:p>
            <a:pPr eaLnBrk="1" fontAlgn="auto" hangingPunct="1">
              <a:spcBef>
                <a:spcPts val="0"/>
              </a:spcBef>
              <a:spcAft>
                <a:spcPts val="0"/>
              </a:spcAft>
              <a:buFont typeface="Wingdings" panose="05000000000000000000" charset="0"/>
              <a:buNone/>
              <a:defRPr/>
            </a:pPr>
            <a:r>
              <a:rPr kumimoji="0" lang="zh-CN" altLang="en-US" sz="2400" b="1" kern="0" dirty="0">
                <a:solidFill>
                  <a:srgbClr val="000066"/>
                </a:solidFill>
                <a:ea typeface="楷体" panose="02010609060101010101" charset="-122"/>
                <a:cs typeface="Times New Roman" panose="02020603050405020304" pitchFamily="18" charset="0"/>
                <a:sym typeface="+mn-ea"/>
              </a:rPr>
              <a:t>（</a:t>
            </a:r>
            <a:r>
              <a:rPr kumimoji="0" lang="en-US" altLang="zh-CN" sz="2400" b="1" kern="0" dirty="0">
                <a:solidFill>
                  <a:srgbClr val="000066"/>
                </a:solidFill>
                <a:ea typeface="楷体" panose="02010609060101010101" charset="-122"/>
                <a:cs typeface="Times New Roman" panose="02020603050405020304" pitchFamily="18" charset="0"/>
                <a:sym typeface="+mn-ea"/>
              </a:rPr>
              <a:t>4</a:t>
            </a:r>
            <a:r>
              <a:rPr kumimoji="0" lang="zh-CN" altLang="en-US" sz="2400" b="1" kern="0" dirty="0">
                <a:solidFill>
                  <a:srgbClr val="000066"/>
                </a:solidFill>
                <a:ea typeface="楷体" panose="02010609060101010101" charset="-122"/>
                <a:cs typeface="Times New Roman" panose="02020603050405020304" pitchFamily="18" charset="0"/>
                <a:sym typeface="+mn-ea"/>
              </a:rPr>
              <a:t>）时效性：</a:t>
            </a:r>
            <a:endParaRPr kumimoji="0" lang="zh-CN" altLang="en-US" sz="2400" b="1" kern="0" dirty="0">
              <a:solidFill>
                <a:srgbClr val="000066"/>
              </a:solidFill>
              <a:ea typeface="楷体" panose="02010609060101010101" charset="-122"/>
              <a:cs typeface="Times New Roman" panose="02020603050405020304" pitchFamily="18" charset="0"/>
            </a:endParaRPr>
          </a:p>
          <a:p>
            <a:pPr eaLnBrk="1" fontAlgn="auto" hangingPunct="1">
              <a:spcBef>
                <a:spcPts val="0"/>
              </a:spcBef>
              <a:spcAft>
                <a:spcPts val="0"/>
              </a:spcAft>
              <a:buFont typeface="Wingdings" panose="05000000000000000000" charset="0"/>
              <a:buNone/>
              <a:defRPr/>
            </a:pPr>
            <a:r>
              <a:rPr kumimoji="0" lang="zh-CN" altLang="en-US" sz="2400" b="1" kern="0" dirty="0">
                <a:solidFill>
                  <a:srgbClr val="000066"/>
                </a:solidFill>
                <a:ea typeface="楷体" panose="02010609060101010101" charset="-122"/>
                <a:cs typeface="Times New Roman" panose="02020603050405020304" pitchFamily="18" charset="0"/>
                <a:sym typeface="+mn-ea"/>
              </a:rPr>
              <a:t>审批专利采用先申请先授予原则，所以有了技术成果，应尽早申请专利。</a:t>
            </a:r>
            <a:endParaRPr kumimoji="0" lang="zh-CN" altLang="en-US" sz="2400" b="1" kern="0" dirty="0">
              <a:solidFill>
                <a:srgbClr val="000000"/>
              </a:solidFill>
            </a:endParaRPr>
          </a:p>
          <a:p>
            <a:pPr eaLnBrk="1" fontAlgn="auto" hangingPunct="1">
              <a:spcBef>
                <a:spcPts val="0"/>
              </a:spcBef>
              <a:spcAft>
                <a:spcPts val="0"/>
              </a:spcAft>
              <a:defRPr/>
            </a:pPr>
            <a:endParaRPr kumimoji="0" lang="zh-CN" altLang="en-US" sz="2400" kern="0" dirty="0">
              <a:solidFill>
                <a:srgbClr val="000000"/>
              </a:solidFill>
            </a:endParaRPr>
          </a:p>
        </p:txBody>
      </p:sp>
      <p:sp>
        <p:nvSpPr>
          <p:cNvPr id="14" name="Rectangle 15"/>
          <p:cNvSpPr/>
          <p:nvPr/>
        </p:nvSpPr>
        <p:spPr>
          <a:xfrm>
            <a:off x="815975" y="858838"/>
            <a:ext cx="8223250" cy="522287"/>
          </a:xfrm>
          <a:prstGeom prst="rect">
            <a:avLst/>
          </a:prstGeom>
          <a:noFill/>
          <a:ln w="9525">
            <a:noFill/>
          </a:ln>
        </p:spPr>
        <p:txBody>
          <a:bodyPr>
            <a:spAutoFit/>
          </a:bodyPr>
          <a:lstStyle/>
          <a:p>
            <a:pPr marL="457200" indent="-457200" eaLnBrk="1" hangingPunct="1">
              <a:buFont typeface="Wingdings" panose="05000000000000000000" charset="0"/>
              <a:buChar char="l"/>
              <a:defRPr/>
            </a:pPr>
            <a:r>
              <a:rPr kumimoji="0" lang="zh-CN" altLang="en-US" sz="2800" b="1" kern="0" dirty="0">
                <a:solidFill>
                  <a:srgbClr val="002060"/>
                </a:solidFill>
                <a:ea typeface="楷体" panose="02010609060101010101" charset="-122"/>
                <a:cs typeface="Times New Roman" panose="02020603050405020304" pitchFamily="18" charset="0"/>
                <a:sym typeface="+mn-ea"/>
              </a:rPr>
              <a:t>专利申请书的特征：</a:t>
            </a:r>
          </a:p>
        </p:txBody>
      </p:sp>
      <p:sp>
        <p:nvSpPr>
          <p:cNvPr id="4" name="标题 2">
            <a:extLst>
              <a:ext uri="{FF2B5EF4-FFF2-40B4-BE49-F238E27FC236}">
                <a16:creationId xmlns:a16="http://schemas.microsoft.com/office/drawing/2014/main" id="{F4CC0884-430E-4FCC-5F76-15802B9179C7}"/>
              </a:ext>
            </a:extLst>
          </p:cNvPr>
          <p:cNvSpPr txBox="1">
            <a:spLocks/>
          </p:cNvSpPr>
          <p:nvPr/>
        </p:nvSpPr>
        <p:spPr>
          <a:xfrm>
            <a:off x="502411" y="325127"/>
            <a:ext cx="8139178" cy="504825"/>
          </a:xfrm>
          <a:prstGeom prst="rect">
            <a:avLst/>
          </a:prstGeom>
        </p:spPr>
        <p:txBody>
          <a:bodyPr vert="horz" lIns="101600" tIns="38100" rIns="76200" bIns="38100" rtlCol="0" anchor="t" anchorCtr="0">
            <a:noAutofit/>
          </a:bodyPr>
          <a:lstStyle>
            <a:lvl1pPr marL="0" marR="0" lvl="0" algn="l" defTabSz="914400" rtl="0" eaLnBrk="1" fontAlgn="auto" latinLnBrk="0" hangingPunct="1">
              <a:lnSpc>
                <a:spcPct val="100000"/>
              </a:lnSpc>
              <a:spcBef>
                <a:spcPct val="0"/>
              </a:spcBef>
              <a:buNone/>
              <a:defRPr kumimoji="0" lang="zh-CN" altLang="en-US" sz="1800" b="1"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j-cs"/>
                <a:sym typeface="+mn-ea"/>
              </a:defRPr>
            </a:lvl1pPr>
          </a:lstStyle>
          <a:p>
            <a:pPr>
              <a:spcAft>
                <a:spcPts val="0"/>
              </a:spcAft>
            </a:pPr>
            <a:r>
              <a:rPr lang="zh-CN" altLang="en-US" sz="2400"/>
              <a:t>专利写作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000" fill="hold">
                                          <p:stCondLst>
                                            <p:cond delay="0"/>
                                          </p:stCondLst>
                                        </p:cTn>
                                        <p:tgtEl>
                                          <p:spTgt spid="10"/>
                                        </p:tgtEl>
                                        <p:attrNameLst>
                                          <p:attrName>style.visibility</p:attrName>
                                        </p:attrNameLst>
                                      </p:cBhvr>
                                      <p:to>
                                        <p:strVal val="visible"/>
                                      </p:to>
                                    </p:set>
                                    <p:animEffect transition="in" filter="box(in)">
                                      <p:cBhvr>
                                        <p:cTn id="7" dur="1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linds(horizontal)">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blinds(horizontal)">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500" fill="hold">
                                          <p:stCondLst>
                                            <p:cond delay="0"/>
                                          </p:stCondLst>
                                        </p:cTn>
                                        <p:tgtEl>
                                          <p:spTgt spid="14"/>
                                        </p:tgtEl>
                                        <p:attrNameLst>
                                          <p:attrName>style.visibility</p:attrName>
                                        </p:attrNameLst>
                                      </p:cBhvr>
                                      <p:to>
                                        <p:strVal val="visible"/>
                                      </p:to>
                                    </p:set>
                                    <p:animEffect transition="in" filter="blinds(horizontal)">
                                      <p:cBhvr>
                                        <p:cTn id="2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P spid="14" grpId="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灯片编号占位符 5"/>
          <p:cNvSpPr>
            <a:spLocks noGrp="1"/>
          </p:cNvSpPr>
          <p:nvPr>
            <p:ph type="sldNum" sz="quarter" idx="12"/>
          </p:nvPr>
        </p:nvSpPr>
        <p:spPr>
          <a:xfrm>
            <a:off x="8459788" y="6381750"/>
            <a:ext cx="576262"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DEC2630C-EF04-4AF1-BB25-CD2F9770C110}" type="slidenum">
              <a:rPr kumimoji="0" lang="en-US" altLang="zh-CN" sz="2000" smtClean="0"/>
              <a:t>15</a:t>
            </a:fld>
            <a:endParaRPr kumimoji="0" lang="en-US" altLang="zh-CN" sz="2000"/>
          </a:p>
        </p:txBody>
      </p:sp>
      <p:sp>
        <p:nvSpPr>
          <p:cNvPr id="8" name="Rectangle 15"/>
          <p:cNvSpPr/>
          <p:nvPr/>
        </p:nvSpPr>
        <p:spPr>
          <a:xfrm>
            <a:off x="809625" y="1117600"/>
            <a:ext cx="8223250" cy="522288"/>
          </a:xfrm>
          <a:prstGeom prst="rect">
            <a:avLst/>
          </a:prstGeom>
          <a:noFill/>
          <a:ln w="9525">
            <a:noFill/>
          </a:ln>
        </p:spPr>
        <p:txBody>
          <a:bodyPr>
            <a:spAutoFit/>
          </a:bodyPr>
          <a:lstStyle/>
          <a:p>
            <a:pPr marL="457200" indent="-457200" eaLnBrk="1" hangingPunct="1">
              <a:buFont typeface="Wingdings" panose="05000000000000000000" charset="0"/>
              <a:buChar char="l"/>
              <a:defRPr/>
            </a:pPr>
            <a:r>
              <a:rPr kumimoji="0" lang="zh-CN" altLang="en-US" sz="2800" b="1" kern="0" dirty="0">
                <a:solidFill>
                  <a:srgbClr val="000066"/>
                </a:solidFill>
                <a:ea typeface="楷体" panose="02010609060101010101" charset="-122"/>
                <a:cs typeface="Times New Roman" panose="02020603050405020304" pitchFamily="18" charset="0"/>
                <a:sym typeface="+mn-ea"/>
              </a:rPr>
              <a:t>哪些客体不属于专利申请范围：</a:t>
            </a:r>
          </a:p>
        </p:txBody>
      </p:sp>
      <p:sp>
        <p:nvSpPr>
          <p:cNvPr id="14" name="文本框 13"/>
          <p:cNvSpPr txBox="1"/>
          <p:nvPr/>
        </p:nvSpPr>
        <p:spPr>
          <a:xfrm>
            <a:off x="869950" y="1700213"/>
            <a:ext cx="7954963" cy="831850"/>
          </a:xfrm>
          <a:prstGeom prst="rect">
            <a:avLst/>
          </a:prstGeom>
          <a:noFill/>
        </p:spPr>
        <p:txBody>
          <a:bodyPr>
            <a:spAutoFit/>
          </a:bodyPr>
          <a:lstStyle/>
          <a:p>
            <a:pPr eaLnBrk="1" fontAlgn="auto" hangingPunct="1">
              <a:spcBef>
                <a:spcPts val="0"/>
              </a:spcBef>
              <a:spcAft>
                <a:spcPts val="0"/>
              </a:spcAft>
              <a:buFont typeface="Wingdings" panose="05000000000000000000" charset="0"/>
              <a:buNone/>
              <a:defRPr/>
            </a:pPr>
            <a:r>
              <a:rPr kumimoji="0" lang="zh-CN" altLang="en-US" sz="2400" b="1" kern="0" dirty="0">
                <a:solidFill>
                  <a:srgbClr val="000066"/>
                </a:solidFill>
                <a:ea typeface="楷体" panose="02010609060101010101" charset="-122"/>
                <a:cs typeface="Times New Roman" panose="02020603050405020304" pitchFamily="18" charset="0"/>
                <a:sym typeface="+mn-ea"/>
              </a:rPr>
              <a:t>（</a:t>
            </a:r>
            <a:r>
              <a:rPr kumimoji="0" lang="en-US" altLang="zh-CN" sz="2400" b="1" kern="0" dirty="0">
                <a:solidFill>
                  <a:srgbClr val="000066"/>
                </a:solidFill>
                <a:ea typeface="楷体" panose="02010609060101010101" charset="-122"/>
                <a:cs typeface="Times New Roman" panose="02020603050405020304" pitchFamily="18" charset="0"/>
                <a:sym typeface="+mn-ea"/>
              </a:rPr>
              <a:t>1</a:t>
            </a:r>
            <a:r>
              <a:rPr kumimoji="0" lang="zh-CN" altLang="en-US" sz="2400" b="1" kern="0" dirty="0">
                <a:solidFill>
                  <a:srgbClr val="000066"/>
                </a:solidFill>
                <a:ea typeface="楷体" panose="02010609060101010101" charset="-122"/>
                <a:cs typeface="Times New Roman" panose="02020603050405020304" pitchFamily="18" charset="0"/>
                <a:sym typeface="+mn-ea"/>
              </a:rPr>
              <a:t>）对违反法律、社会公德或者妨害公共利益的发明创造，不授予专利权。</a:t>
            </a:r>
            <a:endParaRPr kumimoji="0" lang="zh-CN" altLang="en-US" sz="2400" b="1" kern="0">
              <a:solidFill>
                <a:srgbClr val="000000"/>
              </a:solidFill>
            </a:endParaRPr>
          </a:p>
        </p:txBody>
      </p:sp>
      <p:sp>
        <p:nvSpPr>
          <p:cNvPr id="15" name="文本框 14"/>
          <p:cNvSpPr txBox="1"/>
          <p:nvPr/>
        </p:nvSpPr>
        <p:spPr>
          <a:xfrm>
            <a:off x="869950" y="2600325"/>
            <a:ext cx="7997825" cy="3046413"/>
          </a:xfrm>
          <a:prstGeom prst="rect">
            <a:avLst/>
          </a:prstGeom>
          <a:noFill/>
        </p:spPr>
        <p:txBody>
          <a:bodyPr>
            <a:spAutoFit/>
          </a:bodyPr>
          <a:lstStyle/>
          <a:p>
            <a:pPr eaLnBrk="1" fontAlgn="auto" hangingPunct="1">
              <a:spcBef>
                <a:spcPts val="0"/>
              </a:spcBef>
              <a:spcAft>
                <a:spcPts val="0"/>
              </a:spcAft>
              <a:buFont typeface="Wingdings" panose="05000000000000000000" charset="0"/>
              <a:buNone/>
              <a:defRPr/>
            </a:pPr>
            <a:r>
              <a:rPr kumimoji="0" lang="zh-CN" altLang="en-US" sz="2400" b="1" kern="0" dirty="0">
                <a:solidFill>
                  <a:srgbClr val="000066"/>
                </a:solidFill>
                <a:ea typeface="楷体" panose="02010609060101010101" charset="-122"/>
                <a:cs typeface="Times New Roman" panose="02020603050405020304" pitchFamily="18" charset="0"/>
                <a:sym typeface="+mn-ea"/>
              </a:rPr>
              <a:t>（2）以下客体不授予专利：</a:t>
            </a:r>
            <a:endParaRPr kumimoji="0" lang="zh-CN" altLang="en-US" sz="2400" b="1" kern="0" dirty="0">
              <a:solidFill>
                <a:srgbClr val="000066"/>
              </a:solidFill>
              <a:ea typeface="楷体" panose="02010609060101010101" charset="-122"/>
              <a:cs typeface="Times New Roman" panose="02020603050405020304" pitchFamily="18" charset="0"/>
            </a:endParaRPr>
          </a:p>
          <a:p>
            <a:pPr eaLnBrk="1" fontAlgn="auto" hangingPunct="1">
              <a:spcBef>
                <a:spcPts val="0"/>
              </a:spcBef>
              <a:spcAft>
                <a:spcPts val="0"/>
              </a:spcAft>
              <a:buFont typeface="Wingdings" panose="05000000000000000000" charset="0"/>
              <a:buNone/>
              <a:defRPr/>
            </a:pPr>
            <a:r>
              <a:rPr kumimoji="0" lang="zh-CN" altLang="en-US" sz="2400" b="1" kern="0" dirty="0">
                <a:solidFill>
                  <a:srgbClr val="000066"/>
                </a:solidFill>
                <a:ea typeface="楷体" panose="02010609060101010101" charset="-122"/>
                <a:cs typeface="Times New Roman" panose="02020603050405020304" pitchFamily="18" charset="0"/>
                <a:sym typeface="+mn-ea"/>
              </a:rPr>
              <a:t>（</a:t>
            </a:r>
            <a:r>
              <a:rPr kumimoji="0" lang="en-US" altLang="zh-CN" sz="2400" b="1" kern="0" dirty="0">
                <a:solidFill>
                  <a:srgbClr val="000066"/>
                </a:solidFill>
                <a:ea typeface="楷体" panose="02010609060101010101" charset="-122"/>
                <a:cs typeface="Times New Roman" panose="02020603050405020304" pitchFamily="18" charset="0"/>
                <a:sym typeface="+mn-ea"/>
              </a:rPr>
              <a:t>a</a:t>
            </a:r>
            <a:r>
              <a:rPr kumimoji="0" lang="zh-CN" altLang="en-US" sz="2400" b="1" kern="0" dirty="0">
                <a:solidFill>
                  <a:srgbClr val="000066"/>
                </a:solidFill>
                <a:ea typeface="楷体" panose="02010609060101010101" charset="-122"/>
                <a:cs typeface="Times New Roman" panose="02020603050405020304" pitchFamily="18" charset="0"/>
                <a:sym typeface="+mn-ea"/>
              </a:rPr>
              <a:t>）科学发现；</a:t>
            </a:r>
            <a:endParaRPr kumimoji="0" lang="zh-CN" altLang="en-US" sz="2400" b="1" kern="0" dirty="0">
              <a:solidFill>
                <a:srgbClr val="000066"/>
              </a:solidFill>
              <a:ea typeface="楷体" panose="02010609060101010101" charset="-122"/>
              <a:cs typeface="Times New Roman" panose="02020603050405020304" pitchFamily="18" charset="0"/>
            </a:endParaRPr>
          </a:p>
          <a:p>
            <a:pPr eaLnBrk="1" fontAlgn="auto" hangingPunct="1">
              <a:spcBef>
                <a:spcPts val="0"/>
              </a:spcBef>
              <a:spcAft>
                <a:spcPts val="0"/>
              </a:spcAft>
              <a:buFont typeface="Wingdings" panose="05000000000000000000" charset="0"/>
              <a:buNone/>
              <a:defRPr/>
            </a:pPr>
            <a:r>
              <a:rPr kumimoji="0" lang="en-US" altLang="zh-CN" sz="2400" b="1" kern="0" dirty="0">
                <a:solidFill>
                  <a:srgbClr val="000066"/>
                </a:solidFill>
                <a:ea typeface="楷体" panose="02010609060101010101" charset="-122"/>
                <a:cs typeface="Times New Roman" panose="02020603050405020304" pitchFamily="18" charset="0"/>
                <a:sym typeface="+mn-ea"/>
              </a:rPr>
              <a:t>（b）智力活动的规则和方法；</a:t>
            </a:r>
            <a:endParaRPr kumimoji="0" lang="en-US" altLang="zh-CN" sz="2400" b="1" kern="0" dirty="0">
              <a:solidFill>
                <a:srgbClr val="000066"/>
              </a:solidFill>
              <a:ea typeface="楷体" panose="02010609060101010101" charset="-122"/>
              <a:cs typeface="Times New Roman" panose="02020603050405020304" pitchFamily="18" charset="0"/>
            </a:endParaRPr>
          </a:p>
          <a:p>
            <a:pPr eaLnBrk="1" fontAlgn="auto" hangingPunct="1">
              <a:spcBef>
                <a:spcPts val="0"/>
              </a:spcBef>
              <a:spcAft>
                <a:spcPts val="0"/>
              </a:spcAft>
              <a:buFont typeface="Wingdings" panose="05000000000000000000" charset="0"/>
              <a:buNone/>
              <a:defRPr/>
            </a:pPr>
            <a:r>
              <a:rPr kumimoji="0" lang="en-US" altLang="zh-CN" sz="2400" b="1" kern="0" dirty="0">
                <a:solidFill>
                  <a:srgbClr val="000066"/>
                </a:solidFill>
                <a:ea typeface="楷体" panose="02010609060101010101" charset="-122"/>
                <a:cs typeface="Times New Roman" panose="02020603050405020304" pitchFamily="18" charset="0"/>
                <a:sym typeface="+mn-ea"/>
              </a:rPr>
              <a:t>（c）疾病的诊断和治疗方法；</a:t>
            </a:r>
            <a:endParaRPr kumimoji="0" lang="en-US" altLang="zh-CN" sz="2400" b="1" kern="0" dirty="0">
              <a:solidFill>
                <a:srgbClr val="000066"/>
              </a:solidFill>
              <a:ea typeface="楷体" panose="02010609060101010101" charset="-122"/>
              <a:cs typeface="Times New Roman" panose="02020603050405020304" pitchFamily="18" charset="0"/>
            </a:endParaRPr>
          </a:p>
          <a:p>
            <a:pPr eaLnBrk="1" fontAlgn="auto" hangingPunct="1">
              <a:spcBef>
                <a:spcPts val="0"/>
              </a:spcBef>
              <a:spcAft>
                <a:spcPts val="0"/>
              </a:spcAft>
              <a:buFont typeface="Wingdings" panose="05000000000000000000" charset="0"/>
              <a:buNone/>
              <a:defRPr/>
            </a:pPr>
            <a:r>
              <a:rPr kumimoji="0" lang="en-US" altLang="zh-CN" sz="2400" b="1" kern="0" dirty="0">
                <a:solidFill>
                  <a:srgbClr val="000066"/>
                </a:solidFill>
                <a:ea typeface="楷体" panose="02010609060101010101" charset="-122"/>
                <a:cs typeface="Times New Roman" panose="02020603050405020304" pitchFamily="18" charset="0"/>
                <a:sym typeface="+mn-ea"/>
              </a:rPr>
              <a:t>（d）动物和植物品种；</a:t>
            </a:r>
            <a:endParaRPr kumimoji="0" lang="en-US" altLang="zh-CN" sz="2400" b="1" kern="0" dirty="0">
              <a:solidFill>
                <a:srgbClr val="000066"/>
              </a:solidFill>
              <a:ea typeface="楷体" panose="02010609060101010101" charset="-122"/>
              <a:cs typeface="Times New Roman" panose="02020603050405020304" pitchFamily="18" charset="0"/>
            </a:endParaRPr>
          </a:p>
          <a:p>
            <a:pPr eaLnBrk="1" fontAlgn="auto" hangingPunct="1">
              <a:spcBef>
                <a:spcPts val="0"/>
              </a:spcBef>
              <a:spcAft>
                <a:spcPts val="0"/>
              </a:spcAft>
              <a:buFont typeface="Wingdings" panose="05000000000000000000" charset="0"/>
              <a:buNone/>
              <a:defRPr/>
            </a:pPr>
            <a:r>
              <a:rPr kumimoji="0" lang="en-US" altLang="zh-CN" sz="2400" b="1" kern="0" dirty="0">
                <a:solidFill>
                  <a:srgbClr val="000066"/>
                </a:solidFill>
                <a:ea typeface="楷体" panose="02010609060101010101" charset="-122"/>
                <a:cs typeface="Times New Roman" panose="02020603050405020304" pitchFamily="18" charset="0"/>
                <a:sym typeface="+mn-ea"/>
              </a:rPr>
              <a:t>（e）用原子核变换方法获得的物质；</a:t>
            </a:r>
            <a:endParaRPr kumimoji="0" lang="en-US" altLang="zh-CN" sz="2400" b="1" kern="0" dirty="0">
              <a:solidFill>
                <a:srgbClr val="000066"/>
              </a:solidFill>
              <a:ea typeface="楷体" panose="02010609060101010101" charset="-122"/>
              <a:cs typeface="Times New Roman" panose="02020603050405020304" pitchFamily="18" charset="0"/>
            </a:endParaRPr>
          </a:p>
          <a:p>
            <a:pPr eaLnBrk="1" fontAlgn="auto" hangingPunct="1">
              <a:spcBef>
                <a:spcPts val="0"/>
              </a:spcBef>
              <a:spcAft>
                <a:spcPts val="0"/>
              </a:spcAft>
              <a:buFont typeface="Wingdings" panose="05000000000000000000" charset="0"/>
              <a:buNone/>
              <a:defRPr/>
            </a:pPr>
            <a:r>
              <a:rPr kumimoji="0" lang="en-US" altLang="zh-CN" sz="2400" b="1" kern="0" dirty="0">
                <a:solidFill>
                  <a:srgbClr val="000066"/>
                </a:solidFill>
                <a:ea typeface="楷体" panose="02010609060101010101" charset="-122"/>
                <a:cs typeface="Times New Roman" panose="02020603050405020304" pitchFamily="18" charset="0"/>
                <a:sym typeface="+mn-ea"/>
              </a:rPr>
              <a:t>（f）对平面印刷品的图案、色彩或者二者的结合作出的主要起标识作用的设计；</a:t>
            </a:r>
            <a:endParaRPr kumimoji="0" lang="zh-CN" altLang="en-US" sz="2400" kern="0">
              <a:solidFill>
                <a:srgbClr val="000000"/>
              </a:solidFill>
            </a:endParaRPr>
          </a:p>
        </p:txBody>
      </p:sp>
      <p:sp>
        <p:nvSpPr>
          <p:cNvPr id="4" name="标题 2">
            <a:extLst>
              <a:ext uri="{FF2B5EF4-FFF2-40B4-BE49-F238E27FC236}">
                <a16:creationId xmlns:a16="http://schemas.microsoft.com/office/drawing/2014/main" id="{ABA881AD-1AC8-DCE3-0417-61EB33AE8E2D}"/>
              </a:ext>
            </a:extLst>
          </p:cNvPr>
          <p:cNvSpPr>
            <a:spLocks noGrp="1"/>
          </p:cNvSpPr>
          <p:nvPr>
            <p:ph type="title"/>
          </p:nvPr>
        </p:nvSpPr>
        <p:spPr>
          <a:xfrm>
            <a:off x="502411" y="325127"/>
            <a:ext cx="8139178" cy="504825"/>
          </a:xfrm>
        </p:spPr>
        <p:txBody>
          <a:bodyPr/>
          <a:lstStyle/>
          <a:p>
            <a:r>
              <a:rPr lang="zh-CN" altLang="en-US" sz="2400" dirty="0"/>
              <a:t>专利写作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500"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000" fill="hold">
                                          <p:stCondLst>
                                            <p:cond delay="0"/>
                                          </p:stCondLst>
                                        </p:cTn>
                                        <p:tgtEl>
                                          <p:spTgt spid="14"/>
                                        </p:tgtEl>
                                        <p:attrNameLst>
                                          <p:attrName>style.visibility</p:attrName>
                                        </p:attrNameLst>
                                      </p:cBhvr>
                                      <p:to>
                                        <p:strVal val="visible"/>
                                      </p:to>
                                    </p:set>
                                    <p:animEffect transition="in" filter="box(in)">
                                      <p:cBhvr>
                                        <p:cTn id="12" dur="10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blinds(horizontal)">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4" grpId="0"/>
      <p:bldP spid="15" grpId="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灯片编号占位符 5"/>
          <p:cNvSpPr>
            <a:spLocks noGrp="1"/>
          </p:cNvSpPr>
          <p:nvPr>
            <p:ph type="sldNum" sz="quarter" idx="12"/>
          </p:nvPr>
        </p:nvSpPr>
        <p:spPr>
          <a:xfrm>
            <a:off x="8459788" y="6381750"/>
            <a:ext cx="576262"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D094F89D-D379-4E62-9D65-0474A59B05E4}" type="slidenum">
              <a:rPr kumimoji="0" lang="en-US" altLang="zh-CN" sz="2000" smtClean="0"/>
              <a:t>16</a:t>
            </a:fld>
            <a:endParaRPr kumimoji="0" lang="en-US" altLang="zh-CN" sz="2000"/>
          </a:p>
        </p:txBody>
      </p:sp>
      <p:sp>
        <p:nvSpPr>
          <p:cNvPr id="4" name="Rectangle 15"/>
          <p:cNvSpPr/>
          <p:nvPr/>
        </p:nvSpPr>
        <p:spPr>
          <a:xfrm>
            <a:off x="904875" y="1125538"/>
            <a:ext cx="8223250" cy="522287"/>
          </a:xfrm>
          <a:prstGeom prst="rect">
            <a:avLst/>
          </a:prstGeom>
          <a:noFill/>
          <a:ln w="9525">
            <a:noFill/>
          </a:ln>
        </p:spPr>
        <p:txBody>
          <a:bodyPr>
            <a:spAutoFit/>
          </a:bodyPr>
          <a:lstStyle/>
          <a:p>
            <a:pPr marL="457200" indent="-457200" eaLnBrk="1" hangingPunct="1">
              <a:buFont typeface="Wingdings" panose="05000000000000000000" charset="0"/>
              <a:buChar char="l"/>
              <a:defRPr/>
            </a:pPr>
            <a:r>
              <a:rPr kumimoji="0" lang="zh-CN" altLang="en-US" sz="2800" b="1" kern="0" dirty="0">
                <a:solidFill>
                  <a:srgbClr val="000066"/>
                </a:solidFill>
                <a:ea typeface="楷体" panose="02010609060101010101" charset="-122"/>
                <a:cs typeface="Times New Roman" panose="02020603050405020304" pitchFamily="18" charset="0"/>
                <a:sym typeface="+mn-ea"/>
              </a:rPr>
              <a:t>专利申请及审查流程：</a:t>
            </a:r>
          </a:p>
        </p:txBody>
      </p:sp>
      <p:sp>
        <p:nvSpPr>
          <p:cNvPr id="5" name="文本框 4"/>
          <p:cNvSpPr txBox="1"/>
          <p:nvPr/>
        </p:nvSpPr>
        <p:spPr>
          <a:xfrm>
            <a:off x="904875" y="1628775"/>
            <a:ext cx="7954963" cy="3416300"/>
          </a:xfrm>
          <a:prstGeom prst="rect">
            <a:avLst/>
          </a:prstGeom>
          <a:noFill/>
        </p:spPr>
        <p:txBody>
          <a:bodyPr>
            <a:spAutoFit/>
          </a:bodyPr>
          <a:lstStyle/>
          <a:p>
            <a:pPr eaLnBrk="1" hangingPunct="1">
              <a:buFont typeface="Wingdings" panose="05000000000000000000" charset="0"/>
              <a:buNone/>
              <a:defRPr/>
            </a:pPr>
            <a:r>
              <a:rPr kumimoji="0" lang="zh-CN" altLang="en-US" sz="2400" b="1" kern="0" dirty="0">
                <a:solidFill>
                  <a:srgbClr val="000066"/>
                </a:solidFill>
                <a:ea typeface="楷体" panose="02010609060101010101" charset="-122"/>
                <a:cs typeface="Times New Roman" panose="02020603050405020304" pitchFamily="18" charset="0"/>
                <a:sym typeface="+mn-ea"/>
              </a:rPr>
              <a:t>（</a:t>
            </a:r>
            <a:r>
              <a:rPr kumimoji="0" lang="en-US" altLang="zh-CN" sz="2400" b="1" kern="0" dirty="0">
                <a:solidFill>
                  <a:srgbClr val="000066"/>
                </a:solidFill>
                <a:ea typeface="楷体" panose="02010609060101010101" charset="-122"/>
                <a:cs typeface="Times New Roman" panose="02020603050405020304" pitchFamily="18" charset="0"/>
                <a:sym typeface="+mn-ea"/>
              </a:rPr>
              <a:t>1</a:t>
            </a:r>
            <a:r>
              <a:rPr kumimoji="0" lang="zh-CN" altLang="en-US" sz="2400" b="1" kern="0" dirty="0">
                <a:solidFill>
                  <a:srgbClr val="000066"/>
                </a:solidFill>
                <a:ea typeface="楷体" panose="02010609060101010101" charset="-122"/>
                <a:cs typeface="Times New Roman" panose="02020603050405020304" pitchFamily="18" charset="0"/>
                <a:sym typeface="+mn-ea"/>
              </a:rPr>
              <a:t>）专利申请文件的填写和撰写：</a:t>
            </a:r>
          </a:p>
          <a:p>
            <a:pPr eaLnBrk="1" hangingPunct="1">
              <a:buFont typeface="Wingdings" panose="05000000000000000000" charset="0"/>
              <a:buNone/>
              <a:defRPr/>
            </a:pPr>
            <a:r>
              <a:rPr kumimoji="0" lang="zh-CN" altLang="en-US" sz="2400" b="1" kern="0" dirty="0">
                <a:solidFill>
                  <a:srgbClr val="000066"/>
                </a:solidFill>
                <a:ea typeface="楷体" panose="02010609060101010101" charset="-122"/>
                <a:cs typeface="Times New Roman" panose="02020603050405020304" pitchFamily="18" charset="0"/>
              </a:rPr>
              <a:t>（2）专利申请的受理：</a:t>
            </a:r>
          </a:p>
          <a:p>
            <a:pPr eaLnBrk="1" hangingPunct="1">
              <a:buFont typeface="Wingdings" panose="05000000000000000000" charset="0"/>
              <a:buNone/>
              <a:defRPr/>
            </a:pPr>
            <a:r>
              <a:rPr kumimoji="0" lang="zh-CN" altLang="en-US" sz="2400" b="1" kern="0" dirty="0">
                <a:solidFill>
                  <a:srgbClr val="000066"/>
                </a:solidFill>
                <a:ea typeface="楷体" panose="02010609060101010101" charset="-122"/>
                <a:cs typeface="Times New Roman" panose="02020603050405020304" pitchFamily="18" charset="0"/>
              </a:rPr>
              <a:t>（</a:t>
            </a:r>
            <a:r>
              <a:rPr kumimoji="0" lang="en-US" altLang="zh-CN" sz="2400" b="1" kern="0" dirty="0">
                <a:solidFill>
                  <a:srgbClr val="000066"/>
                </a:solidFill>
                <a:ea typeface="楷体" panose="02010609060101010101" charset="-122"/>
                <a:cs typeface="Times New Roman" panose="02020603050405020304" pitchFamily="18" charset="0"/>
              </a:rPr>
              <a:t>3</a:t>
            </a:r>
            <a:r>
              <a:rPr kumimoji="0" lang="zh-CN" altLang="en-US" sz="2400" b="1" kern="0" dirty="0">
                <a:solidFill>
                  <a:srgbClr val="000066"/>
                </a:solidFill>
                <a:ea typeface="楷体" panose="02010609060101010101" charset="-122"/>
                <a:cs typeface="Times New Roman" panose="02020603050405020304" pitchFamily="18" charset="0"/>
              </a:rPr>
              <a:t>）申请费的缴纳：</a:t>
            </a:r>
          </a:p>
          <a:p>
            <a:pPr eaLnBrk="1" hangingPunct="1">
              <a:buFont typeface="Wingdings" panose="05000000000000000000" charset="0"/>
              <a:buNone/>
              <a:defRPr/>
            </a:pPr>
            <a:r>
              <a:rPr kumimoji="0" lang="zh-CN" altLang="en-US" sz="2400" b="1" kern="0" dirty="0">
                <a:solidFill>
                  <a:srgbClr val="000066"/>
                </a:solidFill>
                <a:ea typeface="楷体" panose="02010609060101010101" charset="-122"/>
                <a:cs typeface="Times New Roman" panose="02020603050405020304" pitchFamily="18" charset="0"/>
              </a:rPr>
              <a:t>（</a:t>
            </a:r>
            <a:r>
              <a:rPr kumimoji="0" lang="en-US" altLang="zh-CN" sz="2400" b="1" kern="0" dirty="0">
                <a:solidFill>
                  <a:srgbClr val="000066"/>
                </a:solidFill>
                <a:ea typeface="楷体" panose="02010609060101010101" charset="-122"/>
                <a:cs typeface="Times New Roman" panose="02020603050405020304" pitchFamily="18" charset="0"/>
              </a:rPr>
              <a:t>4</a:t>
            </a:r>
            <a:r>
              <a:rPr kumimoji="0" lang="zh-CN" altLang="en-US" sz="2400" b="1" kern="0" dirty="0">
                <a:solidFill>
                  <a:srgbClr val="000066"/>
                </a:solidFill>
                <a:ea typeface="楷体" panose="02010609060101010101" charset="-122"/>
                <a:cs typeface="Times New Roman" panose="02020603050405020304" pitchFamily="18" charset="0"/>
              </a:rPr>
              <a:t>）专利审批程序：</a:t>
            </a:r>
          </a:p>
          <a:p>
            <a:pPr eaLnBrk="1" hangingPunct="1">
              <a:buFont typeface="Wingdings" panose="05000000000000000000" charset="0"/>
              <a:buNone/>
              <a:defRPr/>
            </a:pPr>
            <a:r>
              <a:rPr kumimoji="0" lang="zh-CN" altLang="en-US" sz="2400" b="1" kern="0" dirty="0">
                <a:solidFill>
                  <a:srgbClr val="000066"/>
                </a:solidFill>
                <a:ea typeface="楷体" panose="02010609060101010101" charset="-122"/>
                <a:cs typeface="Times New Roman" panose="02020603050405020304" pitchFamily="18" charset="0"/>
              </a:rPr>
              <a:t>（5）对专利申请文件的主动修改和补正</a:t>
            </a:r>
          </a:p>
          <a:p>
            <a:pPr eaLnBrk="1" hangingPunct="1">
              <a:buFont typeface="Wingdings" panose="05000000000000000000" charset="0"/>
              <a:buNone/>
              <a:defRPr/>
            </a:pPr>
            <a:r>
              <a:rPr kumimoji="0" lang="zh-CN" altLang="en-US" sz="2400" b="1" kern="0" dirty="0">
                <a:solidFill>
                  <a:srgbClr val="000066"/>
                </a:solidFill>
                <a:ea typeface="楷体" panose="02010609060101010101" charset="-122"/>
                <a:cs typeface="Times New Roman" panose="02020603050405020304" pitchFamily="18" charset="0"/>
              </a:rPr>
              <a:t>（</a:t>
            </a:r>
            <a:r>
              <a:rPr kumimoji="0" lang="en-US" altLang="zh-CN" sz="2400" b="1" kern="0" dirty="0">
                <a:solidFill>
                  <a:srgbClr val="000066"/>
                </a:solidFill>
                <a:ea typeface="楷体" panose="02010609060101010101" charset="-122"/>
                <a:cs typeface="Times New Roman" panose="02020603050405020304" pitchFamily="18" charset="0"/>
              </a:rPr>
              <a:t>6</a:t>
            </a:r>
            <a:r>
              <a:rPr kumimoji="0" lang="zh-CN" altLang="en-US" sz="2400" b="1" kern="0" dirty="0">
                <a:solidFill>
                  <a:srgbClr val="000066"/>
                </a:solidFill>
                <a:ea typeface="楷体" panose="02010609060101010101" charset="-122"/>
                <a:cs typeface="Times New Roman" panose="02020603050405020304" pitchFamily="18" charset="0"/>
              </a:rPr>
              <a:t>）答复专利局的各种通知书（</a:t>
            </a:r>
            <a:r>
              <a:rPr kumimoji="0" lang="zh-CN" altLang="en-US" sz="2400" b="1" kern="0" dirty="0">
                <a:solidFill>
                  <a:srgbClr val="000066"/>
                </a:solidFill>
                <a:ea typeface="楷体" panose="02010609060101010101" charset="-122"/>
                <a:cs typeface="Times New Roman" panose="02020603050405020304" pitchFamily="18" charset="0"/>
                <a:sym typeface="+mn-ea"/>
              </a:rPr>
              <a:t>专利申请被视为撤回及其恢复）</a:t>
            </a:r>
            <a:endParaRPr kumimoji="0" lang="zh-CN" altLang="en-US" sz="2400" b="1" kern="0" dirty="0">
              <a:solidFill>
                <a:srgbClr val="000066"/>
              </a:solidFill>
              <a:ea typeface="楷体" panose="02010609060101010101" charset="-122"/>
              <a:cs typeface="Times New Roman" panose="02020603050405020304" pitchFamily="18" charset="0"/>
            </a:endParaRPr>
          </a:p>
          <a:p>
            <a:pPr eaLnBrk="1" hangingPunct="1">
              <a:buFont typeface="Wingdings" panose="05000000000000000000" charset="0"/>
              <a:buNone/>
              <a:defRPr/>
            </a:pPr>
            <a:r>
              <a:rPr kumimoji="0" lang="zh-CN" altLang="en-US" sz="2400" b="1" kern="0" dirty="0">
                <a:solidFill>
                  <a:srgbClr val="000066"/>
                </a:solidFill>
                <a:ea typeface="楷体" panose="02010609060101010101" charset="-122"/>
                <a:cs typeface="Times New Roman" panose="02020603050405020304" pitchFamily="18" charset="0"/>
              </a:rPr>
              <a:t>（</a:t>
            </a:r>
            <a:r>
              <a:rPr kumimoji="0" lang="en-US" altLang="zh-CN" sz="2400" b="1" kern="0" dirty="0">
                <a:solidFill>
                  <a:srgbClr val="000066"/>
                </a:solidFill>
                <a:ea typeface="楷体" panose="02010609060101010101" charset="-122"/>
                <a:cs typeface="Times New Roman" panose="02020603050405020304" pitchFamily="18" charset="0"/>
              </a:rPr>
              <a:t>8</a:t>
            </a:r>
            <a:r>
              <a:rPr kumimoji="0" lang="zh-CN" altLang="en-US" sz="2400" b="1" kern="0" dirty="0">
                <a:solidFill>
                  <a:srgbClr val="000066"/>
                </a:solidFill>
                <a:ea typeface="楷体" panose="02010609060101010101" charset="-122"/>
                <a:cs typeface="Times New Roman" panose="02020603050405020304" pitchFamily="18" charset="0"/>
              </a:rPr>
              <a:t>）办理专利权登记手续</a:t>
            </a:r>
          </a:p>
          <a:p>
            <a:pPr eaLnBrk="1" hangingPunct="1">
              <a:buFont typeface="Wingdings" panose="05000000000000000000" charset="0"/>
              <a:buNone/>
              <a:defRPr/>
            </a:pPr>
            <a:r>
              <a:rPr kumimoji="0" lang="zh-CN" altLang="en-US" sz="2400" b="1" kern="0" dirty="0">
                <a:solidFill>
                  <a:srgbClr val="000066"/>
                </a:solidFill>
                <a:ea typeface="楷体" panose="02010609060101010101" charset="-122"/>
                <a:cs typeface="Times New Roman" panose="02020603050405020304" pitchFamily="18" charset="0"/>
              </a:rPr>
              <a:t>（</a:t>
            </a:r>
            <a:r>
              <a:rPr kumimoji="0" lang="en-US" altLang="zh-CN" sz="2400" b="1" kern="0" dirty="0">
                <a:solidFill>
                  <a:srgbClr val="000066"/>
                </a:solidFill>
                <a:ea typeface="楷体" panose="02010609060101010101" charset="-122"/>
                <a:cs typeface="Times New Roman" panose="02020603050405020304" pitchFamily="18" charset="0"/>
              </a:rPr>
              <a:t>10</a:t>
            </a:r>
            <a:r>
              <a:rPr kumimoji="0" lang="zh-CN" altLang="en-US" sz="2400" b="1" kern="0" dirty="0">
                <a:solidFill>
                  <a:srgbClr val="000066"/>
                </a:solidFill>
                <a:ea typeface="楷体" panose="02010609060101010101" charset="-122"/>
                <a:cs typeface="Times New Roman" panose="02020603050405020304" pitchFamily="18" charset="0"/>
              </a:rPr>
              <a:t>）专利权的维持、终止及无效</a:t>
            </a:r>
          </a:p>
        </p:txBody>
      </p:sp>
      <p:sp>
        <p:nvSpPr>
          <p:cNvPr id="6" name="标题 2">
            <a:extLst>
              <a:ext uri="{FF2B5EF4-FFF2-40B4-BE49-F238E27FC236}">
                <a16:creationId xmlns:a16="http://schemas.microsoft.com/office/drawing/2014/main" id="{F9A27432-AD5C-809C-8BC6-02A35DB4FDBD}"/>
              </a:ext>
            </a:extLst>
          </p:cNvPr>
          <p:cNvSpPr>
            <a:spLocks noGrp="1"/>
          </p:cNvSpPr>
          <p:nvPr>
            <p:ph type="title"/>
          </p:nvPr>
        </p:nvSpPr>
        <p:spPr>
          <a:xfrm>
            <a:off x="502411" y="325127"/>
            <a:ext cx="8139178" cy="504825"/>
          </a:xfrm>
        </p:spPr>
        <p:txBody>
          <a:bodyPr/>
          <a:lstStyle/>
          <a:p>
            <a:r>
              <a:rPr lang="zh-CN" altLang="en-US" sz="2400" dirty="0"/>
              <a:t>专利写作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500"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000" fill="hold">
                                          <p:stCondLst>
                                            <p:cond delay="0"/>
                                          </p:stCondLst>
                                        </p:cTn>
                                        <p:tgtEl>
                                          <p:spTgt spid="5"/>
                                        </p:tgtEl>
                                        <p:attrNameLst>
                                          <p:attrName>style.visibility</p:attrName>
                                        </p:attrNameLst>
                                      </p:cBhvr>
                                      <p:to>
                                        <p:strVal val="visible"/>
                                      </p:to>
                                    </p:set>
                                    <p:animEffect transition="in" filter="box(in)">
                                      <p:cBhvr>
                                        <p:cTn id="12"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灯片编号占位符 5"/>
          <p:cNvSpPr>
            <a:spLocks noGrp="1"/>
          </p:cNvSpPr>
          <p:nvPr>
            <p:ph type="sldNum" sz="quarter" idx="12"/>
          </p:nvPr>
        </p:nvSpPr>
        <p:spPr>
          <a:xfrm>
            <a:off x="8459788" y="6381750"/>
            <a:ext cx="576262"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C750AA5-4549-43E7-8772-4962F6FCCE67}" type="slidenum">
              <a:rPr kumimoji="0" lang="en-US" altLang="zh-CN" sz="2000" smtClean="0"/>
              <a:t>17</a:t>
            </a:fld>
            <a:endParaRPr kumimoji="0" lang="en-US" altLang="zh-CN" sz="2000"/>
          </a:p>
        </p:txBody>
      </p:sp>
      <p:pic>
        <p:nvPicPr>
          <p:cNvPr id="10244" name="图片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313" y="868363"/>
            <a:ext cx="4597400" cy="5961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标题 2">
            <a:extLst>
              <a:ext uri="{FF2B5EF4-FFF2-40B4-BE49-F238E27FC236}">
                <a16:creationId xmlns:a16="http://schemas.microsoft.com/office/drawing/2014/main" id="{6410BECD-BA91-33EF-6D88-A491C38E3897}"/>
              </a:ext>
            </a:extLst>
          </p:cNvPr>
          <p:cNvSpPr>
            <a:spLocks noGrp="1"/>
          </p:cNvSpPr>
          <p:nvPr>
            <p:ph type="title"/>
          </p:nvPr>
        </p:nvSpPr>
        <p:spPr>
          <a:xfrm>
            <a:off x="502411" y="325127"/>
            <a:ext cx="8139178" cy="504825"/>
          </a:xfrm>
        </p:spPr>
        <p:txBody>
          <a:bodyPr/>
          <a:lstStyle/>
          <a:p>
            <a:r>
              <a:rPr lang="zh-CN" altLang="en-US" sz="2400" dirty="0"/>
              <a:t>专利写作</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灯片编号占位符 5"/>
          <p:cNvSpPr>
            <a:spLocks noGrp="1"/>
          </p:cNvSpPr>
          <p:nvPr>
            <p:ph type="sldNum" sz="quarter" idx="12"/>
          </p:nvPr>
        </p:nvSpPr>
        <p:spPr>
          <a:xfrm>
            <a:off x="8459788" y="6381750"/>
            <a:ext cx="576262"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0609D20E-922E-419D-94D2-8B1E32FE414F}" type="slidenum">
              <a:rPr kumimoji="0" lang="en-US" altLang="zh-CN" sz="2000" smtClean="0"/>
              <a:t>18</a:t>
            </a:fld>
            <a:endParaRPr kumimoji="0" lang="en-US" altLang="zh-CN" sz="2000"/>
          </a:p>
        </p:txBody>
      </p:sp>
      <p:sp>
        <p:nvSpPr>
          <p:cNvPr id="4" name="文本框 3"/>
          <p:cNvSpPr txBox="1"/>
          <p:nvPr/>
        </p:nvSpPr>
        <p:spPr>
          <a:xfrm>
            <a:off x="900430" y="1809750"/>
            <a:ext cx="4737100" cy="2245360"/>
          </a:xfrm>
          <a:prstGeom prst="rect">
            <a:avLst/>
          </a:prstGeom>
          <a:noFill/>
        </p:spPr>
        <p:txBody>
          <a:bodyPr wrap="square">
            <a:spAutoFit/>
          </a:bodyPr>
          <a:lstStyle/>
          <a:p>
            <a:pPr eaLnBrk="1" hangingPunct="1">
              <a:defRPr/>
            </a:pPr>
            <a:r>
              <a:rPr kumimoji="0" lang="zh-CN" altLang="en-US" sz="2000" b="1" kern="0" dirty="0">
                <a:solidFill>
                  <a:srgbClr val="002060"/>
                </a:solidFill>
                <a:ea typeface="楷体" panose="02010609060101010101" charset="-122"/>
                <a:cs typeface="Times New Roman" panose="02020603050405020304" pitchFamily="18" charset="0"/>
              </a:rPr>
              <a:t>1、对于发明专利而言 除一些需要保密发明专利外，一般的发明专利需要经过受理、初审、公布、实审和授权公告这些阶段，一般情况下，自受理起18个月会进行公布，然后进行实审阶段，一般情况3年左右才能获得授权，但不排除更长的时间。</a:t>
            </a:r>
          </a:p>
        </p:txBody>
      </p:sp>
      <p:sp>
        <p:nvSpPr>
          <p:cNvPr id="5" name="Rectangle 9"/>
          <p:cNvSpPr/>
          <p:nvPr/>
        </p:nvSpPr>
        <p:spPr>
          <a:xfrm>
            <a:off x="1081088" y="884238"/>
            <a:ext cx="7607300" cy="585787"/>
          </a:xfrm>
          <a:prstGeom prst="rect">
            <a:avLst/>
          </a:prstGeom>
          <a:noFill/>
          <a:ln w="9525">
            <a:noFill/>
          </a:ln>
        </p:spPr>
        <p:txBody>
          <a:bodyPr>
            <a:spAutoFit/>
          </a:bodyPr>
          <a:lstStyle/>
          <a:p>
            <a:pPr eaLnBrk="1" fontAlgn="auto" hangingPunct="1">
              <a:spcBef>
                <a:spcPts val="0"/>
              </a:spcBef>
              <a:spcAft>
                <a:spcPts val="0"/>
              </a:spcAft>
              <a:defRPr/>
            </a:pPr>
            <a:r>
              <a:rPr kumimoji="0" lang="zh-CN" altLang="en-US" b="1" kern="0" dirty="0">
                <a:solidFill>
                  <a:srgbClr val="FF3300"/>
                </a:solidFill>
                <a:sym typeface="+mn-ea"/>
              </a:rPr>
              <a:t>专利申请及审查的流程</a:t>
            </a:r>
            <a:endParaRPr kumimoji="0" lang="en-US" altLang="zh-CN" b="1" kern="0" dirty="0">
              <a:solidFill>
                <a:srgbClr val="FF3300"/>
              </a:solidFill>
            </a:endParaRPr>
          </a:p>
        </p:txBody>
      </p:sp>
      <p:sp>
        <p:nvSpPr>
          <p:cNvPr id="6" name="文本框 5"/>
          <p:cNvSpPr txBox="1"/>
          <p:nvPr/>
        </p:nvSpPr>
        <p:spPr>
          <a:xfrm>
            <a:off x="912495" y="4509135"/>
            <a:ext cx="4542790" cy="1630045"/>
          </a:xfrm>
          <a:prstGeom prst="rect">
            <a:avLst/>
          </a:prstGeom>
          <a:noFill/>
        </p:spPr>
        <p:txBody>
          <a:bodyPr wrap="square">
            <a:spAutoFit/>
          </a:bodyPr>
          <a:lstStyle/>
          <a:p>
            <a:pPr eaLnBrk="1" hangingPunct="1">
              <a:defRPr/>
            </a:pPr>
            <a:r>
              <a:rPr kumimoji="0" lang="zh-CN" altLang="en-US" sz="2000" b="1" kern="0" dirty="0">
                <a:solidFill>
                  <a:srgbClr val="002060"/>
                </a:solidFill>
                <a:ea typeface="楷体" panose="02010609060101010101" charset="-122"/>
                <a:cs typeface="Times New Roman" panose="02020603050405020304" pitchFamily="18" charset="0"/>
                <a:sym typeface="+mn-ea"/>
              </a:rPr>
              <a:t>2、于实用新型和外观设计而言，需要经过受理、初审和授权公告阶段，由于不需要进行实质审查，因此，实用新型和外观设计获得授权的时间较短，一般为6-10月。</a:t>
            </a:r>
          </a:p>
        </p:txBody>
      </p:sp>
      <p:graphicFrame>
        <p:nvGraphicFramePr>
          <p:cNvPr id="8" name="对象 7"/>
          <p:cNvGraphicFramePr>
            <a:graphicFrameLocks noChangeAspect="1"/>
          </p:cNvGraphicFramePr>
          <p:nvPr/>
        </p:nvGraphicFramePr>
        <p:xfrm>
          <a:off x="5497195" y="1374140"/>
          <a:ext cx="3538855" cy="5007610"/>
        </p:xfrm>
        <a:graphic>
          <a:graphicData uri="http://schemas.openxmlformats.org/presentationml/2006/ole">
            <mc:AlternateContent xmlns:mc="http://schemas.openxmlformats.org/markup-compatibility/2006">
              <mc:Choice xmlns:v="urn:schemas-microsoft-com:vml" Requires="v">
                <p:oleObj name="Acrobat Document" r:id="rId2" imgW="3449320" imgH="4878705" progId="Acrobat.Document.DC">
                  <p:embed/>
                </p:oleObj>
              </mc:Choice>
              <mc:Fallback>
                <p:oleObj name="Acrobat Document" r:id="rId2" imgW="3449320" imgH="4878705" progId="Acrobat.Document.DC">
                  <p:embed/>
                  <p:pic>
                    <p:nvPicPr>
                      <p:cNvPr id="8" name="对象 7"/>
                      <p:cNvPicPr/>
                      <p:nvPr/>
                    </p:nvPicPr>
                    <p:blipFill>
                      <a:blip r:embed="rId3"/>
                      <a:stretch>
                        <a:fillRect/>
                      </a:stretch>
                    </p:blipFill>
                    <p:spPr>
                      <a:xfrm>
                        <a:off x="5497195" y="1374140"/>
                        <a:ext cx="3538855" cy="5007610"/>
                      </a:xfrm>
                      <a:prstGeom prst="rect">
                        <a:avLst/>
                      </a:prstGeom>
                    </p:spPr>
                  </p:pic>
                </p:oleObj>
              </mc:Fallback>
            </mc:AlternateContent>
          </a:graphicData>
        </a:graphic>
      </p:graphicFrame>
      <p:sp>
        <p:nvSpPr>
          <p:cNvPr id="7" name="标题 2">
            <a:extLst>
              <a:ext uri="{FF2B5EF4-FFF2-40B4-BE49-F238E27FC236}">
                <a16:creationId xmlns:a16="http://schemas.microsoft.com/office/drawing/2014/main" id="{D244595C-26E4-B010-BD67-D110B8DDA4BC}"/>
              </a:ext>
            </a:extLst>
          </p:cNvPr>
          <p:cNvSpPr>
            <a:spLocks noGrp="1"/>
          </p:cNvSpPr>
          <p:nvPr>
            <p:ph type="title"/>
          </p:nvPr>
        </p:nvSpPr>
        <p:spPr>
          <a:xfrm>
            <a:off x="502411" y="325127"/>
            <a:ext cx="8139178" cy="504825"/>
          </a:xfrm>
        </p:spPr>
        <p:txBody>
          <a:bodyPr/>
          <a:lstStyle/>
          <a:p>
            <a:r>
              <a:rPr lang="zh-CN" altLang="en-US" sz="2400" dirty="0"/>
              <a:t>专利写作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0" name="灯片编号占位符 5"/>
          <p:cNvSpPr>
            <a:spLocks noGrp="1"/>
          </p:cNvSpPr>
          <p:nvPr>
            <p:ph type="sldNum" sz="quarter" idx="12"/>
          </p:nvPr>
        </p:nvSpPr>
        <p:spPr>
          <a:xfrm>
            <a:off x="8459788" y="6381750"/>
            <a:ext cx="576262"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C577B6EB-8F93-42A7-B879-5A0042CFB978}" type="slidenum">
              <a:rPr kumimoji="0" lang="en-US" altLang="zh-CN" sz="2000" smtClean="0"/>
              <a:t>19</a:t>
            </a:fld>
            <a:endParaRPr kumimoji="0" lang="en-US" altLang="zh-CN" sz="2000"/>
          </a:p>
        </p:txBody>
      </p:sp>
      <p:sp>
        <p:nvSpPr>
          <p:cNvPr id="4" name="Rectangle 9"/>
          <p:cNvSpPr/>
          <p:nvPr/>
        </p:nvSpPr>
        <p:spPr>
          <a:xfrm>
            <a:off x="1103313" y="925513"/>
            <a:ext cx="7607300" cy="585787"/>
          </a:xfrm>
          <a:prstGeom prst="rect">
            <a:avLst/>
          </a:prstGeom>
          <a:noFill/>
          <a:ln w="9525">
            <a:noFill/>
          </a:ln>
        </p:spPr>
        <p:txBody>
          <a:bodyPr>
            <a:spAutoFit/>
          </a:bodyPr>
          <a:lstStyle/>
          <a:p>
            <a:pPr eaLnBrk="1" fontAlgn="auto" hangingPunct="1">
              <a:spcBef>
                <a:spcPts val="0"/>
              </a:spcBef>
              <a:spcAft>
                <a:spcPts val="0"/>
              </a:spcAft>
              <a:defRPr/>
            </a:pPr>
            <a:r>
              <a:rPr kumimoji="0" lang="zh-CN" altLang="en-US" b="1" kern="0" dirty="0">
                <a:solidFill>
                  <a:srgbClr val="FF3300"/>
                </a:solidFill>
                <a:sym typeface="+mn-ea"/>
              </a:rPr>
              <a:t>专利申请书的写作</a:t>
            </a:r>
            <a:endParaRPr kumimoji="0" lang="en-US" altLang="zh-CN" b="1" kern="0" dirty="0">
              <a:solidFill>
                <a:srgbClr val="FF3300"/>
              </a:solidFill>
            </a:endParaRPr>
          </a:p>
        </p:txBody>
      </p:sp>
      <p:sp>
        <p:nvSpPr>
          <p:cNvPr id="5" name="文本框 4"/>
          <p:cNvSpPr txBox="1"/>
          <p:nvPr/>
        </p:nvSpPr>
        <p:spPr>
          <a:xfrm>
            <a:off x="893763" y="1836738"/>
            <a:ext cx="7464425" cy="461962"/>
          </a:xfrm>
          <a:prstGeom prst="rect">
            <a:avLst/>
          </a:prstGeom>
          <a:noFill/>
        </p:spPr>
        <p:txBody>
          <a:bodyPr>
            <a:spAutoFit/>
          </a:bodyPr>
          <a:lstStyle/>
          <a:p>
            <a:pPr marL="457200" indent="-457200" eaLnBrk="1" hangingPunct="1">
              <a:buFont typeface="Wingdings" panose="05000000000000000000" charset="0"/>
              <a:buChar char="l"/>
              <a:defRPr/>
            </a:pPr>
            <a:r>
              <a:rPr kumimoji="0" lang="zh-CN" altLang="en-US" sz="2400" b="1" kern="0" dirty="0">
                <a:solidFill>
                  <a:srgbClr val="000066"/>
                </a:solidFill>
                <a:latin typeface="华文楷体" panose="02010600040101010101" pitchFamily="2" charset="-122"/>
                <a:ea typeface="华文楷体" panose="02010600040101010101" pitchFamily="2" charset="-122"/>
                <a:cs typeface="Times New Roman" panose="02020603050405020304" pitchFamily="18" charset="0"/>
              </a:rPr>
              <a:t>要素结构</a:t>
            </a:r>
          </a:p>
        </p:txBody>
      </p:sp>
      <p:sp>
        <p:nvSpPr>
          <p:cNvPr id="6" name="文本框 5"/>
          <p:cNvSpPr txBox="1"/>
          <p:nvPr/>
        </p:nvSpPr>
        <p:spPr>
          <a:xfrm>
            <a:off x="947738" y="2420938"/>
            <a:ext cx="7512050" cy="1631950"/>
          </a:xfrm>
          <a:prstGeom prst="rect">
            <a:avLst/>
          </a:prstGeom>
          <a:noFill/>
        </p:spPr>
        <p:txBody>
          <a:bodyPr>
            <a:spAutoFit/>
          </a:bodyPr>
          <a:lstStyle/>
          <a:p>
            <a:pPr marL="285750" indent="-285750" eaLnBrk="1" hangingPunct="1">
              <a:buFont typeface="Wingdings" panose="05000000000000000000" charset="0"/>
              <a:buChar char="Ø"/>
              <a:defRPr/>
            </a:pPr>
            <a:r>
              <a:rPr kumimoji="0" lang="zh-CN" altLang="en-US" sz="2000" b="1" kern="0" dirty="0">
                <a:solidFill>
                  <a:srgbClr val="000066"/>
                </a:solidFill>
                <a:latin typeface="华文楷体" panose="02010600040101010101" pitchFamily="2" charset="-122"/>
                <a:ea typeface="华文楷体" panose="02010600040101010101" pitchFamily="2" charset="-122"/>
                <a:cs typeface="Times New Roman" panose="02020603050405020304" pitchFamily="18" charset="0"/>
              </a:rPr>
              <a:t>发明专利申请书和实用新型专利申请书：专利申请书、说明书、权利要求书、说明摘要书，有附图的应当同时提交说明书附图及摘要附图。</a:t>
            </a:r>
          </a:p>
          <a:p>
            <a:pPr marL="285750" indent="-285750" eaLnBrk="1" hangingPunct="1">
              <a:buFont typeface="Wingdings" panose="05000000000000000000" charset="0"/>
              <a:buChar char="Ø"/>
              <a:defRPr/>
            </a:pPr>
            <a:r>
              <a:rPr kumimoji="0" lang="zh-CN" altLang="en-US" sz="2000" b="1" kern="0" dirty="0">
                <a:solidFill>
                  <a:srgbClr val="000066"/>
                </a:solidFill>
                <a:latin typeface="华文楷体" panose="02010600040101010101" pitchFamily="2" charset="-122"/>
                <a:ea typeface="华文楷体" panose="02010600040101010101" pitchFamily="2" charset="-122"/>
                <a:cs typeface="Times New Roman" panose="02020603050405020304" pitchFamily="18" charset="0"/>
              </a:rPr>
              <a:t>外观设计专利申请书：专利申请书、外观设计图片或照片、外观设计简要说明。</a:t>
            </a:r>
          </a:p>
        </p:txBody>
      </p:sp>
      <p:sp>
        <p:nvSpPr>
          <p:cNvPr id="7" name="文本框 6"/>
          <p:cNvSpPr txBox="1"/>
          <p:nvPr/>
        </p:nvSpPr>
        <p:spPr>
          <a:xfrm>
            <a:off x="947738" y="4599065"/>
            <a:ext cx="7464425" cy="461962"/>
          </a:xfrm>
          <a:prstGeom prst="rect">
            <a:avLst/>
          </a:prstGeom>
          <a:noFill/>
        </p:spPr>
        <p:txBody>
          <a:bodyPr>
            <a:spAutoFit/>
          </a:bodyPr>
          <a:lstStyle/>
          <a:p>
            <a:pPr marL="457200" indent="-457200" eaLnBrk="1" hangingPunct="1">
              <a:buFont typeface="Wingdings" panose="05000000000000000000" charset="0"/>
              <a:buChar char="l"/>
              <a:defRPr/>
            </a:pPr>
            <a:r>
              <a:rPr kumimoji="0" lang="zh-CN" altLang="en-US" sz="2400" b="1" kern="0" dirty="0">
                <a:solidFill>
                  <a:srgbClr val="000066"/>
                </a:solidFill>
                <a:latin typeface="华文楷体" panose="02010600040101010101" pitchFamily="2" charset="-122"/>
                <a:ea typeface="华文楷体" panose="02010600040101010101" pitchFamily="2" charset="-122"/>
                <a:cs typeface="Times New Roman" panose="02020603050405020304" pitchFamily="18" charset="0"/>
              </a:rPr>
              <a:t>提交要求及格式</a:t>
            </a:r>
          </a:p>
        </p:txBody>
      </p:sp>
      <p:sp>
        <p:nvSpPr>
          <p:cNvPr id="8" name="文本框 7"/>
          <p:cNvSpPr txBox="1"/>
          <p:nvPr/>
        </p:nvSpPr>
        <p:spPr>
          <a:xfrm>
            <a:off x="960438" y="5269066"/>
            <a:ext cx="7499350" cy="708025"/>
          </a:xfrm>
          <a:prstGeom prst="rect">
            <a:avLst/>
          </a:prstGeom>
          <a:noFill/>
        </p:spPr>
        <p:txBody>
          <a:bodyPr>
            <a:spAutoFit/>
          </a:bodyPr>
          <a:lstStyle/>
          <a:p>
            <a:pPr eaLnBrk="1" hangingPunct="1">
              <a:defRPr/>
            </a:pPr>
            <a:r>
              <a:rPr kumimoji="0" lang="zh-CN" altLang="en-US" sz="2000" b="1" kern="0" dirty="0">
                <a:solidFill>
                  <a:srgbClr val="000066"/>
                </a:solidFill>
                <a:latin typeface="华文楷体" panose="02010600040101010101" pitchFamily="2" charset="-122"/>
                <a:ea typeface="华文楷体" panose="02010600040101010101" pitchFamily="2" charset="-122"/>
                <a:cs typeface="Times New Roman" panose="02020603050405020304" pitchFamily="18" charset="0"/>
              </a:rPr>
              <a:t>申请文件一式两份。</a:t>
            </a:r>
          </a:p>
          <a:p>
            <a:pPr eaLnBrk="1" hangingPunct="1">
              <a:defRPr/>
            </a:pPr>
            <a:r>
              <a:rPr kumimoji="0" lang="zh-CN" altLang="en-US" sz="2000" b="1" kern="0" dirty="0">
                <a:solidFill>
                  <a:srgbClr val="000066"/>
                </a:solidFill>
                <a:latin typeface="华文楷体" panose="02010600040101010101" pitchFamily="2" charset="-122"/>
                <a:ea typeface="华文楷体" panose="02010600040101010101" pitchFamily="2" charset="-122"/>
                <a:cs typeface="Times New Roman" panose="02020603050405020304" pitchFamily="18" charset="0"/>
              </a:rPr>
              <a:t>专利申请文书表格从</a:t>
            </a:r>
            <a:r>
              <a:rPr kumimoji="0" lang="zh-CN" altLang="en-US" sz="2000" b="1" kern="0" dirty="0">
                <a:solidFill>
                  <a:srgbClr val="000066"/>
                </a:solidFill>
                <a:latin typeface="+mj-lt"/>
                <a:ea typeface="华文楷体" panose="02010600040101010101" pitchFamily="2" charset="-122"/>
                <a:cs typeface="Times New Roman" panose="02020603050405020304" pitchFamily="18" charset="0"/>
              </a:rPr>
              <a:t>www.sipo.gov.cn</a:t>
            </a:r>
            <a:r>
              <a:rPr kumimoji="0" lang="zh-CN" altLang="en-US" sz="2000" b="1" kern="0" dirty="0">
                <a:solidFill>
                  <a:srgbClr val="000066"/>
                </a:solidFill>
                <a:latin typeface="华文楷体" panose="02010600040101010101" pitchFamily="2" charset="-122"/>
                <a:ea typeface="华文楷体" panose="02010600040101010101" pitchFamily="2" charset="-122"/>
                <a:cs typeface="Times New Roman" panose="02020603050405020304" pitchFamily="18" charset="0"/>
              </a:rPr>
              <a:t>下载。</a:t>
            </a:r>
          </a:p>
        </p:txBody>
      </p:sp>
      <p:sp>
        <p:nvSpPr>
          <p:cNvPr id="10" name="标题 2">
            <a:extLst>
              <a:ext uri="{FF2B5EF4-FFF2-40B4-BE49-F238E27FC236}">
                <a16:creationId xmlns:a16="http://schemas.microsoft.com/office/drawing/2014/main" id="{5BAB037F-1DFD-4CE1-1123-8CF32C2B7388}"/>
              </a:ext>
            </a:extLst>
          </p:cNvPr>
          <p:cNvSpPr>
            <a:spLocks noGrp="1"/>
          </p:cNvSpPr>
          <p:nvPr>
            <p:ph type="title"/>
          </p:nvPr>
        </p:nvSpPr>
        <p:spPr>
          <a:xfrm>
            <a:off x="502411" y="325127"/>
            <a:ext cx="8139178" cy="504825"/>
          </a:xfrm>
        </p:spPr>
        <p:txBody>
          <a:bodyPr/>
          <a:lstStyle/>
          <a:p>
            <a:r>
              <a:rPr lang="zh-CN" altLang="en-US" sz="2400" dirty="0"/>
              <a:t>专利写作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灯片编号占位符 5"/>
          <p:cNvSpPr>
            <a:spLocks noGrp="1"/>
          </p:cNvSpPr>
          <p:nvPr>
            <p:ph type="sldNum" sz="quarter" idx="12"/>
          </p:nvPr>
        </p:nvSpPr>
        <p:spPr>
          <a:xfrm>
            <a:off x="8459788" y="6381750"/>
            <a:ext cx="576262"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D966DE27-64EF-45EE-91F3-3C9090F85B3D}" type="slidenum">
              <a:rPr kumimoji="0" lang="en-US" altLang="zh-CN" sz="2000" smtClean="0"/>
              <a:t>20</a:t>
            </a:fld>
            <a:endParaRPr kumimoji="0" lang="en-US" altLang="zh-CN" sz="2000"/>
          </a:p>
        </p:txBody>
      </p:sp>
      <p:sp>
        <p:nvSpPr>
          <p:cNvPr id="4" name="矩形 3"/>
          <p:cNvSpPr/>
          <p:nvPr/>
        </p:nvSpPr>
        <p:spPr>
          <a:xfrm>
            <a:off x="971550" y="1268413"/>
            <a:ext cx="7913688" cy="504825"/>
          </a:xfrm>
          <a:prstGeom prst="rect">
            <a:avLst/>
          </a:prstGeom>
          <a:solidFill>
            <a:srgbClr val="0070C0"/>
          </a:solidFill>
          <a:ln w="12700" cap="flat" cmpd="sng" algn="ctr">
            <a:noFill/>
            <a:prstDash val="solid"/>
            <a:miter lim="800000"/>
          </a:ln>
          <a:effectLst/>
        </p:spPr>
        <p:txBody>
          <a:bodyPr anchor="ctr"/>
          <a:lstStyle/>
          <a:p>
            <a:pPr defTabSz="457200" eaLnBrk="1" fontAlgn="auto" hangingPunct="1">
              <a:spcBef>
                <a:spcPts val="0"/>
              </a:spcBef>
              <a:spcAft>
                <a:spcPts val="0"/>
              </a:spcAft>
              <a:defRPr/>
            </a:pPr>
            <a:r>
              <a:rPr kumimoji="0" lang="zh-CN" altLang="en-US" sz="2400" kern="0" dirty="0">
                <a:solidFill>
                  <a:prstClr val="white"/>
                </a:solidFill>
                <a:latin typeface="Calibri" panose="020F0502020204030204"/>
                <a:ea typeface="等线" panose="02010600030101010101" pitchFamily="2" charset="-122"/>
              </a:rPr>
              <a:t>专利写作的形式</a:t>
            </a:r>
          </a:p>
        </p:txBody>
      </p:sp>
      <p:sp>
        <p:nvSpPr>
          <p:cNvPr id="5" name="矩形 4"/>
          <p:cNvSpPr/>
          <p:nvPr/>
        </p:nvSpPr>
        <p:spPr>
          <a:xfrm>
            <a:off x="900113" y="2133600"/>
            <a:ext cx="2541587" cy="3455988"/>
          </a:xfrm>
          <a:prstGeom prst="rect">
            <a:avLst/>
          </a:prstGeom>
          <a:solidFill>
            <a:srgbClr val="ED7D31"/>
          </a:solidFill>
          <a:ln w="12700" cap="flat" cmpd="sng" algn="ctr">
            <a:noFill/>
            <a:prstDash val="solid"/>
            <a:miter lim="800000"/>
          </a:ln>
          <a:effectLst/>
        </p:spPr>
        <p:txBody>
          <a:bodyPr anchor="ctr"/>
          <a:lstStyle/>
          <a:p>
            <a:pPr defTabSz="457200" eaLnBrk="1" fontAlgn="auto" hangingPunct="1">
              <a:spcBef>
                <a:spcPts val="0"/>
              </a:spcBef>
              <a:spcAft>
                <a:spcPts val="0"/>
              </a:spcAft>
              <a:defRPr/>
            </a:pPr>
            <a:r>
              <a:rPr kumimoji="0" lang="zh-CN" altLang="en-US" sz="2000" kern="0">
                <a:solidFill>
                  <a:srgbClr val="002060"/>
                </a:solidFill>
                <a:latin typeface="华文楷体" panose="02010600040101010101" pitchFamily="2" charset="-122"/>
                <a:ea typeface="华文楷体" panose="02010600040101010101" pitchFamily="2" charset="-122"/>
              </a:rPr>
              <a:t>专利申请书正文</a:t>
            </a:r>
            <a:r>
              <a:rPr kumimoji="0" lang="zh-CN" altLang="en-US" sz="2000" kern="0" dirty="0">
                <a:solidFill>
                  <a:srgbClr val="002060"/>
                </a:solidFill>
                <a:latin typeface="华文楷体" panose="02010600040101010101" pitchFamily="2" charset="-122"/>
                <a:ea typeface="华文楷体" panose="02010600040101010101" pitchFamily="2" charset="-122"/>
              </a:rPr>
              <a:t>一般包含以下两个主要部分：</a:t>
            </a:r>
            <a:endParaRPr kumimoji="0" lang="en-US" altLang="zh-CN" sz="2000" kern="0" dirty="0">
              <a:solidFill>
                <a:srgbClr val="002060"/>
              </a:solidFill>
              <a:latin typeface="华文楷体" panose="02010600040101010101" pitchFamily="2" charset="-122"/>
              <a:ea typeface="华文楷体" panose="02010600040101010101" pitchFamily="2" charset="-122"/>
            </a:endParaRPr>
          </a:p>
          <a:p>
            <a:pPr marL="342900" indent="-342900" defTabSz="457200" eaLnBrk="1" fontAlgn="auto" hangingPunct="1">
              <a:spcBef>
                <a:spcPts val="0"/>
              </a:spcBef>
              <a:spcAft>
                <a:spcPts val="0"/>
              </a:spcAft>
              <a:buFont typeface="Arial" panose="020B0604020202020204" pitchFamily="34" charset="0"/>
              <a:buChar char="•"/>
              <a:defRPr/>
            </a:pPr>
            <a:r>
              <a:rPr kumimoji="0" lang="zh-CN" altLang="en-US" sz="2000" kern="0" dirty="0">
                <a:solidFill>
                  <a:srgbClr val="002060"/>
                </a:solidFill>
                <a:latin typeface="华文楷体" panose="02010600040101010101" pitchFamily="2" charset="-122"/>
                <a:ea typeface="华文楷体" panose="02010600040101010101" pitchFamily="2" charset="-122"/>
              </a:rPr>
              <a:t>说明书</a:t>
            </a:r>
            <a:endParaRPr kumimoji="0" lang="en-US" altLang="zh-CN" sz="2000" kern="0" dirty="0">
              <a:solidFill>
                <a:srgbClr val="002060"/>
              </a:solidFill>
              <a:latin typeface="华文楷体" panose="02010600040101010101" pitchFamily="2" charset="-122"/>
              <a:ea typeface="华文楷体" panose="02010600040101010101" pitchFamily="2" charset="-122"/>
            </a:endParaRPr>
          </a:p>
          <a:p>
            <a:pPr marL="342900" indent="-342900" defTabSz="457200" eaLnBrk="1" fontAlgn="auto" hangingPunct="1">
              <a:spcBef>
                <a:spcPts val="0"/>
              </a:spcBef>
              <a:spcAft>
                <a:spcPts val="0"/>
              </a:spcAft>
              <a:buFont typeface="Arial" panose="020B0604020202020204" pitchFamily="34" charset="0"/>
              <a:buChar char="•"/>
              <a:defRPr/>
            </a:pPr>
            <a:r>
              <a:rPr kumimoji="0" lang="zh-CN" altLang="en-US" sz="2000" kern="0" dirty="0">
                <a:solidFill>
                  <a:srgbClr val="002060"/>
                </a:solidFill>
                <a:latin typeface="华文楷体" panose="02010600040101010101" pitchFamily="2" charset="-122"/>
                <a:ea typeface="华文楷体" panose="02010600040101010101" pitchFamily="2" charset="-122"/>
              </a:rPr>
              <a:t>权力要求书</a:t>
            </a:r>
            <a:endParaRPr kumimoji="0" lang="en-US" altLang="zh-CN" sz="2000" kern="0" dirty="0">
              <a:solidFill>
                <a:srgbClr val="002060"/>
              </a:solidFill>
              <a:latin typeface="华文楷体" panose="02010600040101010101" pitchFamily="2" charset="-122"/>
              <a:ea typeface="华文楷体" panose="02010600040101010101" pitchFamily="2" charset="-122"/>
            </a:endParaRPr>
          </a:p>
          <a:p>
            <a:pPr defTabSz="457200" eaLnBrk="1" fontAlgn="auto" hangingPunct="1">
              <a:spcBef>
                <a:spcPts val="0"/>
              </a:spcBef>
              <a:spcAft>
                <a:spcPts val="0"/>
              </a:spcAft>
              <a:defRPr/>
            </a:pPr>
            <a:endParaRPr kumimoji="0" lang="en-US" altLang="zh-CN" sz="2000" kern="0" dirty="0">
              <a:solidFill>
                <a:prstClr val="white"/>
              </a:solidFill>
              <a:latin typeface="Calibri" panose="020F0502020204030204"/>
              <a:ea typeface="等线" panose="02010600030101010101" pitchFamily="2" charset="-122"/>
            </a:endParaRPr>
          </a:p>
        </p:txBody>
      </p:sp>
      <p:pic>
        <p:nvPicPr>
          <p:cNvPr id="18438" name="图片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86150" y="2174875"/>
            <a:ext cx="5588000" cy="378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标题 2">
            <a:extLst>
              <a:ext uri="{FF2B5EF4-FFF2-40B4-BE49-F238E27FC236}">
                <a16:creationId xmlns:a16="http://schemas.microsoft.com/office/drawing/2014/main" id="{62C02FE9-C4B3-9F26-6D49-5B735CDC2240}"/>
              </a:ext>
            </a:extLst>
          </p:cNvPr>
          <p:cNvSpPr>
            <a:spLocks noGrp="1"/>
          </p:cNvSpPr>
          <p:nvPr>
            <p:ph type="title"/>
          </p:nvPr>
        </p:nvSpPr>
        <p:spPr>
          <a:xfrm>
            <a:off x="502411" y="325127"/>
            <a:ext cx="8139178" cy="504825"/>
          </a:xfrm>
        </p:spPr>
        <p:txBody>
          <a:bodyPr/>
          <a:lstStyle/>
          <a:p>
            <a:r>
              <a:rPr lang="zh-CN" altLang="en-US" sz="2400" dirty="0"/>
              <a:t>专利写作</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灯片编号占位符 5"/>
          <p:cNvSpPr>
            <a:spLocks noGrp="1"/>
          </p:cNvSpPr>
          <p:nvPr>
            <p:ph type="sldNum" sz="quarter" idx="12"/>
          </p:nvPr>
        </p:nvSpPr>
        <p:spPr>
          <a:xfrm>
            <a:off x="8459788" y="6381750"/>
            <a:ext cx="576262"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EAF0370-E2F5-4DE7-AEB1-BFB7DF73E2B0}" type="slidenum">
              <a:rPr kumimoji="0" lang="en-US" altLang="zh-CN" sz="2000" smtClean="0"/>
              <a:t>21</a:t>
            </a:fld>
            <a:endParaRPr kumimoji="0" lang="en-US" altLang="zh-CN" sz="2000"/>
          </a:p>
        </p:txBody>
      </p:sp>
      <p:sp>
        <p:nvSpPr>
          <p:cNvPr id="7" name="Rectangle 9"/>
          <p:cNvSpPr/>
          <p:nvPr/>
        </p:nvSpPr>
        <p:spPr>
          <a:xfrm>
            <a:off x="1127125" y="782638"/>
            <a:ext cx="7607300" cy="584200"/>
          </a:xfrm>
          <a:prstGeom prst="rect">
            <a:avLst/>
          </a:prstGeom>
          <a:noFill/>
          <a:ln w="9525">
            <a:noFill/>
          </a:ln>
        </p:spPr>
        <p:txBody>
          <a:bodyPr>
            <a:spAutoFit/>
          </a:bodyPr>
          <a:lstStyle/>
          <a:p>
            <a:pPr eaLnBrk="1" fontAlgn="auto" hangingPunct="1">
              <a:spcBef>
                <a:spcPts val="0"/>
              </a:spcBef>
              <a:spcAft>
                <a:spcPts val="0"/>
              </a:spcAft>
              <a:defRPr/>
            </a:pPr>
            <a:r>
              <a:rPr kumimoji="0" lang="zh-CN" altLang="en-US" b="1" kern="0" dirty="0">
                <a:solidFill>
                  <a:srgbClr val="FF3300"/>
                </a:solidFill>
                <a:sym typeface="+mn-ea"/>
              </a:rPr>
              <a:t>专利申请书的写作</a:t>
            </a:r>
            <a:endParaRPr kumimoji="0" lang="en-US" altLang="zh-CN" b="1" kern="0" dirty="0">
              <a:solidFill>
                <a:srgbClr val="FF3300"/>
              </a:solidFill>
            </a:endParaRPr>
          </a:p>
        </p:txBody>
      </p:sp>
      <p:sp>
        <p:nvSpPr>
          <p:cNvPr id="8" name="文本框 7"/>
          <p:cNvSpPr txBox="1"/>
          <p:nvPr/>
        </p:nvSpPr>
        <p:spPr>
          <a:xfrm>
            <a:off x="944031" y="1405194"/>
            <a:ext cx="7464425" cy="523220"/>
          </a:xfrm>
          <a:prstGeom prst="rect">
            <a:avLst/>
          </a:prstGeom>
          <a:noFill/>
        </p:spPr>
        <p:txBody>
          <a:bodyPr>
            <a:spAutoFit/>
          </a:bodyPr>
          <a:lstStyle/>
          <a:p>
            <a:pPr marL="457200" indent="-457200" eaLnBrk="1" hangingPunct="1">
              <a:buFont typeface="Wingdings" panose="05000000000000000000" charset="0"/>
              <a:buChar char="l"/>
              <a:defRPr/>
            </a:pPr>
            <a:r>
              <a:rPr kumimoji="0" lang="zh-CN" altLang="en-US" sz="2800" b="1" kern="0" dirty="0">
                <a:solidFill>
                  <a:srgbClr val="000066"/>
                </a:solidFill>
                <a:ea typeface="楷体" panose="02010609060101010101" charset="-122"/>
                <a:cs typeface="Times New Roman" panose="02020603050405020304" pitchFamily="18" charset="0"/>
              </a:rPr>
              <a:t>专利申请说明书</a:t>
            </a:r>
          </a:p>
        </p:txBody>
      </p:sp>
      <p:sp>
        <p:nvSpPr>
          <p:cNvPr id="10" name="文本框 9"/>
          <p:cNvSpPr txBox="1"/>
          <p:nvPr/>
        </p:nvSpPr>
        <p:spPr>
          <a:xfrm>
            <a:off x="986118" y="1863854"/>
            <a:ext cx="7721600" cy="1785104"/>
          </a:xfrm>
          <a:prstGeom prst="rect">
            <a:avLst/>
          </a:prstGeom>
          <a:noFill/>
        </p:spPr>
        <p:txBody>
          <a:bodyPr>
            <a:spAutoFit/>
          </a:bodyPr>
          <a:lstStyle/>
          <a:p>
            <a:pPr>
              <a:buNone/>
            </a:pPr>
            <a:r>
              <a:rPr lang="zh-CN" altLang="en-US" sz="2200" b="1" dirty="0">
                <a:solidFill>
                  <a:schemeClr val="accent2">
                    <a:lumMod val="50000"/>
                  </a:schemeClr>
                </a:solidFill>
                <a:latin typeface="华文楷体" panose="02010600040101010101" pitchFamily="2" charset="-122"/>
                <a:ea typeface="华文楷体" panose="02010600040101010101" pitchFamily="2" charset="-122"/>
              </a:rPr>
              <a:t>    是专利申请文件中既基本又重要的一部分。专利说明书应当公开发明的技术内容，对权利要求的保护范围起到支持作用。</a:t>
            </a:r>
          </a:p>
          <a:p>
            <a:pPr eaLnBrk="1" hangingPunct="1">
              <a:buFont typeface="Wingdings" panose="05000000000000000000" charset="0"/>
              <a:buNone/>
              <a:defRPr/>
            </a:pPr>
            <a:r>
              <a:rPr kumimoji="0" lang="zh-CN" altLang="en-US" sz="2200" b="1" kern="0" dirty="0">
                <a:solidFill>
                  <a:schemeClr val="accent2">
                    <a:lumMod val="50000"/>
                  </a:schemeClr>
                </a:solidFill>
                <a:latin typeface="华文楷体" panose="02010600040101010101" pitchFamily="2" charset="-122"/>
                <a:ea typeface="华文楷体" panose="02010600040101010101" pitchFamily="2" charset="-122"/>
                <a:cs typeface="Times New Roman" panose="02020603050405020304" pitchFamily="18" charset="0"/>
              </a:rPr>
              <a:t>发明或实用新型专利申请说明书是用以对发明或实用新型的技术、结构、使用方法等进行详细介绍的文字材料，包括：</a:t>
            </a:r>
          </a:p>
        </p:txBody>
      </p:sp>
      <p:sp>
        <p:nvSpPr>
          <p:cNvPr id="11" name="文本框 10"/>
          <p:cNvSpPr txBox="1"/>
          <p:nvPr/>
        </p:nvSpPr>
        <p:spPr>
          <a:xfrm>
            <a:off x="809625" y="3704094"/>
            <a:ext cx="8334375" cy="2462213"/>
          </a:xfrm>
          <a:prstGeom prst="rect">
            <a:avLst/>
          </a:prstGeom>
          <a:noFill/>
        </p:spPr>
        <p:txBody>
          <a:bodyPr wrap="square">
            <a:spAutoFit/>
          </a:bodyPr>
          <a:lstStyle/>
          <a:p>
            <a:pPr eaLnBrk="1" fontAlgn="auto" hangingPunct="1">
              <a:spcBef>
                <a:spcPts val="0"/>
              </a:spcBef>
              <a:spcAft>
                <a:spcPts val="0"/>
              </a:spcAft>
              <a:buFont typeface="Wingdings" panose="05000000000000000000" charset="0"/>
              <a:buNone/>
              <a:defRPr/>
            </a:pPr>
            <a:r>
              <a:rPr kumimoji="0" lang="zh-CN" altLang="en-US" sz="2200" b="1" kern="0" dirty="0">
                <a:solidFill>
                  <a:schemeClr val="accent2">
                    <a:lumMod val="50000"/>
                  </a:schemeClr>
                </a:solidFill>
                <a:ea typeface="楷体" panose="02010609060101010101" charset="-122"/>
                <a:cs typeface="Times New Roman" panose="02020603050405020304" pitchFamily="18" charset="0"/>
                <a:sym typeface="+mn-ea"/>
              </a:rPr>
              <a:t>（</a:t>
            </a:r>
            <a:r>
              <a:rPr kumimoji="0" lang="en-US" altLang="zh-CN" sz="2200" b="1" kern="0" dirty="0">
                <a:solidFill>
                  <a:schemeClr val="accent2">
                    <a:lumMod val="50000"/>
                  </a:schemeClr>
                </a:solidFill>
                <a:ea typeface="楷体" panose="02010609060101010101" charset="-122"/>
                <a:cs typeface="Times New Roman" panose="02020603050405020304" pitchFamily="18" charset="0"/>
                <a:sym typeface="+mn-ea"/>
              </a:rPr>
              <a:t>1</a:t>
            </a:r>
            <a:r>
              <a:rPr kumimoji="0" lang="zh-CN" altLang="en-US" sz="2200" b="1" kern="0" dirty="0">
                <a:solidFill>
                  <a:schemeClr val="accent2">
                    <a:lumMod val="50000"/>
                  </a:schemeClr>
                </a:solidFill>
                <a:ea typeface="楷体" panose="02010609060101010101" charset="-122"/>
                <a:cs typeface="Times New Roman" panose="02020603050405020304" pitchFamily="18" charset="0"/>
                <a:sym typeface="+mn-ea"/>
              </a:rPr>
              <a:t>）技术领域：专利所述技术领域。</a:t>
            </a:r>
            <a:endParaRPr kumimoji="0" lang="zh-CN" altLang="en-US" sz="2200" b="1" kern="0" dirty="0">
              <a:solidFill>
                <a:schemeClr val="accent2">
                  <a:lumMod val="50000"/>
                </a:schemeClr>
              </a:solidFill>
              <a:ea typeface="楷体" panose="02010609060101010101" charset="-122"/>
              <a:cs typeface="Times New Roman" panose="02020603050405020304" pitchFamily="18" charset="0"/>
            </a:endParaRPr>
          </a:p>
          <a:p>
            <a:pPr eaLnBrk="1" fontAlgn="auto" hangingPunct="1">
              <a:spcBef>
                <a:spcPts val="0"/>
              </a:spcBef>
              <a:spcAft>
                <a:spcPts val="0"/>
              </a:spcAft>
              <a:buFont typeface="Wingdings" panose="05000000000000000000" charset="0"/>
              <a:buNone/>
              <a:defRPr/>
            </a:pPr>
            <a:r>
              <a:rPr kumimoji="0" lang="zh-CN" altLang="en-US" sz="2200" b="1" kern="0" dirty="0">
                <a:solidFill>
                  <a:schemeClr val="accent2">
                    <a:lumMod val="50000"/>
                  </a:schemeClr>
                </a:solidFill>
                <a:ea typeface="楷体" panose="02010609060101010101" charset="-122"/>
                <a:cs typeface="Times New Roman" panose="02020603050405020304" pitchFamily="18" charset="0"/>
                <a:sym typeface="+mn-ea"/>
              </a:rPr>
              <a:t>（</a:t>
            </a:r>
            <a:r>
              <a:rPr kumimoji="0" lang="en-US" altLang="zh-CN" sz="2200" b="1" kern="0" dirty="0">
                <a:solidFill>
                  <a:schemeClr val="accent2">
                    <a:lumMod val="50000"/>
                  </a:schemeClr>
                </a:solidFill>
                <a:ea typeface="楷体" panose="02010609060101010101" charset="-122"/>
                <a:cs typeface="Times New Roman" panose="02020603050405020304" pitchFamily="18" charset="0"/>
                <a:sym typeface="+mn-ea"/>
              </a:rPr>
              <a:t>2</a:t>
            </a:r>
            <a:r>
              <a:rPr kumimoji="0" lang="zh-CN" altLang="en-US" sz="2200" b="1" kern="0" dirty="0">
                <a:solidFill>
                  <a:schemeClr val="accent2">
                    <a:lumMod val="50000"/>
                  </a:schemeClr>
                </a:solidFill>
                <a:ea typeface="楷体" panose="02010609060101010101" charset="-122"/>
                <a:cs typeface="Times New Roman" panose="02020603050405020304" pitchFamily="18" charset="0"/>
                <a:sym typeface="+mn-ea"/>
              </a:rPr>
              <a:t>）背景技术：对专利的理论、检索、审查有用的背景技术。</a:t>
            </a:r>
            <a:endParaRPr kumimoji="0" lang="zh-CN" altLang="en-US" sz="2200" b="1" kern="0" dirty="0">
              <a:solidFill>
                <a:schemeClr val="accent2">
                  <a:lumMod val="50000"/>
                </a:schemeClr>
              </a:solidFill>
              <a:ea typeface="楷体" panose="02010609060101010101" charset="-122"/>
              <a:cs typeface="Times New Roman" panose="02020603050405020304" pitchFamily="18" charset="0"/>
            </a:endParaRPr>
          </a:p>
          <a:p>
            <a:pPr eaLnBrk="1" fontAlgn="auto" hangingPunct="1">
              <a:spcBef>
                <a:spcPts val="0"/>
              </a:spcBef>
              <a:spcAft>
                <a:spcPts val="0"/>
              </a:spcAft>
              <a:buFont typeface="Wingdings" panose="05000000000000000000" charset="0"/>
              <a:buNone/>
              <a:defRPr/>
            </a:pPr>
            <a:r>
              <a:rPr kumimoji="0" lang="zh-CN" altLang="en-US" sz="2200" b="1" kern="0" dirty="0">
                <a:solidFill>
                  <a:schemeClr val="accent2">
                    <a:lumMod val="50000"/>
                  </a:schemeClr>
                </a:solidFill>
                <a:ea typeface="楷体" panose="02010609060101010101" charset="-122"/>
                <a:cs typeface="Times New Roman" panose="02020603050405020304" pitchFamily="18" charset="0"/>
                <a:sym typeface="+mn-ea"/>
              </a:rPr>
              <a:t>（</a:t>
            </a:r>
            <a:r>
              <a:rPr kumimoji="0" lang="en-US" altLang="zh-CN" sz="2200" b="1" kern="0" dirty="0">
                <a:solidFill>
                  <a:schemeClr val="accent2">
                    <a:lumMod val="50000"/>
                  </a:schemeClr>
                </a:solidFill>
                <a:ea typeface="楷体" panose="02010609060101010101" charset="-122"/>
                <a:cs typeface="Times New Roman" panose="02020603050405020304" pitchFamily="18" charset="0"/>
                <a:sym typeface="+mn-ea"/>
              </a:rPr>
              <a:t>3</a:t>
            </a:r>
            <a:r>
              <a:rPr kumimoji="0" lang="zh-CN" altLang="en-US" sz="2200" b="1" kern="0" dirty="0">
                <a:solidFill>
                  <a:schemeClr val="accent2">
                    <a:lumMod val="50000"/>
                  </a:schemeClr>
                </a:solidFill>
                <a:ea typeface="楷体" panose="02010609060101010101" charset="-122"/>
                <a:cs typeface="Times New Roman" panose="02020603050405020304" pitchFamily="18" charset="0"/>
                <a:sym typeface="+mn-ea"/>
              </a:rPr>
              <a:t>）发明内容：专利所需要解决的技术问题，技术方案，及其有益效果。</a:t>
            </a:r>
            <a:endParaRPr kumimoji="0" lang="zh-CN" altLang="en-US" sz="2200" b="1" kern="0" dirty="0">
              <a:solidFill>
                <a:schemeClr val="accent2">
                  <a:lumMod val="50000"/>
                </a:schemeClr>
              </a:solidFill>
              <a:ea typeface="楷体" panose="02010609060101010101" charset="-122"/>
              <a:cs typeface="Times New Roman" panose="02020603050405020304" pitchFamily="18" charset="0"/>
            </a:endParaRPr>
          </a:p>
          <a:p>
            <a:pPr eaLnBrk="1" fontAlgn="auto" hangingPunct="1">
              <a:spcBef>
                <a:spcPts val="0"/>
              </a:spcBef>
              <a:spcAft>
                <a:spcPts val="0"/>
              </a:spcAft>
              <a:buFont typeface="Wingdings" panose="05000000000000000000" charset="0"/>
              <a:buNone/>
              <a:defRPr/>
            </a:pPr>
            <a:r>
              <a:rPr kumimoji="0" lang="zh-CN" altLang="en-US" sz="2200" b="1" kern="0" dirty="0">
                <a:solidFill>
                  <a:schemeClr val="accent2">
                    <a:lumMod val="50000"/>
                  </a:schemeClr>
                </a:solidFill>
                <a:ea typeface="楷体" panose="02010609060101010101" charset="-122"/>
                <a:cs typeface="Times New Roman" panose="02020603050405020304" pitchFamily="18" charset="0"/>
                <a:sym typeface="+mn-ea"/>
              </a:rPr>
              <a:t>（</a:t>
            </a:r>
            <a:r>
              <a:rPr kumimoji="0" lang="en-US" altLang="zh-CN" sz="2200" b="1" kern="0" dirty="0">
                <a:solidFill>
                  <a:schemeClr val="accent2">
                    <a:lumMod val="50000"/>
                  </a:schemeClr>
                </a:solidFill>
                <a:ea typeface="楷体" panose="02010609060101010101" charset="-122"/>
                <a:cs typeface="Times New Roman" panose="02020603050405020304" pitchFamily="18" charset="0"/>
                <a:sym typeface="+mn-ea"/>
              </a:rPr>
              <a:t>4</a:t>
            </a:r>
            <a:r>
              <a:rPr kumimoji="0" lang="zh-CN" altLang="en-US" sz="2200" b="1" kern="0" dirty="0">
                <a:solidFill>
                  <a:schemeClr val="accent2">
                    <a:lumMod val="50000"/>
                  </a:schemeClr>
                </a:solidFill>
                <a:ea typeface="楷体" panose="02010609060101010101" charset="-122"/>
                <a:cs typeface="Times New Roman" panose="02020603050405020304" pitchFamily="18" charset="0"/>
                <a:sym typeface="+mn-ea"/>
              </a:rPr>
              <a:t>）具体实施方法：实施该专利的优选方法。</a:t>
            </a:r>
            <a:endParaRPr kumimoji="0" lang="zh-CN" altLang="en-US" sz="2200" b="1" kern="0" dirty="0">
              <a:solidFill>
                <a:schemeClr val="accent2">
                  <a:lumMod val="50000"/>
                </a:schemeClr>
              </a:solidFill>
              <a:ea typeface="楷体" panose="02010609060101010101" charset="-122"/>
              <a:cs typeface="Times New Roman" panose="02020603050405020304" pitchFamily="18" charset="0"/>
            </a:endParaRPr>
          </a:p>
          <a:p>
            <a:pPr eaLnBrk="1" fontAlgn="auto" hangingPunct="1">
              <a:spcBef>
                <a:spcPts val="0"/>
              </a:spcBef>
              <a:spcAft>
                <a:spcPts val="0"/>
              </a:spcAft>
              <a:buFont typeface="Wingdings" panose="05000000000000000000" charset="0"/>
              <a:buNone/>
              <a:defRPr/>
            </a:pPr>
            <a:r>
              <a:rPr kumimoji="0" lang="zh-CN" altLang="en-US" sz="2200" b="1" kern="0" dirty="0">
                <a:solidFill>
                  <a:schemeClr val="accent2">
                    <a:lumMod val="50000"/>
                  </a:schemeClr>
                </a:solidFill>
                <a:ea typeface="楷体" panose="02010609060101010101" charset="-122"/>
                <a:cs typeface="Times New Roman" panose="02020603050405020304" pitchFamily="18" charset="0"/>
                <a:sym typeface="+mn-ea"/>
              </a:rPr>
              <a:t>（</a:t>
            </a:r>
            <a:r>
              <a:rPr kumimoji="0" lang="en-US" altLang="zh-CN" sz="2200" b="1" kern="0" dirty="0">
                <a:solidFill>
                  <a:schemeClr val="accent2">
                    <a:lumMod val="50000"/>
                  </a:schemeClr>
                </a:solidFill>
                <a:ea typeface="楷体" panose="02010609060101010101" charset="-122"/>
                <a:cs typeface="Times New Roman" panose="02020603050405020304" pitchFamily="18" charset="0"/>
                <a:sym typeface="+mn-ea"/>
              </a:rPr>
              <a:t>5</a:t>
            </a:r>
            <a:r>
              <a:rPr kumimoji="0" lang="zh-CN" altLang="en-US" sz="2200" b="1" kern="0" dirty="0">
                <a:solidFill>
                  <a:schemeClr val="accent2">
                    <a:lumMod val="50000"/>
                  </a:schemeClr>
                </a:solidFill>
                <a:ea typeface="楷体" panose="02010609060101010101" charset="-122"/>
                <a:cs typeface="Times New Roman" panose="02020603050405020304" pitchFamily="18" charset="0"/>
                <a:sym typeface="+mn-ea"/>
              </a:rPr>
              <a:t>）说明书中附图的简要介绍。</a:t>
            </a:r>
            <a:endParaRPr kumimoji="0" lang="zh-CN" altLang="en-US" sz="2200" b="1" kern="0" dirty="0">
              <a:solidFill>
                <a:schemeClr val="accent2">
                  <a:lumMod val="50000"/>
                </a:schemeClr>
              </a:solidFill>
              <a:ea typeface="楷体" panose="02010609060101010101" charset="-122"/>
              <a:cs typeface="Times New Roman" panose="02020603050405020304" pitchFamily="18" charset="0"/>
            </a:endParaRPr>
          </a:p>
          <a:p>
            <a:pPr eaLnBrk="1" fontAlgn="auto" hangingPunct="1">
              <a:spcBef>
                <a:spcPts val="0"/>
              </a:spcBef>
              <a:spcAft>
                <a:spcPts val="0"/>
              </a:spcAft>
              <a:defRPr/>
            </a:pPr>
            <a:endParaRPr kumimoji="0" lang="zh-CN" altLang="en-US" sz="2200" kern="0" dirty="0">
              <a:solidFill>
                <a:schemeClr val="accent2">
                  <a:lumMod val="50000"/>
                </a:schemeClr>
              </a:solidFill>
            </a:endParaRPr>
          </a:p>
        </p:txBody>
      </p:sp>
      <p:sp>
        <p:nvSpPr>
          <p:cNvPr id="4" name="标题 2">
            <a:extLst>
              <a:ext uri="{FF2B5EF4-FFF2-40B4-BE49-F238E27FC236}">
                <a16:creationId xmlns:a16="http://schemas.microsoft.com/office/drawing/2014/main" id="{39FA50F1-3979-4519-D6BA-4133AFA90F7E}"/>
              </a:ext>
            </a:extLst>
          </p:cNvPr>
          <p:cNvSpPr>
            <a:spLocks noGrp="1"/>
          </p:cNvSpPr>
          <p:nvPr>
            <p:ph type="title"/>
          </p:nvPr>
        </p:nvSpPr>
        <p:spPr>
          <a:xfrm>
            <a:off x="502411" y="325127"/>
            <a:ext cx="8139178" cy="504825"/>
          </a:xfrm>
        </p:spPr>
        <p:txBody>
          <a:bodyPr/>
          <a:lstStyle/>
          <a:p>
            <a:r>
              <a:rPr lang="zh-CN" altLang="en-US" sz="2400" dirty="0"/>
              <a:t>专利写作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500"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灯片编号占位符 5"/>
          <p:cNvSpPr>
            <a:spLocks noGrp="1"/>
          </p:cNvSpPr>
          <p:nvPr>
            <p:ph type="sldNum" sz="quarter" idx="12"/>
          </p:nvPr>
        </p:nvSpPr>
        <p:spPr>
          <a:xfrm>
            <a:off x="8459788" y="6381750"/>
            <a:ext cx="576262"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FEAF0370-E2F5-4DE7-AEB1-BFB7DF73E2B0}" type="slidenum">
              <a:rPr kumimoji="0" lang="en-US" altLang="zh-CN" sz="2000" smtClean="0"/>
              <a:t>22</a:t>
            </a:fld>
            <a:endParaRPr kumimoji="0" lang="en-US" altLang="zh-CN" sz="2000"/>
          </a:p>
        </p:txBody>
      </p:sp>
      <p:sp>
        <p:nvSpPr>
          <p:cNvPr id="12" name="矩形 4"/>
          <p:cNvSpPr>
            <a:spLocks noChangeArrowheads="1"/>
          </p:cNvSpPr>
          <p:nvPr/>
        </p:nvSpPr>
        <p:spPr bwMode="auto">
          <a:xfrm>
            <a:off x="1031351" y="1052736"/>
            <a:ext cx="7428437" cy="16080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marL="457200" indent="-457200">
              <a:buFont typeface="Wingdings" panose="05000000000000000000" pitchFamily="2" charset="2"/>
              <a:buChar char="Ø"/>
            </a:pPr>
            <a:r>
              <a:rPr lang="zh-CN" altLang="en-US" sz="3200" b="1" dirty="0">
                <a:solidFill>
                  <a:schemeClr val="accent2">
                    <a:lumMod val="50000"/>
                  </a:schemeClr>
                </a:solidFill>
                <a:latin typeface="华文楷体" panose="02010600040101010101" pitchFamily="2" charset="-122"/>
                <a:ea typeface="华文楷体" panose="02010600040101010101" pitchFamily="2" charset="-122"/>
              </a:rPr>
              <a:t>说明书摘要：</a:t>
            </a:r>
          </a:p>
          <a:p>
            <a:pPr>
              <a:buNone/>
            </a:pPr>
            <a:r>
              <a:rPr lang="zh-CN" altLang="en-US" sz="2400" b="1" dirty="0">
                <a:solidFill>
                  <a:schemeClr val="accent2">
                    <a:lumMod val="50000"/>
                  </a:schemeClr>
                </a:solidFill>
                <a:latin typeface="宋体" panose="02010600030101010101" pitchFamily="2" charset="-122"/>
              </a:rPr>
              <a:t>    </a:t>
            </a:r>
            <a:r>
              <a:rPr lang="zh-CN" altLang="en-US" sz="2200" b="1" dirty="0">
                <a:solidFill>
                  <a:schemeClr val="accent2">
                    <a:lumMod val="50000"/>
                  </a:schemeClr>
                </a:solidFill>
                <a:latin typeface="华文楷体" panose="02010600040101010101" pitchFamily="2" charset="-122"/>
                <a:ea typeface="华文楷体" panose="02010600040101010101" pitchFamily="2" charset="-122"/>
              </a:rPr>
              <a:t>摘要是发明或实用新型内容的简要概括。其目的是方便公众对专利文献进行检索，方便专业人员及时了解本行业的技术概况。摘要本身不具备法律效力。</a:t>
            </a:r>
          </a:p>
        </p:txBody>
      </p:sp>
      <p:sp>
        <p:nvSpPr>
          <p:cNvPr id="13" name="矩形 4"/>
          <p:cNvSpPr>
            <a:spLocks noChangeArrowheads="1"/>
          </p:cNvSpPr>
          <p:nvPr/>
        </p:nvSpPr>
        <p:spPr bwMode="auto">
          <a:xfrm>
            <a:off x="1200840" y="2666103"/>
            <a:ext cx="7089458" cy="3914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marL="342900" indent="-342900"/>
            <a:r>
              <a:rPr lang="zh-CN" altLang="en-US" b="1" dirty="0">
                <a:solidFill>
                  <a:schemeClr val="accent2">
                    <a:lumMod val="50000"/>
                  </a:schemeClr>
                </a:solidFill>
                <a:latin typeface="华文楷体" panose="02010600040101010101" pitchFamily="2" charset="-122"/>
                <a:ea typeface="华文楷体" panose="02010600040101010101" pitchFamily="2" charset="-122"/>
              </a:rPr>
              <a:t>说明书摘要要求：</a:t>
            </a:r>
          </a:p>
          <a:p>
            <a:pPr>
              <a:buNone/>
            </a:pPr>
            <a:r>
              <a:rPr lang="en-US" altLang="zh-CN" sz="2200" b="1" dirty="0">
                <a:solidFill>
                  <a:schemeClr val="accent1">
                    <a:lumMod val="50000"/>
                  </a:schemeClr>
                </a:solidFill>
                <a:latin typeface="华文楷体" panose="02010600040101010101" pitchFamily="2" charset="-122"/>
                <a:ea typeface="华文楷体" panose="02010600040101010101" pitchFamily="2" charset="-122"/>
              </a:rPr>
              <a:t>    </a:t>
            </a:r>
            <a:r>
              <a:rPr lang="en-US" altLang="zh-CN" sz="2200" b="1" dirty="0">
                <a:solidFill>
                  <a:schemeClr val="accent2">
                    <a:lumMod val="50000"/>
                  </a:schemeClr>
                </a:solidFill>
                <a:latin typeface="华文楷体" panose="02010600040101010101" pitchFamily="2" charset="-122"/>
                <a:ea typeface="华文楷体" panose="02010600040101010101" pitchFamily="2" charset="-122"/>
              </a:rPr>
              <a:t>1</a:t>
            </a:r>
            <a:r>
              <a:rPr lang="zh-CN" altLang="en-US" sz="2200" b="1" dirty="0">
                <a:solidFill>
                  <a:schemeClr val="accent2">
                    <a:lumMod val="50000"/>
                  </a:schemeClr>
                </a:solidFill>
                <a:latin typeface="华文楷体" panose="02010600040101010101" pitchFamily="2" charset="-122"/>
                <a:ea typeface="华文楷体" panose="02010600040101010101" pitchFamily="2" charset="-122"/>
              </a:rPr>
              <a:t>、摘要应当写明发明的</a:t>
            </a:r>
            <a:r>
              <a:rPr lang="zh-CN" altLang="en-US" sz="2200" b="1" dirty="0">
                <a:solidFill>
                  <a:srgbClr val="FF0000"/>
                </a:solidFill>
                <a:latin typeface="华文楷体" panose="02010600040101010101" pitchFamily="2" charset="-122"/>
                <a:ea typeface="华文楷体" panose="02010600040101010101" pitchFamily="2" charset="-122"/>
              </a:rPr>
              <a:t>名称</a:t>
            </a:r>
            <a:r>
              <a:rPr lang="zh-CN" altLang="en-US" sz="2200" b="1" dirty="0">
                <a:solidFill>
                  <a:schemeClr val="accent2">
                    <a:lumMod val="50000"/>
                  </a:schemeClr>
                </a:solidFill>
                <a:latin typeface="华文楷体" panose="02010600040101010101" pitchFamily="2" charset="-122"/>
                <a:ea typeface="华文楷体" panose="02010600040101010101" pitchFamily="2" charset="-122"/>
              </a:rPr>
              <a:t>、所属的</a:t>
            </a:r>
            <a:r>
              <a:rPr lang="zh-CN" altLang="en-US" sz="2200" b="1" dirty="0">
                <a:solidFill>
                  <a:srgbClr val="FF0000"/>
                </a:solidFill>
                <a:latin typeface="华文楷体" panose="02010600040101010101" pitchFamily="2" charset="-122"/>
                <a:ea typeface="华文楷体" panose="02010600040101010101" pitchFamily="2" charset="-122"/>
              </a:rPr>
              <a:t>技术领域</a:t>
            </a:r>
            <a:r>
              <a:rPr lang="zh-CN" altLang="en-US" sz="2200" b="1" dirty="0">
                <a:solidFill>
                  <a:schemeClr val="bg1"/>
                </a:solidFill>
                <a:latin typeface="华文楷体" panose="02010600040101010101" pitchFamily="2" charset="-122"/>
                <a:ea typeface="华文楷体" panose="02010600040101010101" pitchFamily="2" charset="-122"/>
              </a:rPr>
              <a:t>、要解决的</a:t>
            </a:r>
            <a:r>
              <a:rPr lang="zh-CN" altLang="en-US" sz="2200" b="1" dirty="0">
                <a:solidFill>
                  <a:srgbClr val="FF0000"/>
                </a:solidFill>
                <a:latin typeface="华文楷体" panose="02010600040101010101" pitchFamily="2" charset="-122"/>
                <a:ea typeface="华文楷体" panose="02010600040101010101" pitchFamily="2" charset="-122"/>
              </a:rPr>
              <a:t>技术问题、主要技术特征和用途</a:t>
            </a:r>
            <a:r>
              <a:rPr lang="zh-CN" altLang="en-US" sz="2200" b="1" dirty="0">
                <a:solidFill>
                  <a:schemeClr val="accent2">
                    <a:lumMod val="50000"/>
                  </a:schemeClr>
                </a:solidFill>
                <a:latin typeface="华文楷体" panose="02010600040101010101" pitchFamily="2" charset="-122"/>
                <a:ea typeface="华文楷体" panose="02010600040101010101" pitchFamily="2" charset="-122"/>
              </a:rPr>
              <a:t>。不得出现商业性宣传用语或过多的优点描述。</a:t>
            </a:r>
          </a:p>
          <a:p>
            <a:pPr>
              <a:buNone/>
            </a:pPr>
            <a:r>
              <a:rPr lang="en-US" altLang="zh-CN" sz="2200" b="1" dirty="0">
                <a:solidFill>
                  <a:schemeClr val="accent2">
                    <a:lumMod val="50000"/>
                  </a:schemeClr>
                </a:solidFill>
                <a:latin typeface="华文楷体" panose="02010600040101010101" pitchFamily="2" charset="-122"/>
                <a:ea typeface="华文楷体" panose="02010600040101010101" pitchFamily="2" charset="-122"/>
              </a:rPr>
              <a:t>    2</a:t>
            </a:r>
            <a:r>
              <a:rPr lang="zh-CN" altLang="en-US" sz="2200" b="1" dirty="0">
                <a:solidFill>
                  <a:schemeClr val="accent2">
                    <a:lumMod val="50000"/>
                  </a:schemeClr>
                </a:solidFill>
                <a:latin typeface="华文楷体" panose="02010600040101010101" pitchFamily="2" charset="-122"/>
                <a:ea typeface="华文楷体" panose="02010600040101010101" pitchFamily="2" charset="-122"/>
              </a:rPr>
              <a:t>、摘要中可以包含有最能说明发明创造技术特征的数学式或化学式。发明创造有附图的，应当指定并提交一幅最能说明发明创造技术特征的图，画在摘要附图表格上，作为</a:t>
            </a:r>
            <a:r>
              <a:rPr lang="zh-CN" altLang="en-US" sz="2200" b="1" dirty="0">
                <a:solidFill>
                  <a:srgbClr val="FF0000"/>
                </a:solidFill>
                <a:latin typeface="华文楷体" panose="02010600040101010101" pitchFamily="2" charset="-122"/>
                <a:ea typeface="华文楷体" panose="02010600040101010101" pitchFamily="2" charset="-122"/>
              </a:rPr>
              <a:t>摘要附图</a:t>
            </a:r>
            <a:r>
              <a:rPr lang="zh-CN" altLang="en-US" sz="2200" b="1" dirty="0">
                <a:solidFill>
                  <a:schemeClr val="accent2">
                    <a:lumMod val="50000"/>
                  </a:schemeClr>
                </a:solidFill>
                <a:latin typeface="华文楷体" panose="02010600040101010101" pitchFamily="2" charset="-122"/>
                <a:ea typeface="华文楷体" panose="02010600040101010101" pitchFamily="2" charset="-122"/>
              </a:rPr>
              <a:t>。</a:t>
            </a:r>
          </a:p>
          <a:p>
            <a:pPr>
              <a:buNone/>
            </a:pPr>
            <a:r>
              <a:rPr lang="en-US" altLang="zh-CN" sz="2200" b="1" dirty="0">
                <a:solidFill>
                  <a:schemeClr val="accent2">
                    <a:lumMod val="50000"/>
                  </a:schemeClr>
                </a:solidFill>
                <a:latin typeface="华文楷体" panose="02010600040101010101" pitchFamily="2" charset="-122"/>
                <a:ea typeface="华文楷体" panose="02010600040101010101" pitchFamily="2" charset="-122"/>
              </a:rPr>
              <a:t>    3</a:t>
            </a:r>
            <a:r>
              <a:rPr lang="zh-CN" altLang="en-US" sz="2200" b="1" dirty="0">
                <a:solidFill>
                  <a:schemeClr val="accent2">
                    <a:lumMod val="50000"/>
                  </a:schemeClr>
                </a:solidFill>
                <a:latin typeface="华文楷体" panose="02010600040101010101" pitchFamily="2" charset="-122"/>
                <a:ea typeface="华文楷体" panose="02010600040101010101" pitchFamily="2" charset="-122"/>
              </a:rPr>
              <a:t>、除非经审查员同意，摘要的文字部分一般不得超过</a:t>
            </a:r>
            <a:r>
              <a:rPr lang="en-US" altLang="zh-CN" sz="2200" b="1" dirty="0">
                <a:solidFill>
                  <a:srgbClr val="FF0000"/>
                </a:solidFill>
                <a:latin typeface="华文楷体" panose="02010600040101010101" pitchFamily="2" charset="-122"/>
                <a:ea typeface="华文楷体" panose="02010600040101010101" pitchFamily="2" charset="-122"/>
              </a:rPr>
              <a:t>300</a:t>
            </a:r>
            <a:r>
              <a:rPr lang="zh-CN" altLang="en-US" sz="2200" b="1" dirty="0">
                <a:solidFill>
                  <a:srgbClr val="FF0000"/>
                </a:solidFill>
                <a:latin typeface="华文楷体" panose="02010600040101010101" pitchFamily="2" charset="-122"/>
                <a:ea typeface="华文楷体" panose="02010600040101010101" pitchFamily="2" charset="-122"/>
              </a:rPr>
              <a:t>个字</a:t>
            </a:r>
            <a:r>
              <a:rPr lang="zh-CN" altLang="en-US" sz="2200" b="1" dirty="0">
                <a:solidFill>
                  <a:schemeClr val="accent2">
                    <a:lumMod val="50000"/>
                  </a:schemeClr>
                </a:solidFill>
                <a:latin typeface="华文楷体" panose="02010600040101010101" pitchFamily="2" charset="-122"/>
                <a:ea typeface="华文楷体" panose="02010600040101010101" pitchFamily="2" charset="-122"/>
              </a:rPr>
              <a:t>和清晰。摘要附图的大小度要保证在其缩小到</a:t>
            </a:r>
            <a:r>
              <a:rPr lang="en-US" altLang="zh-CN" sz="2200" b="1" dirty="0">
                <a:solidFill>
                  <a:schemeClr val="accent2">
                    <a:lumMod val="50000"/>
                  </a:schemeClr>
                </a:solidFill>
                <a:latin typeface="华文楷体" panose="02010600040101010101" pitchFamily="2" charset="-122"/>
                <a:ea typeface="华文楷体" panose="02010600040101010101" pitchFamily="2" charset="-122"/>
              </a:rPr>
              <a:t>4</a:t>
            </a:r>
            <a:r>
              <a:rPr lang="zh-CN" altLang="en-US" sz="2200" b="1" dirty="0">
                <a:solidFill>
                  <a:schemeClr val="accent2">
                    <a:lumMod val="50000"/>
                  </a:schemeClr>
                </a:solidFill>
                <a:latin typeface="华文楷体" panose="02010600040101010101" pitchFamily="2" charset="-122"/>
                <a:ea typeface="华文楷体" panose="02010600040101010101" pitchFamily="2" charset="-122"/>
              </a:rPr>
              <a:t>厘米时仍能清楚地分辨出图中的细节。</a:t>
            </a:r>
          </a:p>
        </p:txBody>
      </p:sp>
      <p:sp>
        <p:nvSpPr>
          <p:cNvPr id="4" name="标题 2">
            <a:extLst>
              <a:ext uri="{FF2B5EF4-FFF2-40B4-BE49-F238E27FC236}">
                <a16:creationId xmlns:a16="http://schemas.microsoft.com/office/drawing/2014/main" id="{B7BFBAD7-91EF-208F-D5DE-FFB303001AD6}"/>
              </a:ext>
            </a:extLst>
          </p:cNvPr>
          <p:cNvSpPr>
            <a:spLocks noGrp="1"/>
          </p:cNvSpPr>
          <p:nvPr>
            <p:ph type="title"/>
          </p:nvPr>
        </p:nvSpPr>
        <p:spPr>
          <a:xfrm>
            <a:off x="502411" y="325127"/>
            <a:ext cx="8139178" cy="504825"/>
          </a:xfrm>
        </p:spPr>
        <p:txBody>
          <a:bodyPr/>
          <a:lstStyle/>
          <a:p>
            <a:r>
              <a:rPr lang="zh-CN" altLang="en-US" sz="2400" dirty="0"/>
              <a:t>专利写作</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a:defRPr/>
            </a:pPr>
            <a:fld id="{77F8EA99-4C44-45B3-9C7D-4DD52C7DC4EC}" type="slidenum">
              <a:rPr lang="en-US" altLang="zh-CN" smtClean="0"/>
              <a:t>23</a:t>
            </a:fld>
            <a:endParaRPr lang="en-US" altLang="zh-CN"/>
          </a:p>
        </p:txBody>
      </p:sp>
      <p:pic>
        <p:nvPicPr>
          <p:cNvPr id="4" name="图片 3"/>
          <p:cNvPicPr>
            <a:picLocks noChangeAspect="1"/>
          </p:cNvPicPr>
          <p:nvPr/>
        </p:nvPicPr>
        <p:blipFill>
          <a:blip r:embed="rId2"/>
          <a:stretch>
            <a:fillRect/>
          </a:stretch>
        </p:blipFill>
        <p:spPr>
          <a:xfrm>
            <a:off x="2679894" y="1812387"/>
            <a:ext cx="6096953" cy="1946434"/>
          </a:xfrm>
          <a:prstGeom prst="rect">
            <a:avLst/>
          </a:prstGeom>
          <a:ln>
            <a:solidFill>
              <a:srgbClr val="002060"/>
            </a:solidFill>
          </a:ln>
        </p:spPr>
      </p:pic>
      <p:sp>
        <p:nvSpPr>
          <p:cNvPr id="5" name="文本框 4"/>
          <p:cNvSpPr txBox="1"/>
          <p:nvPr/>
        </p:nvSpPr>
        <p:spPr>
          <a:xfrm>
            <a:off x="792599" y="1124744"/>
            <a:ext cx="2051209" cy="2203360"/>
          </a:xfrm>
          <a:prstGeom prst="rect">
            <a:avLst/>
          </a:prstGeom>
          <a:noFill/>
        </p:spPr>
        <p:txBody>
          <a:bodyPr wrap="square" rtlCol="0">
            <a:spAutoFit/>
          </a:bodyPr>
          <a:lstStyle/>
          <a:p>
            <a:pPr>
              <a:lnSpc>
                <a:spcPct val="130000"/>
              </a:lnSpc>
            </a:pPr>
            <a:r>
              <a:rPr lang="zh-CN" altLang="en-US" sz="2700" b="1" dirty="0">
                <a:solidFill>
                  <a:srgbClr val="002060"/>
                </a:solidFill>
                <a:latin typeface="华文楷体" panose="02010600040101010101" pitchFamily="2" charset="-122"/>
                <a:ea typeface="华文楷体" panose="02010600040101010101" pitchFamily="2" charset="-122"/>
                <a:sym typeface="+mn-ea"/>
              </a:rPr>
              <a:t>发明名称</a:t>
            </a:r>
          </a:p>
          <a:p>
            <a:pPr>
              <a:lnSpc>
                <a:spcPct val="130000"/>
              </a:lnSpc>
            </a:pPr>
            <a:r>
              <a:rPr lang="zh-CN" altLang="en-US" sz="2700" b="1" dirty="0">
                <a:solidFill>
                  <a:srgbClr val="002060"/>
                </a:solidFill>
                <a:latin typeface="华文楷体" panose="02010600040101010101" pitchFamily="2" charset="-122"/>
                <a:ea typeface="华文楷体" panose="02010600040101010101" pitchFamily="2" charset="-122"/>
                <a:sym typeface="+mn-ea"/>
              </a:rPr>
              <a:t>技术领域</a:t>
            </a:r>
          </a:p>
          <a:p>
            <a:pPr>
              <a:lnSpc>
                <a:spcPct val="130000"/>
              </a:lnSpc>
            </a:pPr>
            <a:r>
              <a:rPr lang="zh-CN" altLang="en-US" sz="2700" b="1" dirty="0">
                <a:solidFill>
                  <a:srgbClr val="002060"/>
                </a:solidFill>
                <a:latin typeface="华文楷体" panose="02010600040101010101" pitchFamily="2" charset="-122"/>
                <a:ea typeface="华文楷体" panose="02010600040101010101" pitchFamily="2" charset="-122"/>
                <a:sym typeface="+mn-ea"/>
              </a:rPr>
              <a:t>技术特征</a:t>
            </a:r>
          </a:p>
          <a:p>
            <a:pPr>
              <a:lnSpc>
                <a:spcPct val="130000"/>
              </a:lnSpc>
            </a:pPr>
            <a:r>
              <a:rPr lang="zh-CN" altLang="en-US" sz="2700" b="1" dirty="0">
                <a:solidFill>
                  <a:srgbClr val="002060"/>
                </a:solidFill>
                <a:latin typeface="华文楷体" panose="02010600040101010101" pitchFamily="2" charset="-122"/>
                <a:ea typeface="华文楷体" panose="02010600040101010101" pitchFamily="2" charset="-122"/>
                <a:sym typeface="+mn-ea"/>
              </a:rPr>
              <a:t>发明优点</a:t>
            </a:r>
          </a:p>
        </p:txBody>
      </p:sp>
      <p:sp>
        <p:nvSpPr>
          <p:cNvPr id="6" name="矩形 5"/>
          <p:cNvSpPr/>
          <p:nvPr/>
        </p:nvSpPr>
        <p:spPr>
          <a:xfrm>
            <a:off x="7480970" y="2245355"/>
            <a:ext cx="1333976" cy="390525"/>
          </a:xfrm>
          <a:prstGeom prst="rect">
            <a:avLst/>
          </a:prstGeom>
          <a:noFill/>
          <a:ln w="38100">
            <a:solidFill>
              <a:srgbClr val="00206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accent2">
                  <a:lumMod val="50000"/>
                </a:schemeClr>
              </a:solidFill>
            </a:endParaRPr>
          </a:p>
        </p:txBody>
      </p:sp>
      <p:sp>
        <p:nvSpPr>
          <p:cNvPr id="7" name="矩形 6"/>
          <p:cNvSpPr/>
          <p:nvPr/>
        </p:nvSpPr>
        <p:spPr>
          <a:xfrm>
            <a:off x="3766220" y="2245355"/>
            <a:ext cx="1333976" cy="323850"/>
          </a:xfrm>
          <a:prstGeom prst="rect">
            <a:avLst/>
          </a:prstGeom>
          <a:noFill/>
          <a:ln w="38100">
            <a:solidFill>
              <a:srgbClr val="00206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002060"/>
              </a:solidFill>
            </a:endParaRPr>
          </a:p>
        </p:txBody>
      </p:sp>
      <p:sp>
        <p:nvSpPr>
          <p:cNvPr id="8" name="矩形 7"/>
          <p:cNvSpPr/>
          <p:nvPr/>
        </p:nvSpPr>
        <p:spPr>
          <a:xfrm>
            <a:off x="2717994" y="3435980"/>
            <a:ext cx="1886426" cy="390525"/>
          </a:xfrm>
          <a:prstGeom prst="rect">
            <a:avLst/>
          </a:prstGeom>
          <a:noFill/>
          <a:ln w="38100">
            <a:solidFill>
              <a:srgbClr val="00206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accent2">
                  <a:lumMod val="50000"/>
                </a:schemeClr>
              </a:solidFill>
            </a:endParaRPr>
          </a:p>
        </p:txBody>
      </p:sp>
      <p:sp>
        <p:nvSpPr>
          <p:cNvPr id="9" name="矩形 8"/>
          <p:cNvSpPr/>
          <p:nvPr/>
        </p:nvSpPr>
        <p:spPr>
          <a:xfrm>
            <a:off x="4222944" y="2617307"/>
            <a:ext cx="1619726" cy="280511"/>
          </a:xfrm>
          <a:prstGeom prst="rect">
            <a:avLst/>
          </a:prstGeom>
          <a:noFill/>
          <a:ln w="38100">
            <a:solidFill>
              <a:srgbClr val="00206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accent2">
                  <a:lumMod val="50000"/>
                </a:schemeClr>
              </a:solidFill>
            </a:endParaRPr>
          </a:p>
        </p:txBody>
      </p:sp>
      <p:cxnSp>
        <p:nvCxnSpPr>
          <p:cNvPr id="10" name="直接连接符 9"/>
          <p:cNvCxnSpPr>
            <a:endCxn id="7" idx="1"/>
          </p:cNvCxnSpPr>
          <p:nvPr/>
        </p:nvCxnSpPr>
        <p:spPr>
          <a:xfrm>
            <a:off x="2144589" y="2077239"/>
            <a:ext cx="1621631" cy="330041"/>
          </a:xfrm>
          <a:prstGeom prst="line">
            <a:avLst/>
          </a:prstGeom>
          <a:solidFill>
            <a:schemeClr val="accent1"/>
          </a:solidFill>
          <a:ln w="12700">
            <a:solidFill>
              <a:srgbClr val="002060"/>
            </a:solidFill>
          </a:ln>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rot="16380000" flipV="1">
            <a:off x="3710975" y="2380134"/>
            <a:ext cx="53340" cy="5381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solidFill>
                <a:schemeClr val="accent2">
                  <a:lumMod val="50000"/>
                </a:schemeClr>
              </a:solidFill>
            </a:endParaRPr>
          </a:p>
        </p:txBody>
      </p:sp>
      <p:cxnSp>
        <p:nvCxnSpPr>
          <p:cNvPr id="12" name="直接连接符 11"/>
          <p:cNvCxnSpPr>
            <a:endCxn id="13" idx="4"/>
          </p:cNvCxnSpPr>
          <p:nvPr/>
        </p:nvCxnSpPr>
        <p:spPr>
          <a:xfrm>
            <a:off x="2151732" y="1484784"/>
            <a:ext cx="5273993" cy="949166"/>
          </a:xfrm>
          <a:prstGeom prst="line">
            <a:avLst/>
          </a:prstGeom>
          <a:solidFill>
            <a:schemeClr val="accent1"/>
          </a:solidFill>
          <a:ln w="12700">
            <a:solidFill>
              <a:srgbClr val="002060"/>
            </a:solidFill>
          </a:ln>
        </p:spPr>
        <p:style>
          <a:lnRef idx="1">
            <a:schemeClr val="accent1"/>
          </a:lnRef>
          <a:fillRef idx="0">
            <a:schemeClr val="accent1"/>
          </a:fillRef>
          <a:effectRef idx="0">
            <a:schemeClr val="accent1"/>
          </a:effectRef>
          <a:fontRef idx="minor">
            <a:schemeClr val="tx1"/>
          </a:fontRef>
        </p:style>
      </p:cxnSp>
      <p:sp>
        <p:nvSpPr>
          <p:cNvPr id="13" name="椭圆 12"/>
          <p:cNvSpPr/>
          <p:nvPr/>
        </p:nvSpPr>
        <p:spPr>
          <a:xfrm rot="16380000" flipV="1">
            <a:off x="7425725" y="2408233"/>
            <a:ext cx="53340" cy="5381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solidFill>
                <a:schemeClr val="accent2">
                  <a:lumMod val="50000"/>
                </a:schemeClr>
              </a:solidFill>
            </a:endParaRPr>
          </a:p>
        </p:txBody>
      </p:sp>
      <p:cxnSp>
        <p:nvCxnSpPr>
          <p:cNvPr id="14" name="直接连接符 13"/>
          <p:cNvCxnSpPr>
            <a:endCxn id="9" idx="1"/>
          </p:cNvCxnSpPr>
          <p:nvPr/>
        </p:nvCxnSpPr>
        <p:spPr>
          <a:xfrm>
            <a:off x="2151733" y="2582540"/>
            <a:ext cx="2071211" cy="175260"/>
          </a:xfrm>
          <a:prstGeom prst="line">
            <a:avLst/>
          </a:prstGeom>
          <a:solidFill>
            <a:schemeClr val="accent1"/>
          </a:solidFill>
          <a:ln w="12700">
            <a:solidFill>
              <a:srgbClr val="002060"/>
            </a:solidFill>
          </a:ln>
        </p:spPr>
        <p:style>
          <a:lnRef idx="1">
            <a:schemeClr val="accent1"/>
          </a:lnRef>
          <a:fillRef idx="0">
            <a:schemeClr val="accent1"/>
          </a:fillRef>
          <a:effectRef idx="0">
            <a:schemeClr val="accent1"/>
          </a:effectRef>
          <a:fontRef idx="minor">
            <a:schemeClr val="tx1"/>
          </a:fontRef>
        </p:style>
      </p:cxnSp>
      <p:sp>
        <p:nvSpPr>
          <p:cNvPr id="15" name="椭圆 14"/>
          <p:cNvSpPr/>
          <p:nvPr/>
        </p:nvSpPr>
        <p:spPr>
          <a:xfrm rot="16380000" flipV="1">
            <a:off x="4167699" y="2730654"/>
            <a:ext cx="53340" cy="5381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solidFill>
                <a:schemeClr val="accent2">
                  <a:lumMod val="50000"/>
                </a:schemeClr>
              </a:solidFill>
            </a:endParaRPr>
          </a:p>
        </p:txBody>
      </p:sp>
      <p:cxnSp>
        <p:nvCxnSpPr>
          <p:cNvPr id="16" name="直接连接符 15"/>
          <p:cNvCxnSpPr>
            <a:endCxn id="8" idx="1"/>
          </p:cNvCxnSpPr>
          <p:nvPr/>
        </p:nvCxnSpPr>
        <p:spPr>
          <a:xfrm>
            <a:off x="2051720" y="3170709"/>
            <a:ext cx="666274" cy="460534"/>
          </a:xfrm>
          <a:prstGeom prst="line">
            <a:avLst/>
          </a:prstGeom>
          <a:solidFill>
            <a:schemeClr val="accent1"/>
          </a:solidFill>
          <a:ln w="12700">
            <a:solidFill>
              <a:srgbClr val="002060"/>
            </a:solidFill>
          </a:ln>
        </p:spPr>
        <p:style>
          <a:lnRef idx="1">
            <a:schemeClr val="accent1"/>
          </a:lnRef>
          <a:fillRef idx="0">
            <a:schemeClr val="accent1"/>
          </a:fillRef>
          <a:effectRef idx="0">
            <a:schemeClr val="accent1"/>
          </a:effectRef>
          <a:fontRef idx="minor">
            <a:schemeClr val="tx1"/>
          </a:fontRef>
        </p:style>
      </p:cxnSp>
      <p:sp>
        <p:nvSpPr>
          <p:cNvPr id="17" name="椭圆 16"/>
          <p:cNvSpPr/>
          <p:nvPr/>
        </p:nvSpPr>
        <p:spPr>
          <a:xfrm rot="16380000" flipV="1">
            <a:off x="2662749" y="3585047"/>
            <a:ext cx="53340" cy="5381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solidFill>
                <a:schemeClr val="accent2">
                  <a:lumMod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ppt_x"/>
                                          </p:val>
                                        </p:tav>
                                        <p:tav tm="100000">
                                          <p:val>
                                            <p:strVal val="#ppt_x"/>
                                          </p:val>
                                        </p:tav>
                                      </p:tavLst>
                                    </p:anim>
                                    <p:anim calcmode="lin" valueType="num">
                                      <p:cBhvr additive="base">
                                        <p:cTn id="24" dur="500" fill="hold"/>
                                        <p:tgtEl>
                                          <p:spTgt spid="11"/>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ppt_x"/>
                                          </p:val>
                                        </p:tav>
                                        <p:tav tm="100000">
                                          <p:val>
                                            <p:strVal val="#ppt_x"/>
                                          </p:val>
                                        </p:tav>
                                      </p:tavLst>
                                    </p:anim>
                                    <p:anim calcmode="lin" valueType="num">
                                      <p:cBhvr additive="base">
                                        <p:cTn id="28" dur="500" fill="hold"/>
                                        <p:tgtEl>
                                          <p:spTgt spid="12"/>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500" fill="hold"/>
                                        <p:tgtEl>
                                          <p:spTgt spid="14"/>
                                        </p:tgtEl>
                                        <p:attrNameLst>
                                          <p:attrName>ppt_x</p:attrName>
                                        </p:attrNameLst>
                                      </p:cBhvr>
                                      <p:tavLst>
                                        <p:tav tm="0">
                                          <p:val>
                                            <p:strVal val="#ppt_x"/>
                                          </p:val>
                                        </p:tav>
                                        <p:tav tm="100000">
                                          <p:val>
                                            <p:strVal val="#ppt_x"/>
                                          </p:val>
                                        </p:tav>
                                      </p:tavLst>
                                    </p:anim>
                                    <p:anim calcmode="lin" valueType="num">
                                      <p:cBhvr additive="base">
                                        <p:cTn id="36" dur="500" fill="hold"/>
                                        <p:tgtEl>
                                          <p:spTgt spid="14"/>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500" fill="hold"/>
                                        <p:tgtEl>
                                          <p:spTgt spid="15"/>
                                        </p:tgtEl>
                                        <p:attrNameLst>
                                          <p:attrName>ppt_x</p:attrName>
                                        </p:attrNameLst>
                                      </p:cBhvr>
                                      <p:tavLst>
                                        <p:tav tm="0">
                                          <p:val>
                                            <p:strVal val="#ppt_x"/>
                                          </p:val>
                                        </p:tav>
                                        <p:tav tm="100000">
                                          <p:val>
                                            <p:strVal val="#ppt_x"/>
                                          </p:val>
                                        </p:tav>
                                      </p:tavLst>
                                    </p:anim>
                                    <p:anim calcmode="lin" valueType="num">
                                      <p:cBhvr additive="base">
                                        <p:cTn id="40" dur="500" fill="hold"/>
                                        <p:tgtEl>
                                          <p:spTgt spid="15"/>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500" fill="hold"/>
                                        <p:tgtEl>
                                          <p:spTgt spid="16"/>
                                        </p:tgtEl>
                                        <p:attrNameLst>
                                          <p:attrName>ppt_x</p:attrName>
                                        </p:attrNameLst>
                                      </p:cBhvr>
                                      <p:tavLst>
                                        <p:tav tm="0">
                                          <p:val>
                                            <p:strVal val="#ppt_x"/>
                                          </p:val>
                                        </p:tav>
                                        <p:tav tm="100000">
                                          <p:val>
                                            <p:strVal val="#ppt_x"/>
                                          </p:val>
                                        </p:tav>
                                      </p:tavLst>
                                    </p:anim>
                                    <p:anim calcmode="lin" valueType="num">
                                      <p:cBhvr additive="base">
                                        <p:cTn id="44" dur="500" fill="hold"/>
                                        <p:tgtEl>
                                          <p:spTgt spid="16"/>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 calcmode="lin" valueType="num">
                                      <p:cBhvr additive="base">
                                        <p:cTn id="47" dur="500" fill="hold"/>
                                        <p:tgtEl>
                                          <p:spTgt spid="17"/>
                                        </p:tgtEl>
                                        <p:attrNameLst>
                                          <p:attrName>ppt_x</p:attrName>
                                        </p:attrNameLst>
                                      </p:cBhvr>
                                      <p:tavLst>
                                        <p:tav tm="0">
                                          <p:val>
                                            <p:strVal val="#ppt_x"/>
                                          </p:val>
                                        </p:tav>
                                        <p:tav tm="100000">
                                          <p:val>
                                            <p:strVal val="#ppt_x"/>
                                          </p:val>
                                        </p:tav>
                                      </p:tavLst>
                                    </p:anim>
                                    <p:anim calcmode="lin" valueType="num">
                                      <p:cBhvr additive="base">
                                        <p:cTn id="48" dur="500" fill="hold"/>
                                        <p:tgtEl>
                                          <p:spTgt spid="17"/>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6"/>
                                        </p:tgtEl>
                                        <p:attrNameLst>
                                          <p:attrName>style.visibility</p:attrName>
                                        </p:attrNameLst>
                                      </p:cBhvr>
                                      <p:to>
                                        <p:strVal val="visible"/>
                                      </p:to>
                                    </p:set>
                                    <p:anim calcmode="lin" valueType="num">
                                      <p:cBhvr additive="base">
                                        <p:cTn id="51" dur="500" fill="hold"/>
                                        <p:tgtEl>
                                          <p:spTgt spid="6"/>
                                        </p:tgtEl>
                                        <p:attrNameLst>
                                          <p:attrName>ppt_x</p:attrName>
                                        </p:attrNameLst>
                                      </p:cBhvr>
                                      <p:tavLst>
                                        <p:tav tm="0">
                                          <p:val>
                                            <p:strVal val="#ppt_x"/>
                                          </p:val>
                                        </p:tav>
                                        <p:tav tm="100000">
                                          <p:val>
                                            <p:strVal val="#ppt_x"/>
                                          </p:val>
                                        </p:tav>
                                      </p:tavLst>
                                    </p:anim>
                                    <p:anim calcmode="lin" valueType="num">
                                      <p:cBhvr additive="base">
                                        <p:cTn id="5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1" grpId="0" animBg="1"/>
      <p:bldP spid="13" grpId="0" animBg="1"/>
      <p:bldP spid="15" grpId="0" animBg="1"/>
      <p:bldP spid="1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F5B3F876-A004-4157-8DFA-8947287857F1}" type="slidenum">
              <a:rPr lang="en-US" altLang="zh-CN" smtClean="0"/>
              <a:t>24</a:t>
            </a:fld>
            <a:endParaRPr lang="en-US" altLang="zh-CN"/>
          </a:p>
        </p:txBody>
      </p:sp>
      <p:sp>
        <p:nvSpPr>
          <p:cNvPr id="5" name="矩形 4"/>
          <p:cNvSpPr>
            <a:spLocks noChangeArrowheads="1"/>
          </p:cNvSpPr>
          <p:nvPr/>
        </p:nvSpPr>
        <p:spPr bwMode="auto">
          <a:xfrm>
            <a:off x="827584" y="1196752"/>
            <a:ext cx="8064896" cy="5036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marL="457200" indent="-457200">
              <a:buFont typeface="Wingdings" panose="05000000000000000000" pitchFamily="2" charset="2"/>
              <a:buChar char="Ø"/>
            </a:pPr>
            <a:r>
              <a:rPr lang="zh-CN" altLang="en-US" b="1" dirty="0">
                <a:solidFill>
                  <a:srgbClr val="002060"/>
                </a:solidFill>
                <a:latin typeface="华文楷体" panose="02010600040101010101" pitchFamily="2" charset="-122"/>
                <a:ea typeface="华文楷体" panose="02010600040101010101" pitchFamily="2" charset="-122"/>
              </a:rPr>
              <a:t>说明书的要求：</a:t>
            </a:r>
          </a:p>
          <a:p>
            <a:pPr>
              <a:buNone/>
            </a:pPr>
            <a:r>
              <a:rPr lang="en-US" altLang="zh-CN" sz="2200" b="1" dirty="0">
                <a:solidFill>
                  <a:srgbClr val="002060"/>
                </a:solidFill>
                <a:latin typeface="华文楷体" panose="02010600040101010101" pitchFamily="2" charset="-122"/>
                <a:ea typeface="华文楷体" panose="02010600040101010101" pitchFamily="2" charset="-122"/>
              </a:rPr>
              <a:t>    1</a:t>
            </a:r>
            <a:r>
              <a:rPr lang="zh-CN" altLang="en-US" sz="2200" b="1" dirty="0">
                <a:solidFill>
                  <a:srgbClr val="002060"/>
                </a:solidFill>
                <a:latin typeface="华文楷体" panose="02010600040101010101" pitchFamily="2" charset="-122"/>
                <a:ea typeface="华文楷体" panose="02010600040101010101" pitchFamily="2" charset="-122"/>
              </a:rPr>
              <a:t>、</a:t>
            </a:r>
            <a:r>
              <a:rPr lang="zh-CN" altLang="en-US" sz="2200" b="1" dirty="0">
                <a:solidFill>
                  <a:srgbClr val="FF0000"/>
                </a:solidFill>
                <a:latin typeface="华文楷体" panose="02010600040101010101" pitchFamily="2" charset="-122"/>
                <a:ea typeface="华文楷体" panose="02010600040101010101" pitchFamily="2" charset="-122"/>
              </a:rPr>
              <a:t>应清楚、完整地写明发明内容</a:t>
            </a:r>
            <a:r>
              <a:rPr lang="zh-CN" altLang="en-US" sz="2200" b="1" dirty="0">
                <a:solidFill>
                  <a:srgbClr val="002060"/>
                </a:solidFill>
                <a:latin typeface="华文楷体" panose="02010600040101010101" pitchFamily="2" charset="-122"/>
                <a:ea typeface="华文楷体" panose="02010600040101010101" pitchFamily="2" charset="-122"/>
              </a:rPr>
              <a:t>，使所属技术领域的普通专业人员能够根据此内容实施发明创造。不得隐瞒任何实质性的技术要求。</a:t>
            </a:r>
          </a:p>
          <a:p>
            <a:pPr>
              <a:buNone/>
            </a:pPr>
            <a:r>
              <a:rPr lang="en-US" altLang="zh-CN" sz="2200" b="1" dirty="0">
                <a:solidFill>
                  <a:srgbClr val="002060"/>
                </a:solidFill>
                <a:latin typeface="华文楷体" panose="02010600040101010101" pitchFamily="2" charset="-122"/>
                <a:ea typeface="华文楷体" panose="02010600040101010101" pitchFamily="2" charset="-122"/>
              </a:rPr>
              <a:t>    2</a:t>
            </a:r>
            <a:r>
              <a:rPr lang="zh-CN" altLang="en-US" sz="2200" b="1" dirty="0">
                <a:solidFill>
                  <a:srgbClr val="002060"/>
                </a:solidFill>
                <a:latin typeface="华文楷体" panose="02010600040101010101" pitchFamily="2" charset="-122"/>
                <a:ea typeface="华文楷体" panose="02010600040101010101" pitchFamily="2" charset="-122"/>
              </a:rPr>
              <a:t>、说明书中各部分内容一般以单独段落进行阐述。</a:t>
            </a:r>
          </a:p>
          <a:p>
            <a:pPr>
              <a:buNone/>
            </a:pPr>
            <a:r>
              <a:rPr lang="en-US" altLang="zh-CN" sz="2200" b="1" dirty="0">
                <a:solidFill>
                  <a:srgbClr val="002060"/>
                </a:solidFill>
                <a:latin typeface="华文楷体" panose="02010600040101010101" pitchFamily="2" charset="-122"/>
                <a:ea typeface="华文楷体" panose="02010600040101010101" pitchFamily="2" charset="-122"/>
              </a:rPr>
              <a:t>    3</a:t>
            </a:r>
            <a:r>
              <a:rPr lang="zh-CN" altLang="en-US" sz="2200" b="1" dirty="0">
                <a:solidFill>
                  <a:srgbClr val="002060"/>
                </a:solidFill>
                <a:latin typeface="华文楷体" panose="02010600040101010101" pitchFamily="2" charset="-122"/>
                <a:ea typeface="华文楷体" panose="02010600040101010101" pitchFamily="2" charset="-122"/>
              </a:rPr>
              <a:t>、说明书中保持用词一致性。使用该技术领域通用的名词术语。</a:t>
            </a:r>
          </a:p>
          <a:p>
            <a:pPr>
              <a:buNone/>
            </a:pPr>
            <a:r>
              <a:rPr lang="en-US" altLang="zh-CN" sz="2200" b="1" dirty="0">
                <a:solidFill>
                  <a:srgbClr val="002060"/>
                </a:solidFill>
                <a:latin typeface="华文楷体" panose="02010600040101010101" pitchFamily="2" charset="-122"/>
                <a:ea typeface="华文楷体" panose="02010600040101010101" pitchFamily="2" charset="-122"/>
              </a:rPr>
              <a:t>    4</a:t>
            </a:r>
            <a:r>
              <a:rPr lang="zh-CN" altLang="en-US" sz="2200" b="1" dirty="0">
                <a:solidFill>
                  <a:srgbClr val="002060"/>
                </a:solidFill>
                <a:latin typeface="华文楷体" panose="02010600040101010101" pitchFamily="2" charset="-122"/>
                <a:ea typeface="华文楷体" panose="02010600040101010101" pitchFamily="2" charset="-122"/>
              </a:rPr>
              <a:t>、使用国家计量部门规定的国际通用计量单位。</a:t>
            </a:r>
          </a:p>
          <a:p>
            <a:pPr>
              <a:buNone/>
            </a:pPr>
            <a:r>
              <a:rPr lang="en-US" altLang="zh-CN" sz="2200" b="1" dirty="0">
                <a:solidFill>
                  <a:srgbClr val="002060"/>
                </a:solidFill>
                <a:latin typeface="华文楷体" panose="02010600040101010101" pitchFamily="2" charset="-122"/>
                <a:ea typeface="华文楷体" panose="02010600040101010101" pitchFamily="2" charset="-122"/>
              </a:rPr>
              <a:t>    5</a:t>
            </a:r>
            <a:r>
              <a:rPr lang="zh-CN" altLang="en-US" sz="2200" b="1" dirty="0">
                <a:solidFill>
                  <a:srgbClr val="002060"/>
                </a:solidFill>
                <a:latin typeface="华文楷体" panose="02010600040101010101" pitchFamily="2" charset="-122"/>
                <a:ea typeface="华文楷体" panose="02010600040101010101" pitchFamily="2" charset="-122"/>
              </a:rPr>
              <a:t>、说明书中可以有化学式、数学式。说明书附图应附在说明书之后。</a:t>
            </a:r>
          </a:p>
          <a:p>
            <a:pPr>
              <a:buNone/>
            </a:pPr>
            <a:r>
              <a:rPr lang="en-US" altLang="zh-CN" sz="2200" b="1" dirty="0">
                <a:solidFill>
                  <a:srgbClr val="002060"/>
                </a:solidFill>
                <a:latin typeface="华文楷体" panose="02010600040101010101" pitchFamily="2" charset="-122"/>
                <a:ea typeface="华文楷体" panose="02010600040101010101" pitchFamily="2" charset="-122"/>
              </a:rPr>
              <a:t>    6</a:t>
            </a:r>
            <a:r>
              <a:rPr lang="zh-CN" altLang="en-US" sz="2200" b="1" dirty="0">
                <a:solidFill>
                  <a:srgbClr val="002060"/>
                </a:solidFill>
                <a:latin typeface="华文楷体" panose="02010600040101010101" pitchFamily="2" charset="-122"/>
                <a:ea typeface="华文楷体" panose="02010600040101010101" pitchFamily="2" charset="-122"/>
              </a:rPr>
              <a:t>、说明书题目和正文中，不能使用商业性宣传用语。</a:t>
            </a:r>
          </a:p>
          <a:p>
            <a:pPr>
              <a:buNone/>
            </a:pPr>
            <a:r>
              <a:rPr lang="en-US" altLang="zh-CN" sz="2200" b="1" dirty="0">
                <a:solidFill>
                  <a:srgbClr val="002060"/>
                </a:solidFill>
                <a:latin typeface="华文楷体" panose="02010600040101010101" pitchFamily="2" charset="-122"/>
                <a:ea typeface="华文楷体" panose="02010600040101010101" pitchFamily="2" charset="-122"/>
              </a:rPr>
              <a:t>    7</a:t>
            </a:r>
            <a:r>
              <a:rPr lang="zh-CN" altLang="en-US" sz="2200" b="1" dirty="0">
                <a:solidFill>
                  <a:srgbClr val="002060"/>
                </a:solidFill>
                <a:latin typeface="华文楷体" panose="02010600040101010101" pitchFamily="2" charset="-122"/>
                <a:ea typeface="华文楷体" panose="02010600040101010101" pitchFamily="2" charset="-122"/>
              </a:rPr>
              <a:t>、涉及外文技术文献或无统一译名的技术名词时，要在译文后注明原文。</a:t>
            </a:r>
          </a:p>
        </p:txBody>
      </p:sp>
      <p:sp>
        <p:nvSpPr>
          <p:cNvPr id="7" name="标题 2">
            <a:extLst>
              <a:ext uri="{FF2B5EF4-FFF2-40B4-BE49-F238E27FC236}">
                <a16:creationId xmlns:a16="http://schemas.microsoft.com/office/drawing/2014/main" id="{265A36C1-3841-DC71-DF43-3307F40D68ED}"/>
              </a:ext>
            </a:extLst>
          </p:cNvPr>
          <p:cNvSpPr>
            <a:spLocks noGrp="1"/>
          </p:cNvSpPr>
          <p:nvPr>
            <p:ph type="title"/>
          </p:nvPr>
        </p:nvSpPr>
        <p:spPr>
          <a:xfrm>
            <a:off x="502411" y="325127"/>
            <a:ext cx="8139178" cy="504825"/>
          </a:xfrm>
        </p:spPr>
        <p:txBody>
          <a:bodyPr/>
          <a:lstStyle/>
          <a:p>
            <a:r>
              <a:rPr lang="zh-CN" altLang="en-US" sz="2400" dirty="0"/>
              <a:t>专利写作</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F5B3F876-A004-4157-8DFA-8947287857F1}" type="slidenum">
              <a:rPr lang="en-US" altLang="zh-CN" smtClean="0"/>
              <a:t>25</a:t>
            </a:fld>
            <a:endParaRPr lang="en-US" altLang="zh-CN"/>
          </a:p>
        </p:txBody>
      </p:sp>
      <p:sp>
        <p:nvSpPr>
          <p:cNvPr id="5" name="矩形 4"/>
          <p:cNvSpPr>
            <a:spLocks noChangeArrowheads="1"/>
          </p:cNvSpPr>
          <p:nvPr/>
        </p:nvSpPr>
        <p:spPr bwMode="auto">
          <a:xfrm>
            <a:off x="827584" y="925257"/>
            <a:ext cx="8316416" cy="23283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marL="457200" indent="-457200">
              <a:buFont typeface="Wingdings" panose="05000000000000000000" pitchFamily="2" charset="2"/>
              <a:buChar char="Ø"/>
            </a:pPr>
            <a:r>
              <a:rPr lang="zh-CN" altLang="en-US" b="1" dirty="0">
                <a:solidFill>
                  <a:srgbClr val="002060"/>
                </a:solidFill>
                <a:latin typeface="华文楷体" panose="02010600040101010101" pitchFamily="2" charset="-122"/>
                <a:ea typeface="华文楷体" panose="02010600040101010101" pitchFamily="2" charset="-122"/>
              </a:rPr>
              <a:t>说明书结构：</a:t>
            </a:r>
          </a:p>
          <a:p>
            <a:pPr>
              <a:buNone/>
            </a:pPr>
            <a:r>
              <a:rPr lang="zh-CN" altLang="en-US" b="1" dirty="0">
                <a:solidFill>
                  <a:srgbClr val="002060"/>
                </a:solidFill>
                <a:latin typeface="华文楷体" panose="02010600040101010101" pitchFamily="2" charset="-122"/>
                <a:ea typeface="华文楷体" panose="02010600040101010101" pitchFamily="2" charset="-122"/>
              </a:rPr>
              <a:t>    </a:t>
            </a:r>
            <a:r>
              <a:rPr lang="zh-CN" altLang="en-US" sz="2400" b="1" dirty="0">
                <a:solidFill>
                  <a:srgbClr val="002060"/>
                </a:solidFill>
                <a:latin typeface="华文楷体" panose="02010600040101010101" pitchFamily="2" charset="-122"/>
                <a:ea typeface="华文楷体" panose="02010600040101010101" pitchFamily="2" charset="-122"/>
              </a:rPr>
              <a:t>依据专利法实施细则第</a:t>
            </a:r>
            <a:r>
              <a:rPr lang="en-US" altLang="zh-CN" sz="2400" b="1" dirty="0">
                <a:solidFill>
                  <a:srgbClr val="002060"/>
                </a:solidFill>
                <a:latin typeface="华文楷体" panose="02010600040101010101" pitchFamily="2" charset="-122"/>
                <a:ea typeface="华文楷体" panose="02010600040101010101" pitchFamily="2" charset="-122"/>
              </a:rPr>
              <a:t>18</a:t>
            </a:r>
            <a:r>
              <a:rPr lang="zh-CN" altLang="en-US" sz="2400" b="1" dirty="0">
                <a:solidFill>
                  <a:srgbClr val="002060"/>
                </a:solidFill>
                <a:latin typeface="华文楷体" panose="02010600040101010101" pitchFamily="2" charset="-122"/>
                <a:ea typeface="华文楷体" panose="02010600040101010101" pitchFamily="2" charset="-122"/>
              </a:rPr>
              <a:t>条规定，说明书内容包括</a:t>
            </a:r>
            <a:r>
              <a:rPr lang="en-US" altLang="zh-CN" sz="2400" b="1" dirty="0">
                <a:solidFill>
                  <a:srgbClr val="002060"/>
                </a:solidFill>
                <a:latin typeface="华文楷体" panose="02010600040101010101" pitchFamily="2" charset="-122"/>
                <a:ea typeface="华文楷体" panose="02010600040101010101" pitchFamily="2" charset="-122"/>
              </a:rPr>
              <a:t>8</a:t>
            </a:r>
            <a:r>
              <a:rPr lang="zh-CN" altLang="en-US" sz="2400" b="1" dirty="0">
                <a:solidFill>
                  <a:srgbClr val="002060"/>
                </a:solidFill>
                <a:latin typeface="华文楷体" panose="02010600040101010101" pitchFamily="2" charset="-122"/>
                <a:ea typeface="华文楷体" panose="02010600040101010101" pitchFamily="2" charset="-122"/>
              </a:rPr>
              <a:t>部分，分别为：</a:t>
            </a:r>
            <a:r>
              <a:rPr lang="zh-CN" altLang="en-US" sz="2400" b="1" dirty="0">
                <a:solidFill>
                  <a:srgbClr val="FF0000"/>
                </a:solidFill>
                <a:latin typeface="华文楷体" panose="02010600040101010101" pitchFamily="2" charset="-122"/>
                <a:ea typeface="华文楷体" panose="02010600040101010101" pitchFamily="2" charset="-122"/>
              </a:rPr>
              <a:t>名称、所属技术领域、现有技术及背景技术、发明目的、技术方案、相对优点及积极效果、附图的说明、实施例</a:t>
            </a:r>
            <a:r>
              <a:rPr lang="zh-CN" altLang="en-US" sz="2400" b="1" dirty="0">
                <a:solidFill>
                  <a:srgbClr val="002060"/>
                </a:solidFill>
                <a:latin typeface="华文楷体" panose="02010600040101010101" pitchFamily="2" charset="-122"/>
                <a:ea typeface="华文楷体" panose="02010600040101010101" pitchFamily="2" charset="-122"/>
              </a:rPr>
              <a:t>。除发明名称外，其余各部分应当至少使用一个自然段，但不需加序号和列标题。</a:t>
            </a:r>
          </a:p>
        </p:txBody>
      </p:sp>
      <p:sp>
        <p:nvSpPr>
          <p:cNvPr id="7" name="矩形 4"/>
          <p:cNvSpPr>
            <a:spLocks noChangeArrowheads="1"/>
          </p:cNvSpPr>
          <p:nvPr/>
        </p:nvSpPr>
        <p:spPr bwMode="auto">
          <a:xfrm>
            <a:off x="969143" y="3458344"/>
            <a:ext cx="7632848" cy="2678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buNone/>
            </a:pPr>
            <a:r>
              <a:rPr lang="en-US" altLang="zh-CN" sz="2400" b="1" dirty="0">
                <a:solidFill>
                  <a:srgbClr val="002060"/>
                </a:solidFill>
                <a:latin typeface="华文楷体" panose="02010600040101010101" pitchFamily="2" charset="-122"/>
                <a:ea typeface="华文楷体" panose="02010600040101010101" pitchFamily="2" charset="-122"/>
              </a:rPr>
              <a:t>1</a:t>
            </a:r>
            <a:r>
              <a:rPr lang="zh-CN" altLang="en-US" sz="2400" b="1" dirty="0">
                <a:solidFill>
                  <a:srgbClr val="002060"/>
                </a:solidFill>
                <a:latin typeface="华文楷体" panose="02010600040101010101" pitchFamily="2" charset="-122"/>
                <a:ea typeface="华文楷体" panose="02010600040101010101" pitchFamily="2" charset="-122"/>
              </a:rPr>
              <a:t>、名称：</a:t>
            </a:r>
          </a:p>
          <a:p>
            <a:pPr>
              <a:buNone/>
            </a:pPr>
            <a:r>
              <a:rPr lang="zh-CN" altLang="en-US" sz="2400" b="1" dirty="0">
                <a:solidFill>
                  <a:srgbClr val="002060"/>
                </a:solidFill>
                <a:latin typeface="华文楷体" panose="02010600040101010101" pitchFamily="2" charset="-122"/>
                <a:ea typeface="华文楷体" panose="02010600040101010101" pitchFamily="2" charset="-122"/>
              </a:rPr>
              <a:t>    </a:t>
            </a:r>
            <a:r>
              <a:rPr lang="zh-CN" altLang="en-US" sz="2400" b="1" dirty="0">
                <a:solidFill>
                  <a:srgbClr val="FF0000"/>
                </a:solidFill>
                <a:latin typeface="华文楷体" panose="02010600040101010101" pitchFamily="2" charset="-122"/>
                <a:ea typeface="华文楷体" panose="02010600040101010101" pitchFamily="2" charset="-122"/>
              </a:rPr>
              <a:t>名称应与请求书中名称一致</a:t>
            </a:r>
            <a:r>
              <a:rPr lang="zh-CN" altLang="en-US" sz="2400" b="1" dirty="0">
                <a:solidFill>
                  <a:srgbClr val="002060"/>
                </a:solidFill>
                <a:latin typeface="华文楷体" panose="02010600040101010101" pitchFamily="2" charset="-122"/>
                <a:ea typeface="华文楷体" panose="02010600040101010101" pitchFamily="2" charset="-122"/>
              </a:rPr>
              <a:t>，简洁明确表达发明或实用新型的主题。名称应反映发明是产品还是方法，同时要尽量反映出发明对象的用途或应用领域。</a:t>
            </a:r>
          </a:p>
          <a:p>
            <a:pPr>
              <a:buNone/>
            </a:pPr>
            <a:r>
              <a:rPr lang="zh-CN" altLang="en-US" sz="2400" b="1" dirty="0">
                <a:solidFill>
                  <a:srgbClr val="002060"/>
                </a:solidFill>
                <a:latin typeface="华文楷体" panose="02010600040101010101" pitchFamily="2" charset="-122"/>
                <a:ea typeface="华文楷体" panose="02010600040101010101" pitchFamily="2" charset="-122"/>
              </a:rPr>
              <a:t>    名称字数在</a:t>
            </a:r>
            <a:r>
              <a:rPr lang="en-US" altLang="zh-CN" sz="2400" b="1" dirty="0">
                <a:solidFill>
                  <a:srgbClr val="FF0000"/>
                </a:solidFill>
                <a:latin typeface="华文楷体" panose="02010600040101010101" pitchFamily="2" charset="-122"/>
                <a:ea typeface="华文楷体" panose="02010600040101010101" pitchFamily="2" charset="-122"/>
              </a:rPr>
              <a:t>2</a:t>
            </a:r>
            <a:r>
              <a:rPr lang="en-US" altLang="zh-CN" sz="2400" b="1" dirty="0">
                <a:solidFill>
                  <a:srgbClr val="002060"/>
                </a:solidFill>
                <a:latin typeface="华文楷体" panose="02010600040101010101" pitchFamily="2" charset="-122"/>
                <a:ea typeface="华文楷体" panose="02010600040101010101" pitchFamily="2" charset="-122"/>
              </a:rPr>
              <a:t>5</a:t>
            </a:r>
            <a:r>
              <a:rPr lang="zh-CN" altLang="en-US" sz="2400" b="1" dirty="0">
                <a:solidFill>
                  <a:srgbClr val="002060"/>
                </a:solidFill>
                <a:latin typeface="华文楷体" panose="02010600040101010101" pitchFamily="2" charset="-122"/>
                <a:ea typeface="华文楷体" panose="02010600040101010101" pitchFamily="2" charset="-122"/>
              </a:rPr>
              <a:t>个以内，不可使用与发明创造技术无关的词来命名。名称应在说明书首页顶部居中位置，下空一行写说明书正文。</a:t>
            </a:r>
          </a:p>
        </p:txBody>
      </p:sp>
      <p:sp>
        <p:nvSpPr>
          <p:cNvPr id="8" name="标题 2">
            <a:extLst>
              <a:ext uri="{FF2B5EF4-FFF2-40B4-BE49-F238E27FC236}">
                <a16:creationId xmlns:a16="http://schemas.microsoft.com/office/drawing/2014/main" id="{AE22F184-761C-AA26-D616-28493B9A858C}"/>
              </a:ext>
            </a:extLst>
          </p:cNvPr>
          <p:cNvSpPr>
            <a:spLocks noGrp="1"/>
          </p:cNvSpPr>
          <p:nvPr>
            <p:ph type="title"/>
          </p:nvPr>
        </p:nvSpPr>
        <p:spPr>
          <a:xfrm>
            <a:off x="502411" y="325127"/>
            <a:ext cx="8139178" cy="504825"/>
          </a:xfrm>
        </p:spPr>
        <p:txBody>
          <a:bodyPr/>
          <a:lstStyle/>
          <a:p>
            <a:r>
              <a:rPr lang="zh-CN" altLang="en-US" sz="2400" dirty="0"/>
              <a:t>专利写作</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a:defRPr/>
            </a:pPr>
            <a:fld id="{77F8EA99-4C44-45B3-9C7D-4DD52C7DC4EC}" type="slidenum">
              <a:rPr lang="en-US" altLang="zh-CN" smtClean="0"/>
              <a:t>26</a:t>
            </a:fld>
            <a:endParaRPr lang="en-US" altLang="zh-CN"/>
          </a:p>
        </p:txBody>
      </p:sp>
      <p:sp>
        <p:nvSpPr>
          <p:cNvPr id="4" name="矩形 4"/>
          <p:cNvSpPr>
            <a:spLocks noChangeArrowheads="1"/>
          </p:cNvSpPr>
          <p:nvPr/>
        </p:nvSpPr>
        <p:spPr bwMode="auto">
          <a:xfrm>
            <a:off x="1115616" y="1124744"/>
            <a:ext cx="7560840" cy="18019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buNone/>
            </a:pPr>
            <a:r>
              <a:rPr lang="en-US" altLang="zh-CN" sz="2400" b="1" dirty="0">
                <a:solidFill>
                  <a:srgbClr val="002060"/>
                </a:solidFill>
                <a:latin typeface="华文楷体" panose="02010600040101010101" pitchFamily="2" charset="-122"/>
                <a:ea typeface="华文楷体" panose="02010600040101010101" pitchFamily="2" charset="-122"/>
              </a:rPr>
              <a:t>2</a:t>
            </a:r>
            <a:r>
              <a:rPr lang="zh-CN" altLang="en-US" sz="2400" b="1" dirty="0">
                <a:solidFill>
                  <a:srgbClr val="002060"/>
                </a:solidFill>
                <a:latin typeface="华文楷体" panose="02010600040101010101" pitchFamily="2" charset="-122"/>
                <a:ea typeface="华文楷体" panose="02010600040101010101" pitchFamily="2" charset="-122"/>
              </a:rPr>
              <a:t>、所属技术领域：</a:t>
            </a:r>
          </a:p>
          <a:p>
            <a:pPr>
              <a:buNone/>
            </a:pPr>
            <a:r>
              <a:rPr lang="zh-CN" altLang="en-US" sz="2400" b="1" dirty="0">
                <a:solidFill>
                  <a:srgbClr val="002060"/>
                </a:solidFill>
                <a:latin typeface="华文楷体" panose="02010600040101010101" pitchFamily="2" charset="-122"/>
                <a:ea typeface="华文楷体" panose="02010600040101010101" pitchFamily="2" charset="-122"/>
              </a:rPr>
              <a:t>    </a:t>
            </a:r>
            <a:r>
              <a:rPr lang="zh-CN" altLang="en-US" sz="2200" b="1" dirty="0">
                <a:solidFill>
                  <a:srgbClr val="002060"/>
                </a:solidFill>
                <a:latin typeface="华文楷体" panose="02010600040101010101" pitchFamily="2" charset="-122"/>
                <a:ea typeface="华文楷体" panose="02010600040101010101" pitchFamily="2" charset="-122"/>
              </a:rPr>
              <a:t>一般用</a:t>
            </a:r>
            <a:r>
              <a:rPr lang="zh-CN" altLang="en-US" sz="2200" b="1" dirty="0">
                <a:solidFill>
                  <a:srgbClr val="FF0000"/>
                </a:solidFill>
                <a:latin typeface="华文楷体" panose="02010600040101010101" pitchFamily="2" charset="-122"/>
                <a:ea typeface="华文楷体" panose="02010600040101010101" pitchFamily="2" charset="-122"/>
              </a:rPr>
              <a:t>一句话说明</a:t>
            </a:r>
            <a:r>
              <a:rPr lang="zh-CN" altLang="en-US" sz="2200" b="1" dirty="0">
                <a:solidFill>
                  <a:srgbClr val="002060"/>
                </a:solidFill>
                <a:latin typeface="华文楷体" panose="02010600040101010101" pitchFamily="2" charset="-122"/>
                <a:ea typeface="华文楷体" panose="02010600040101010101" pitchFamily="2" charset="-122"/>
              </a:rPr>
              <a:t>该发明或实用新型所属的特定技术领域或所应用的特定技术领域，如</a:t>
            </a:r>
            <a:r>
              <a:rPr lang="en-US" altLang="zh-CN" sz="2200" b="1" dirty="0">
                <a:solidFill>
                  <a:srgbClr val="002060"/>
                </a:solidFill>
                <a:latin typeface="华文楷体" panose="02010600040101010101" pitchFamily="2" charset="-122"/>
                <a:ea typeface="华文楷体" panose="02010600040101010101" pitchFamily="2" charset="-122"/>
              </a:rPr>
              <a:t>“</a:t>
            </a:r>
            <a:r>
              <a:rPr lang="zh-CN" altLang="en-US" sz="2200" b="1" dirty="0">
                <a:solidFill>
                  <a:srgbClr val="002060"/>
                </a:solidFill>
                <a:latin typeface="华文楷体" panose="02010600040101010101" pitchFamily="2" charset="-122"/>
                <a:ea typeface="华文楷体" panose="02010600040101010101" pitchFamily="2" charset="-122"/>
              </a:rPr>
              <a:t>半导体制造</a:t>
            </a:r>
            <a:r>
              <a:rPr lang="en-US" altLang="zh-CN" sz="2200" b="1" dirty="0">
                <a:solidFill>
                  <a:srgbClr val="002060"/>
                </a:solidFill>
                <a:latin typeface="华文楷体" panose="02010600040101010101" pitchFamily="2" charset="-122"/>
                <a:ea typeface="华文楷体" panose="02010600040101010101" pitchFamily="2" charset="-122"/>
              </a:rPr>
              <a:t>”</a:t>
            </a:r>
            <a:r>
              <a:rPr lang="zh-CN" altLang="en-US" sz="2200" b="1" dirty="0">
                <a:solidFill>
                  <a:srgbClr val="002060"/>
                </a:solidFill>
                <a:latin typeface="华文楷体" panose="02010600040101010101" pitchFamily="2" charset="-122"/>
                <a:ea typeface="华文楷体" panose="02010600040101010101" pitchFamily="2" charset="-122"/>
              </a:rPr>
              <a:t>、</a:t>
            </a:r>
            <a:r>
              <a:rPr lang="en-US" altLang="zh-CN" sz="2200" b="1" dirty="0">
                <a:solidFill>
                  <a:srgbClr val="002060"/>
                </a:solidFill>
                <a:latin typeface="华文楷体" panose="02010600040101010101" pitchFamily="2" charset="-122"/>
                <a:ea typeface="华文楷体" panose="02010600040101010101" pitchFamily="2" charset="-122"/>
              </a:rPr>
              <a:t>“</a:t>
            </a:r>
            <a:r>
              <a:rPr lang="zh-CN" altLang="en-US" sz="2200" b="1" dirty="0">
                <a:solidFill>
                  <a:srgbClr val="002060"/>
                </a:solidFill>
                <a:latin typeface="华文楷体" panose="02010600040101010101" pitchFamily="2" charset="-122"/>
                <a:ea typeface="华文楷体" panose="02010600040101010101" pitchFamily="2" charset="-122"/>
              </a:rPr>
              <a:t>计算机科学</a:t>
            </a:r>
            <a:r>
              <a:rPr lang="en-US" altLang="zh-CN" sz="2200" b="1" dirty="0">
                <a:solidFill>
                  <a:srgbClr val="002060"/>
                </a:solidFill>
                <a:latin typeface="华文楷体" panose="02010600040101010101" pitchFamily="2" charset="-122"/>
                <a:ea typeface="华文楷体" panose="02010600040101010101" pitchFamily="2" charset="-122"/>
              </a:rPr>
              <a:t>”</a:t>
            </a:r>
            <a:r>
              <a:rPr lang="zh-CN" altLang="en-US" sz="2200" b="1" dirty="0">
                <a:solidFill>
                  <a:srgbClr val="002060"/>
                </a:solidFill>
                <a:latin typeface="华文楷体" panose="02010600040101010101" pitchFamily="2" charset="-122"/>
                <a:ea typeface="华文楷体" panose="02010600040101010101" pitchFamily="2" charset="-122"/>
              </a:rPr>
              <a:t>等。所属技术领域的书写可采用</a:t>
            </a:r>
            <a:r>
              <a:rPr lang="en-US" altLang="zh-CN" sz="2200" b="1" dirty="0">
                <a:solidFill>
                  <a:srgbClr val="002060"/>
                </a:solidFill>
                <a:latin typeface="华文楷体" panose="02010600040101010101" pitchFamily="2" charset="-122"/>
                <a:ea typeface="华文楷体" panose="02010600040101010101" pitchFamily="2" charset="-122"/>
              </a:rPr>
              <a:t>“</a:t>
            </a:r>
            <a:r>
              <a:rPr lang="zh-CN" altLang="en-US" sz="2200" b="1" dirty="0">
                <a:solidFill>
                  <a:srgbClr val="002060"/>
                </a:solidFill>
                <a:latin typeface="华文楷体" panose="02010600040101010101" pitchFamily="2" charset="-122"/>
                <a:ea typeface="华文楷体" panose="02010600040101010101" pitchFamily="2" charset="-122"/>
              </a:rPr>
              <a:t>本发明涉及一种</a:t>
            </a:r>
            <a:r>
              <a:rPr lang="en-US" altLang="zh-CN" sz="2200" b="1" dirty="0">
                <a:solidFill>
                  <a:srgbClr val="002060"/>
                </a:solidFill>
                <a:latin typeface="华文楷体" panose="02010600040101010101" pitchFamily="2" charset="-122"/>
                <a:ea typeface="华文楷体" panose="02010600040101010101" pitchFamily="2" charset="-122"/>
              </a:rPr>
              <a:t>…”</a:t>
            </a:r>
            <a:r>
              <a:rPr lang="zh-CN" altLang="en-US" sz="2200" b="1" dirty="0">
                <a:solidFill>
                  <a:srgbClr val="002060"/>
                </a:solidFill>
                <a:latin typeface="华文楷体" panose="02010600040101010101" pitchFamily="2" charset="-122"/>
                <a:ea typeface="华文楷体" panose="02010600040101010101" pitchFamily="2" charset="-122"/>
              </a:rPr>
              <a:t>的形式。</a:t>
            </a:r>
          </a:p>
        </p:txBody>
      </p:sp>
      <p:sp>
        <p:nvSpPr>
          <p:cNvPr id="5" name="文本框 4"/>
          <p:cNvSpPr txBox="1"/>
          <p:nvPr/>
        </p:nvSpPr>
        <p:spPr>
          <a:xfrm>
            <a:off x="1020316" y="3626365"/>
            <a:ext cx="1565434" cy="1406091"/>
          </a:xfrm>
          <a:prstGeom prst="rect">
            <a:avLst/>
          </a:prstGeom>
          <a:noFill/>
        </p:spPr>
        <p:txBody>
          <a:bodyPr wrap="square" rtlCol="0">
            <a:spAutoFit/>
          </a:bodyPr>
          <a:lstStyle/>
          <a:p>
            <a:pPr>
              <a:lnSpc>
                <a:spcPct val="190000"/>
              </a:lnSpc>
            </a:pPr>
            <a:r>
              <a:rPr lang="zh-CN" altLang="en-US" sz="2400" b="1" dirty="0">
                <a:solidFill>
                  <a:srgbClr val="002060"/>
                </a:solidFill>
                <a:latin typeface="华文楷体" panose="02010600040101010101" pitchFamily="2" charset="-122"/>
                <a:ea typeface="华文楷体" panose="02010600040101010101" pitchFamily="2" charset="-122"/>
                <a:sym typeface="+mn-ea"/>
              </a:rPr>
              <a:t>发明名称</a:t>
            </a:r>
          </a:p>
          <a:p>
            <a:pPr>
              <a:lnSpc>
                <a:spcPct val="190000"/>
              </a:lnSpc>
            </a:pPr>
            <a:r>
              <a:rPr lang="zh-CN" altLang="en-US" sz="2400" b="1" dirty="0">
                <a:solidFill>
                  <a:srgbClr val="002060"/>
                </a:solidFill>
                <a:latin typeface="华文楷体" panose="02010600040101010101" pitchFamily="2" charset="-122"/>
                <a:ea typeface="华文楷体" panose="02010600040101010101" pitchFamily="2" charset="-122"/>
                <a:sym typeface="+mn-ea"/>
              </a:rPr>
              <a:t>技术领域</a:t>
            </a:r>
          </a:p>
        </p:txBody>
      </p:sp>
      <p:sp>
        <p:nvSpPr>
          <p:cNvPr id="6" name="椭圆 5"/>
          <p:cNvSpPr/>
          <p:nvPr/>
        </p:nvSpPr>
        <p:spPr>
          <a:xfrm rot="16380000" flipV="1">
            <a:off x="4521230" y="4940340"/>
            <a:ext cx="53340" cy="5381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solidFill>
                <a:srgbClr val="002060"/>
              </a:solidFill>
            </a:endParaRPr>
          </a:p>
        </p:txBody>
      </p:sp>
      <p:sp>
        <p:nvSpPr>
          <p:cNvPr id="7" name="椭圆 6"/>
          <p:cNvSpPr/>
          <p:nvPr/>
        </p:nvSpPr>
        <p:spPr>
          <a:xfrm rot="16380000" flipV="1">
            <a:off x="3016280" y="5302766"/>
            <a:ext cx="53340" cy="5381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solidFill>
                <a:srgbClr val="002060"/>
              </a:solidFill>
            </a:endParaRPr>
          </a:p>
        </p:txBody>
      </p:sp>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2950" y="3679943"/>
            <a:ext cx="5921538" cy="2053313"/>
          </a:xfrm>
          <a:prstGeom prst="rect">
            <a:avLst/>
          </a:prstGeom>
        </p:spPr>
      </p:pic>
      <p:sp>
        <p:nvSpPr>
          <p:cNvPr id="9" name="标注: 线形 8"/>
          <p:cNvSpPr/>
          <p:nvPr/>
        </p:nvSpPr>
        <p:spPr>
          <a:xfrm>
            <a:off x="4908748" y="4562469"/>
            <a:ext cx="2088232" cy="432821"/>
          </a:xfrm>
          <a:prstGeom prst="borderCallout1">
            <a:avLst>
              <a:gd name="adj1" fmla="val 18750"/>
              <a:gd name="adj2" fmla="val -8333"/>
              <a:gd name="adj3" fmla="val -91220"/>
              <a:gd name="adj4" fmla="val -118090"/>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2060"/>
              </a:solidFill>
            </a:endParaRPr>
          </a:p>
        </p:txBody>
      </p:sp>
      <p:sp>
        <p:nvSpPr>
          <p:cNvPr id="10" name="标注: 线形 9"/>
          <p:cNvSpPr/>
          <p:nvPr/>
        </p:nvSpPr>
        <p:spPr>
          <a:xfrm>
            <a:off x="3099484" y="4995290"/>
            <a:ext cx="854848" cy="432821"/>
          </a:xfrm>
          <a:prstGeom prst="borderCallout1">
            <a:avLst>
              <a:gd name="adj1" fmla="val 18750"/>
              <a:gd name="adj2" fmla="val -8333"/>
              <a:gd name="adj3" fmla="val -10738"/>
              <a:gd name="adj4" fmla="val -70168"/>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2060"/>
              </a:solidFill>
            </a:endParaRPr>
          </a:p>
        </p:txBody>
      </p:sp>
      <p:sp>
        <p:nvSpPr>
          <p:cNvPr id="13" name="标题 2">
            <a:extLst>
              <a:ext uri="{FF2B5EF4-FFF2-40B4-BE49-F238E27FC236}">
                <a16:creationId xmlns:a16="http://schemas.microsoft.com/office/drawing/2014/main" id="{0D9631E3-AD94-BBB2-30E5-D8C35AB3D57F}"/>
              </a:ext>
            </a:extLst>
          </p:cNvPr>
          <p:cNvSpPr>
            <a:spLocks noGrp="1"/>
          </p:cNvSpPr>
          <p:nvPr>
            <p:ph type="title"/>
          </p:nvPr>
        </p:nvSpPr>
        <p:spPr>
          <a:xfrm>
            <a:off x="502411" y="325127"/>
            <a:ext cx="8139178" cy="504825"/>
          </a:xfrm>
        </p:spPr>
        <p:txBody>
          <a:bodyPr/>
          <a:lstStyle/>
          <a:p>
            <a:r>
              <a:rPr lang="zh-CN" altLang="en-US" sz="2400" dirty="0"/>
              <a:t>专利写作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a:defRPr/>
            </a:pPr>
            <a:fld id="{77F8EA99-4C44-45B3-9C7D-4DD52C7DC4EC}" type="slidenum">
              <a:rPr lang="en-US" altLang="zh-CN" smtClean="0"/>
              <a:t>27</a:t>
            </a:fld>
            <a:endParaRPr lang="en-US" altLang="zh-CN"/>
          </a:p>
        </p:txBody>
      </p:sp>
      <p:sp>
        <p:nvSpPr>
          <p:cNvPr id="4" name="矩形 4"/>
          <p:cNvSpPr>
            <a:spLocks noChangeArrowheads="1"/>
          </p:cNvSpPr>
          <p:nvPr/>
        </p:nvSpPr>
        <p:spPr bwMode="auto">
          <a:xfrm>
            <a:off x="827584" y="1064493"/>
            <a:ext cx="8208466" cy="2993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buNone/>
            </a:pPr>
            <a:r>
              <a:rPr lang="en-US" altLang="zh-CN" b="1" dirty="0">
                <a:solidFill>
                  <a:srgbClr val="002060"/>
                </a:solidFill>
                <a:latin typeface="华文楷体" panose="02010600040101010101" pitchFamily="2" charset="-122"/>
                <a:ea typeface="华文楷体" panose="02010600040101010101" pitchFamily="2" charset="-122"/>
              </a:rPr>
              <a:t>3</a:t>
            </a:r>
            <a:r>
              <a:rPr lang="zh-CN" altLang="en-US" b="1" dirty="0">
                <a:solidFill>
                  <a:srgbClr val="002060"/>
                </a:solidFill>
                <a:latin typeface="华文楷体" panose="02010600040101010101" pitchFamily="2" charset="-122"/>
                <a:ea typeface="华文楷体" panose="02010600040101010101" pitchFamily="2" charset="-122"/>
              </a:rPr>
              <a:t>、现有技术及背景技术：</a:t>
            </a:r>
          </a:p>
          <a:p>
            <a:pPr>
              <a:buNone/>
            </a:pPr>
            <a:r>
              <a:rPr lang="zh-CN" altLang="en-US" b="1" dirty="0">
                <a:solidFill>
                  <a:srgbClr val="002060"/>
                </a:solidFill>
                <a:latin typeface="华文楷体" panose="02010600040101010101" pitchFamily="2" charset="-122"/>
                <a:ea typeface="华文楷体" panose="02010600040101010101" pitchFamily="2" charset="-122"/>
              </a:rPr>
              <a:t>    </a:t>
            </a:r>
            <a:r>
              <a:rPr lang="zh-CN" altLang="en-US" sz="2400" b="1" dirty="0">
                <a:solidFill>
                  <a:srgbClr val="002060"/>
                </a:solidFill>
                <a:latin typeface="华文楷体" panose="02010600040101010101" pitchFamily="2" charset="-122"/>
                <a:ea typeface="华文楷体" panose="02010600040101010101" pitchFamily="2" charset="-122"/>
              </a:rPr>
              <a:t>在这一部分应写明就其所知，对发明或实用新型的理解、检索、审查有参考作用的现有技术，并引证反映这些背景技术的文件及必要的公布、出版信息等。这些现有技术应当包括相近和最接近的现有技术方案，详细分析最接近的技术方案的技术特征，并客观地指出其存在的</a:t>
            </a:r>
            <a:r>
              <a:rPr lang="zh-CN" altLang="en-US" sz="2400" b="1" dirty="0">
                <a:solidFill>
                  <a:srgbClr val="FF0000"/>
                </a:solidFill>
                <a:latin typeface="华文楷体" panose="02010600040101010101" pitchFamily="2" charset="-122"/>
                <a:ea typeface="华文楷体" panose="02010600040101010101" pitchFamily="2" charset="-122"/>
              </a:rPr>
              <a:t>问题或不足</a:t>
            </a:r>
            <a:r>
              <a:rPr lang="zh-CN" altLang="en-US" sz="2400" b="1" dirty="0">
                <a:solidFill>
                  <a:srgbClr val="002060"/>
                </a:solidFill>
                <a:latin typeface="华文楷体" panose="02010600040101010101" pitchFamily="2" charset="-122"/>
                <a:ea typeface="华文楷体" panose="02010600040101010101" pitchFamily="2" charset="-122"/>
              </a:rPr>
              <a:t>，同时尽量指出这些问题或不足的原因。这部分也可以写本技术的历史背景和现状。</a:t>
            </a:r>
          </a:p>
        </p:txBody>
      </p:sp>
      <p:sp>
        <p:nvSpPr>
          <p:cNvPr id="5" name="矩形 4"/>
          <p:cNvSpPr>
            <a:spLocks noChangeArrowheads="1"/>
          </p:cNvSpPr>
          <p:nvPr/>
        </p:nvSpPr>
        <p:spPr bwMode="auto">
          <a:xfrm>
            <a:off x="1034042" y="4057685"/>
            <a:ext cx="7943850" cy="2383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buNone/>
            </a:pPr>
            <a:r>
              <a:rPr lang="en-US" altLang="zh-CN" b="1" dirty="0">
                <a:solidFill>
                  <a:srgbClr val="002060"/>
                </a:solidFill>
                <a:latin typeface="华文楷体" panose="02010600040101010101" pitchFamily="2" charset="-122"/>
                <a:ea typeface="华文楷体" panose="02010600040101010101" pitchFamily="2" charset="-122"/>
              </a:rPr>
              <a:t>4</a:t>
            </a:r>
            <a:r>
              <a:rPr lang="zh-CN" altLang="en-US" b="1" dirty="0">
                <a:solidFill>
                  <a:srgbClr val="002060"/>
                </a:solidFill>
                <a:latin typeface="华文楷体" panose="02010600040101010101" pitchFamily="2" charset="-122"/>
                <a:ea typeface="华文楷体" panose="02010600040101010101" pitchFamily="2" charset="-122"/>
              </a:rPr>
              <a:t>、目的：</a:t>
            </a:r>
          </a:p>
          <a:p>
            <a:pPr>
              <a:buNone/>
            </a:pPr>
            <a:r>
              <a:rPr lang="zh-CN" altLang="en-US" b="1" dirty="0">
                <a:solidFill>
                  <a:srgbClr val="002060"/>
                </a:solidFill>
                <a:latin typeface="华文楷体" panose="02010600040101010101" pitchFamily="2" charset="-122"/>
                <a:ea typeface="华文楷体" panose="02010600040101010101" pitchFamily="2" charset="-122"/>
              </a:rPr>
              <a:t>    </a:t>
            </a:r>
            <a:r>
              <a:rPr lang="zh-CN" altLang="en-US" sz="2400" b="1" dirty="0">
                <a:solidFill>
                  <a:srgbClr val="002060"/>
                </a:solidFill>
                <a:latin typeface="华文楷体" panose="02010600040101010101" pitchFamily="2" charset="-122"/>
                <a:ea typeface="华文楷体" panose="02010600040101010101" pitchFamily="2" charset="-122"/>
              </a:rPr>
              <a:t>针对现有技术的缺陷，说明该发明要解决的技术课题。所提出的目的应当是所提出的技术方案实际上能够达到的</a:t>
            </a:r>
            <a:r>
              <a:rPr lang="zh-CN" altLang="en-US" sz="2400" b="1" dirty="0">
                <a:solidFill>
                  <a:srgbClr val="FF0000"/>
                </a:solidFill>
                <a:latin typeface="华文楷体" panose="02010600040101010101" pitchFamily="2" charset="-122"/>
                <a:ea typeface="华文楷体" panose="02010600040101010101" pitchFamily="2" charset="-122"/>
              </a:rPr>
              <a:t>直接结果</a:t>
            </a:r>
            <a:r>
              <a:rPr lang="zh-CN" altLang="en-US" sz="2400" b="1" dirty="0">
                <a:solidFill>
                  <a:srgbClr val="002060"/>
                </a:solidFill>
                <a:latin typeface="华文楷体" panose="02010600040101010101" pitchFamily="2" charset="-122"/>
                <a:ea typeface="华文楷体" panose="02010600040101010101" pitchFamily="2" charset="-122"/>
              </a:rPr>
              <a:t>，而不是发明人的主观意愿。形式上一般采用</a:t>
            </a:r>
            <a:r>
              <a:rPr lang="en-US" altLang="zh-CN" sz="2400" b="1" dirty="0">
                <a:solidFill>
                  <a:srgbClr val="002060"/>
                </a:solidFill>
                <a:latin typeface="华文楷体" panose="02010600040101010101" pitchFamily="2" charset="-122"/>
                <a:ea typeface="华文楷体" panose="02010600040101010101" pitchFamily="2" charset="-122"/>
              </a:rPr>
              <a:t>“</a:t>
            </a:r>
            <a:r>
              <a:rPr lang="zh-CN" altLang="en-US" sz="2400" b="1" dirty="0">
                <a:solidFill>
                  <a:srgbClr val="002060"/>
                </a:solidFill>
                <a:latin typeface="华文楷体" panose="02010600040101010101" pitchFamily="2" charset="-122"/>
                <a:ea typeface="华文楷体" panose="02010600040101010101" pitchFamily="2" charset="-122"/>
              </a:rPr>
              <a:t>本发明的目的在于避免</a:t>
            </a:r>
            <a:r>
              <a:rPr lang="en-US" altLang="zh-CN" sz="2400" b="1" dirty="0">
                <a:solidFill>
                  <a:srgbClr val="002060"/>
                </a:solidFill>
                <a:latin typeface="华文楷体" panose="02010600040101010101" pitchFamily="2" charset="-122"/>
                <a:ea typeface="华文楷体" panose="02010600040101010101" pitchFamily="2" charset="-122"/>
              </a:rPr>
              <a:t>…</a:t>
            </a:r>
            <a:r>
              <a:rPr lang="zh-CN" altLang="en-US" sz="2400" b="1" dirty="0">
                <a:solidFill>
                  <a:srgbClr val="002060"/>
                </a:solidFill>
                <a:latin typeface="华文楷体" panose="02010600040101010101" pitchFamily="2" charset="-122"/>
                <a:ea typeface="华文楷体" panose="02010600040101010101" pitchFamily="2" charset="-122"/>
              </a:rPr>
              <a:t>而提供的一种</a:t>
            </a:r>
            <a:r>
              <a:rPr lang="en-US" altLang="zh-CN" sz="2400" b="1" dirty="0">
                <a:solidFill>
                  <a:srgbClr val="002060"/>
                </a:solidFill>
                <a:latin typeface="华文楷体" panose="02010600040101010101" pitchFamily="2" charset="-122"/>
                <a:ea typeface="华文楷体" panose="02010600040101010101" pitchFamily="2" charset="-122"/>
              </a:rPr>
              <a:t>…</a:t>
            </a:r>
            <a:r>
              <a:rPr lang="zh-CN" altLang="en-US" sz="2400" b="1" dirty="0">
                <a:solidFill>
                  <a:srgbClr val="002060"/>
                </a:solidFill>
                <a:latin typeface="华文楷体" panose="02010600040101010101" pitchFamily="2" charset="-122"/>
                <a:ea typeface="华文楷体" panose="02010600040101010101" pitchFamily="2" charset="-122"/>
              </a:rPr>
              <a:t>产品（方法）</a:t>
            </a:r>
            <a:r>
              <a:rPr lang="en-US" altLang="zh-CN" sz="2400" b="1" dirty="0">
                <a:solidFill>
                  <a:srgbClr val="002060"/>
                </a:solidFill>
                <a:latin typeface="华文楷体" panose="02010600040101010101" pitchFamily="2" charset="-122"/>
                <a:ea typeface="华文楷体" panose="02010600040101010101" pitchFamily="2" charset="-122"/>
              </a:rPr>
              <a:t>”</a:t>
            </a:r>
            <a:r>
              <a:rPr lang="zh-CN" altLang="en-US" sz="2400" b="1" dirty="0">
                <a:solidFill>
                  <a:srgbClr val="002060"/>
                </a:solidFill>
                <a:latin typeface="华文楷体" panose="02010600040101010101" pitchFamily="2" charset="-122"/>
                <a:ea typeface="华文楷体" panose="02010600040101010101" pitchFamily="2" charset="-122"/>
              </a:rPr>
              <a:t>的语句。</a:t>
            </a:r>
          </a:p>
        </p:txBody>
      </p:sp>
      <p:sp>
        <p:nvSpPr>
          <p:cNvPr id="8" name="标题 2">
            <a:extLst>
              <a:ext uri="{FF2B5EF4-FFF2-40B4-BE49-F238E27FC236}">
                <a16:creationId xmlns:a16="http://schemas.microsoft.com/office/drawing/2014/main" id="{5EF3577F-91C7-C255-E2AE-A03A4C169C25}"/>
              </a:ext>
            </a:extLst>
          </p:cNvPr>
          <p:cNvSpPr>
            <a:spLocks noGrp="1"/>
          </p:cNvSpPr>
          <p:nvPr>
            <p:ph type="title"/>
          </p:nvPr>
        </p:nvSpPr>
        <p:spPr>
          <a:xfrm>
            <a:off x="502411" y="325127"/>
            <a:ext cx="8139178" cy="504825"/>
          </a:xfrm>
        </p:spPr>
        <p:txBody>
          <a:bodyPr/>
          <a:lstStyle/>
          <a:p>
            <a:r>
              <a:rPr lang="zh-CN" altLang="en-US" sz="2400" dirty="0"/>
              <a:t>专利写作</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a:defRPr/>
            </a:pPr>
            <a:fld id="{77F8EA99-4C44-45B3-9C7D-4DD52C7DC4EC}" type="slidenum">
              <a:rPr lang="en-US" altLang="zh-CN" smtClean="0"/>
              <a:t>28</a:t>
            </a:fld>
            <a:endParaRPr lang="en-US" altLang="zh-CN"/>
          </a:p>
        </p:txBody>
      </p:sp>
      <p:sp>
        <p:nvSpPr>
          <p:cNvPr id="4" name="矩形 4"/>
          <p:cNvSpPr>
            <a:spLocks noChangeArrowheads="1"/>
          </p:cNvSpPr>
          <p:nvPr/>
        </p:nvSpPr>
        <p:spPr bwMode="auto">
          <a:xfrm>
            <a:off x="1043608" y="1196752"/>
            <a:ext cx="7505169" cy="3657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buNone/>
            </a:pPr>
            <a:r>
              <a:rPr lang="en-US" altLang="zh-CN" b="1" dirty="0">
                <a:solidFill>
                  <a:srgbClr val="002060"/>
                </a:solidFill>
                <a:latin typeface="华文楷体" panose="02010600040101010101" pitchFamily="2" charset="-122"/>
                <a:ea typeface="华文楷体" panose="02010600040101010101" pitchFamily="2" charset="-122"/>
              </a:rPr>
              <a:t>5</a:t>
            </a:r>
            <a:r>
              <a:rPr lang="zh-CN" altLang="en-US" b="1" dirty="0">
                <a:solidFill>
                  <a:srgbClr val="002060"/>
                </a:solidFill>
                <a:latin typeface="华文楷体" panose="02010600040101010101" pitchFamily="2" charset="-122"/>
                <a:ea typeface="华文楷体" panose="02010600040101010101" pitchFamily="2" charset="-122"/>
              </a:rPr>
              <a:t>、技术方案：</a:t>
            </a:r>
          </a:p>
          <a:p>
            <a:pPr>
              <a:buNone/>
            </a:pPr>
            <a:r>
              <a:rPr lang="zh-CN" altLang="en-US" sz="2100" b="1" dirty="0">
                <a:solidFill>
                  <a:srgbClr val="002060"/>
                </a:solidFill>
                <a:latin typeface="华文楷体" panose="02010600040101010101" pitchFamily="2" charset="-122"/>
                <a:ea typeface="华文楷体" panose="02010600040101010101" pitchFamily="2" charset="-122"/>
              </a:rPr>
              <a:t>    </a:t>
            </a:r>
            <a:r>
              <a:rPr lang="zh-CN" altLang="en-US" sz="2400" b="1" dirty="0">
                <a:solidFill>
                  <a:srgbClr val="002060"/>
                </a:solidFill>
                <a:latin typeface="华文楷体" panose="02010600040101010101" pitchFamily="2" charset="-122"/>
                <a:ea typeface="华文楷体" panose="02010600040101010101" pitchFamily="2" charset="-122"/>
              </a:rPr>
              <a:t>清楚简明地写出发明或实用新型的技术方案，使所属技术领域的普通技术人员能够理解该技术方案，并能够利用该技术方案解决所提出的技术课题，达到发明或实用新型的目的。一般采用</a:t>
            </a:r>
            <a:r>
              <a:rPr lang="en-US" altLang="zh-CN" sz="2400" b="1" dirty="0">
                <a:solidFill>
                  <a:srgbClr val="002060"/>
                </a:solidFill>
                <a:latin typeface="华文楷体" panose="02010600040101010101" pitchFamily="2" charset="-122"/>
                <a:ea typeface="华文楷体" panose="02010600040101010101" pitchFamily="2" charset="-122"/>
              </a:rPr>
              <a:t>“</a:t>
            </a:r>
            <a:r>
              <a:rPr lang="zh-CN" altLang="en-US" sz="2400" b="1" dirty="0">
                <a:solidFill>
                  <a:srgbClr val="FF0000"/>
                </a:solidFill>
                <a:latin typeface="华文楷体" panose="02010600040101010101" pitchFamily="2" charset="-122"/>
                <a:ea typeface="华文楷体" panose="02010600040101010101" pitchFamily="2" charset="-122"/>
              </a:rPr>
              <a:t>本发明的目的是通过如下措施来达到</a:t>
            </a:r>
            <a:r>
              <a:rPr lang="en-US" altLang="zh-CN" sz="2400" b="1" dirty="0">
                <a:solidFill>
                  <a:srgbClr val="002060"/>
                </a:solidFill>
                <a:latin typeface="华文楷体" panose="02010600040101010101" pitchFamily="2" charset="-122"/>
                <a:ea typeface="华文楷体" panose="02010600040101010101" pitchFamily="2" charset="-122"/>
              </a:rPr>
              <a:t>…”</a:t>
            </a:r>
            <a:r>
              <a:rPr lang="zh-CN" altLang="en-US" sz="2400" b="1" dirty="0">
                <a:solidFill>
                  <a:srgbClr val="002060"/>
                </a:solidFill>
                <a:latin typeface="华文楷体" panose="02010600040101010101" pitchFamily="2" charset="-122"/>
                <a:ea typeface="华文楷体" panose="02010600040101010101" pitchFamily="2" charset="-122"/>
              </a:rPr>
              <a:t>语句开始，之后采用与独立权利要求相一致的措辞，将发明的全部必要技术特征写出。如果发明较为复杂，还可在其后用数个自然段记载与各从属权利要求附加特征相一致的技术特征。务必保证技术方案</a:t>
            </a:r>
            <a:r>
              <a:rPr lang="zh-CN" altLang="en-US" sz="2400" b="1" dirty="0">
                <a:solidFill>
                  <a:srgbClr val="FF0000"/>
                </a:solidFill>
                <a:latin typeface="华文楷体" panose="02010600040101010101" pitchFamily="2" charset="-122"/>
                <a:ea typeface="华文楷体" panose="02010600040101010101" pitchFamily="2" charset="-122"/>
              </a:rPr>
              <a:t>各段与独立权利要求一一对应</a:t>
            </a:r>
            <a:r>
              <a:rPr lang="zh-CN" altLang="en-US" sz="2400" b="1" dirty="0">
                <a:solidFill>
                  <a:srgbClr val="002060"/>
                </a:solidFill>
                <a:latin typeface="华文楷体" panose="02010600040101010101" pitchFamily="2" charset="-122"/>
                <a:ea typeface="华文楷体" panose="02010600040101010101" pitchFamily="2" charset="-122"/>
              </a:rPr>
              <a:t>。</a:t>
            </a:r>
          </a:p>
        </p:txBody>
      </p:sp>
      <p:sp>
        <p:nvSpPr>
          <p:cNvPr id="5" name="文本框 4"/>
          <p:cNvSpPr txBox="1"/>
          <p:nvPr/>
        </p:nvSpPr>
        <p:spPr>
          <a:xfrm>
            <a:off x="755576" y="4653136"/>
            <a:ext cx="1512168" cy="1276824"/>
          </a:xfrm>
          <a:prstGeom prst="rect">
            <a:avLst/>
          </a:prstGeom>
          <a:noFill/>
        </p:spPr>
        <p:txBody>
          <a:bodyPr wrap="square" rtlCol="0">
            <a:spAutoFit/>
          </a:bodyPr>
          <a:lstStyle/>
          <a:p>
            <a:pPr>
              <a:lnSpc>
                <a:spcPct val="170000"/>
              </a:lnSpc>
            </a:pPr>
            <a:r>
              <a:rPr lang="zh-CN" altLang="en-US" sz="2400" b="1" dirty="0">
                <a:solidFill>
                  <a:srgbClr val="002060"/>
                </a:solidFill>
                <a:latin typeface="华文楷体" panose="02010600040101010101" pitchFamily="2" charset="-122"/>
                <a:ea typeface="华文楷体" panose="02010600040101010101" pitchFamily="2" charset="-122"/>
                <a:sym typeface="+mn-ea"/>
              </a:rPr>
              <a:t>发明内容</a:t>
            </a:r>
          </a:p>
          <a:p>
            <a:pPr>
              <a:lnSpc>
                <a:spcPct val="170000"/>
              </a:lnSpc>
            </a:pPr>
            <a:r>
              <a:rPr lang="zh-CN" altLang="en-US" sz="2400" b="1" dirty="0">
                <a:solidFill>
                  <a:srgbClr val="002060"/>
                </a:solidFill>
                <a:latin typeface="华文楷体" panose="02010600040101010101" pitchFamily="2" charset="-122"/>
                <a:ea typeface="华文楷体" panose="02010600040101010101" pitchFamily="2" charset="-122"/>
                <a:sym typeface="+mn-ea"/>
              </a:rPr>
              <a:t>技术方案</a:t>
            </a:r>
          </a:p>
        </p:txBody>
      </p:sp>
      <p:sp>
        <p:nvSpPr>
          <p:cNvPr id="6" name="椭圆 5"/>
          <p:cNvSpPr/>
          <p:nvPr/>
        </p:nvSpPr>
        <p:spPr>
          <a:xfrm rot="16380000" flipV="1">
            <a:off x="2186811" y="5992424"/>
            <a:ext cx="53340" cy="5667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002060"/>
              </a:solidFill>
            </a:endParaRPr>
          </a:p>
        </p:txBody>
      </p:sp>
      <p:sp>
        <p:nvSpPr>
          <p:cNvPr id="7" name="椭圆 6"/>
          <p:cNvSpPr/>
          <p:nvPr/>
        </p:nvSpPr>
        <p:spPr>
          <a:xfrm rot="16380000" flipV="1">
            <a:off x="5443884" y="6531063"/>
            <a:ext cx="53340" cy="5667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002060"/>
              </a:solidFill>
            </a:endParaRPr>
          </a:p>
        </p:txBody>
      </p:sp>
      <p:sp>
        <p:nvSpPr>
          <p:cNvPr id="8" name="椭圆 7"/>
          <p:cNvSpPr/>
          <p:nvPr/>
        </p:nvSpPr>
        <p:spPr>
          <a:xfrm rot="16380000" flipV="1">
            <a:off x="2130137" y="6822528"/>
            <a:ext cx="53340" cy="56677"/>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solidFill>
                <a:srgbClr val="002060"/>
              </a:solidFill>
            </a:endParaRPr>
          </a:p>
        </p:txBody>
      </p:sp>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7111" y="4887618"/>
            <a:ext cx="6740767" cy="1042342"/>
          </a:xfrm>
          <a:prstGeom prst="rect">
            <a:avLst/>
          </a:prstGeom>
        </p:spPr>
      </p:pic>
      <p:sp>
        <p:nvSpPr>
          <p:cNvPr id="10" name="标注: 线形 9"/>
          <p:cNvSpPr/>
          <p:nvPr/>
        </p:nvSpPr>
        <p:spPr>
          <a:xfrm>
            <a:off x="2564350" y="5408789"/>
            <a:ext cx="4210746" cy="465087"/>
          </a:xfrm>
          <a:prstGeom prst="borderCallout1">
            <a:avLst>
              <a:gd name="adj1" fmla="val 18750"/>
              <a:gd name="adj2" fmla="val -8333"/>
              <a:gd name="adj3" fmla="val -46659"/>
              <a:gd name="adj4" fmla="val -23086"/>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rgbClr val="002060"/>
              </a:solidFill>
            </a:endParaRPr>
          </a:p>
        </p:txBody>
      </p:sp>
      <p:sp>
        <p:nvSpPr>
          <p:cNvPr id="11" name="标注: 线形 10"/>
          <p:cNvSpPr/>
          <p:nvPr/>
        </p:nvSpPr>
        <p:spPr>
          <a:xfrm>
            <a:off x="7137692" y="5464873"/>
            <a:ext cx="1668382" cy="465087"/>
          </a:xfrm>
          <a:prstGeom prst="borderCallout1">
            <a:avLst>
              <a:gd name="adj1" fmla="val 18750"/>
              <a:gd name="adj2" fmla="val -8333"/>
              <a:gd name="adj3" fmla="val 42283"/>
              <a:gd name="adj4" fmla="val -303802"/>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rgbClr val="002060"/>
              </a:solidFill>
            </a:endParaRPr>
          </a:p>
        </p:txBody>
      </p:sp>
      <p:sp>
        <p:nvSpPr>
          <p:cNvPr id="14" name="标题 2">
            <a:extLst>
              <a:ext uri="{FF2B5EF4-FFF2-40B4-BE49-F238E27FC236}">
                <a16:creationId xmlns:a16="http://schemas.microsoft.com/office/drawing/2014/main" id="{7A6F98EF-913B-8AE9-C4C9-D79A6C6E337A}"/>
              </a:ext>
            </a:extLst>
          </p:cNvPr>
          <p:cNvSpPr>
            <a:spLocks noGrp="1"/>
          </p:cNvSpPr>
          <p:nvPr>
            <p:ph type="title"/>
          </p:nvPr>
        </p:nvSpPr>
        <p:spPr>
          <a:xfrm>
            <a:off x="502411" y="325127"/>
            <a:ext cx="8139178" cy="504825"/>
          </a:xfrm>
        </p:spPr>
        <p:txBody>
          <a:bodyPr/>
          <a:lstStyle/>
          <a:p>
            <a:r>
              <a:rPr lang="zh-CN" altLang="en-US" sz="2400" dirty="0"/>
              <a:t>专利写作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a:defRPr/>
            </a:pPr>
            <a:fld id="{77F8EA99-4C44-45B3-9C7D-4DD52C7DC4EC}" type="slidenum">
              <a:rPr lang="en-US" altLang="zh-CN" smtClean="0"/>
              <a:t>29</a:t>
            </a:fld>
            <a:endParaRPr lang="en-US" altLang="zh-CN"/>
          </a:p>
        </p:txBody>
      </p:sp>
      <p:sp>
        <p:nvSpPr>
          <p:cNvPr id="4" name="矩形 4"/>
          <p:cNvSpPr>
            <a:spLocks noChangeArrowheads="1"/>
          </p:cNvSpPr>
          <p:nvPr/>
        </p:nvSpPr>
        <p:spPr bwMode="auto">
          <a:xfrm>
            <a:off x="1217634" y="1556792"/>
            <a:ext cx="7674846" cy="2272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buNone/>
            </a:pPr>
            <a:r>
              <a:rPr lang="en-US" altLang="zh-CN" b="1" dirty="0">
                <a:solidFill>
                  <a:srgbClr val="002060"/>
                </a:solidFill>
                <a:latin typeface="华文楷体" panose="02010600040101010101" pitchFamily="2" charset="-122"/>
                <a:ea typeface="华文楷体" panose="02010600040101010101" pitchFamily="2" charset="-122"/>
              </a:rPr>
              <a:t>6</a:t>
            </a:r>
            <a:r>
              <a:rPr lang="zh-CN" altLang="en-US" b="1" dirty="0">
                <a:solidFill>
                  <a:srgbClr val="002060"/>
                </a:solidFill>
                <a:latin typeface="华文楷体" panose="02010600040101010101" pitchFamily="2" charset="-122"/>
                <a:ea typeface="华文楷体" panose="02010600040101010101" pitchFamily="2" charset="-122"/>
              </a:rPr>
              <a:t>、相对优点与积极效果：</a:t>
            </a:r>
          </a:p>
          <a:p>
            <a:pPr>
              <a:buNone/>
            </a:pPr>
            <a:r>
              <a:rPr lang="zh-CN" altLang="en-US" sz="2100" b="1" dirty="0">
                <a:solidFill>
                  <a:srgbClr val="002060"/>
                </a:solidFill>
                <a:latin typeface="华文楷体" panose="02010600040101010101" pitchFamily="2" charset="-122"/>
                <a:ea typeface="华文楷体" panose="02010600040101010101" pitchFamily="2" charset="-122"/>
              </a:rPr>
              <a:t>    </a:t>
            </a:r>
            <a:r>
              <a:rPr lang="zh-CN" altLang="en-US" sz="2400" b="1" dirty="0">
                <a:solidFill>
                  <a:srgbClr val="002060"/>
                </a:solidFill>
                <a:latin typeface="华文楷体" panose="02010600040101010101" pitchFamily="2" charset="-122"/>
                <a:ea typeface="华文楷体" panose="02010600040101010101" pitchFamily="2" charset="-122"/>
              </a:rPr>
              <a:t>清楚有根据地</a:t>
            </a:r>
            <a:r>
              <a:rPr lang="zh-CN" altLang="en-US" sz="2400" b="1" dirty="0">
                <a:solidFill>
                  <a:srgbClr val="002060"/>
                </a:solidFill>
                <a:latin typeface="华文楷体" panose="02010600040101010101" pitchFamily="2" charset="-122"/>
                <a:ea typeface="华文楷体" panose="02010600040101010101" pitchFamily="2" charset="-122"/>
                <a:sym typeface="+mn-ea"/>
              </a:rPr>
              <a:t>通过客观评价现有技术的缺陷、不足或存在的主要弊端等</a:t>
            </a:r>
            <a:r>
              <a:rPr lang="zh-CN" altLang="en-US" sz="2400" b="1" dirty="0">
                <a:solidFill>
                  <a:srgbClr val="002060"/>
                </a:solidFill>
                <a:latin typeface="华文楷体" panose="02010600040101010101" pitchFamily="2" charset="-122"/>
                <a:ea typeface="华文楷体" panose="02010600040101010101" pitchFamily="2" charset="-122"/>
              </a:rPr>
              <a:t>说明发明与现有技术相比所具有的优点和积极效果。可以从方法或者产品的性能、</a:t>
            </a:r>
            <a:r>
              <a:rPr lang="zh-CN" altLang="en-US" sz="2400" b="1" dirty="0">
                <a:solidFill>
                  <a:srgbClr val="FF0000"/>
                </a:solidFill>
                <a:latin typeface="华文楷体" panose="02010600040101010101" pitchFamily="2" charset="-122"/>
                <a:ea typeface="华文楷体" panose="02010600040101010101" pitchFamily="2" charset="-122"/>
              </a:rPr>
              <a:t>成本、效率、使用寿命、方便可靠性</a:t>
            </a:r>
            <a:r>
              <a:rPr lang="zh-CN" altLang="en-US" sz="2400" b="1" dirty="0">
                <a:solidFill>
                  <a:srgbClr val="002060"/>
                </a:solidFill>
                <a:latin typeface="华文楷体" panose="02010600040101010101" pitchFamily="2" charset="-122"/>
                <a:ea typeface="华文楷体" panose="02010600040101010101" pitchFamily="2" charset="-122"/>
              </a:rPr>
              <a:t>等方面入手。务必保证客观公正，不可贬低现有技术而抬高所申请发明。</a:t>
            </a:r>
          </a:p>
        </p:txBody>
      </p:sp>
      <p:sp>
        <p:nvSpPr>
          <p:cNvPr id="5" name="矩形 4"/>
          <p:cNvSpPr>
            <a:spLocks noChangeArrowheads="1"/>
          </p:cNvSpPr>
          <p:nvPr/>
        </p:nvSpPr>
        <p:spPr bwMode="auto">
          <a:xfrm>
            <a:off x="1259632" y="4077072"/>
            <a:ext cx="7344816" cy="1995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buNone/>
            </a:pPr>
            <a:r>
              <a:rPr lang="en-US" altLang="zh-CN" b="1" dirty="0">
                <a:solidFill>
                  <a:srgbClr val="002060"/>
                </a:solidFill>
                <a:latin typeface="华文楷体" panose="02010600040101010101" pitchFamily="2" charset="-122"/>
                <a:ea typeface="华文楷体" panose="02010600040101010101" pitchFamily="2" charset="-122"/>
              </a:rPr>
              <a:t>7</a:t>
            </a:r>
            <a:r>
              <a:rPr lang="zh-CN" altLang="en-US" b="1" dirty="0">
                <a:solidFill>
                  <a:srgbClr val="002060"/>
                </a:solidFill>
                <a:latin typeface="华文楷体" panose="02010600040101010101" pitchFamily="2" charset="-122"/>
                <a:ea typeface="华文楷体" panose="02010600040101010101" pitchFamily="2" charset="-122"/>
              </a:rPr>
              <a:t>、附图说明：</a:t>
            </a:r>
          </a:p>
          <a:p>
            <a:pPr>
              <a:buNone/>
            </a:pPr>
            <a:r>
              <a:rPr lang="zh-CN" altLang="en-US" sz="2400" b="1" dirty="0">
                <a:solidFill>
                  <a:srgbClr val="002060"/>
                </a:solidFill>
                <a:latin typeface="华文楷体" panose="02010600040101010101" pitchFamily="2" charset="-122"/>
                <a:ea typeface="华文楷体" panose="02010600040101010101" pitchFamily="2" charset="-122"/>
              </a:rPr>
              <a:t>    如有必要，可使用带有介绍性说明的附图对发明创造的技术内容进行辅助说明。首先需要有附图的编号和名称，其次还需要在此逐一说明附图中的每个标注的符号或结合附图对发明的技术特征做进一步阐述。</a:t>
            </a:r>
          </a:p>
        </p:txBody>
      </p:sp>
      <p:sp>
        <p:nvSpPr>
          <p:cNvPr id="8" name="标题 2">
            <a:extLst>
              <a:ext uri="{FF2B5EF4-FFF2-40B4-BE49-F238E27FC236}">
                <a16:creationId xmlns:a16="http://schemas.microsoft.com/office/drawing/2014/main" id="{BCF5A243-0F53-CD92-247B-601821F02420}"/>
              </a:ext>
            </a:extLst>
          </p:cNvPr>
          <p:cNvSpPr>
            <a:spLocks noGrp="1"/>
          </p:cNvSpPr>
          <p:nvPr>
            <p:ph type="title"/>
          </p:nvPr>
        </p:nvSpPr>
        <p:spPr>
          <a:xfrm>
            <a:off x="502411" y="325127"/>
            <a:ext cx="8139178" cy="504825"/>
          </a:xfrm>
        </p:spPr>
        <p:txBody>
          <a:bodyPr/>
          <a:lstStyle/>
          <a:p>
            <a:r>
              <a:rPr lang="zh-CN" altLang="en-US" sz="2400" dirty="0"/>
              <a:t>专利写作</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a:defRPr/>
            </a:pPr>
            <a:fld id="{77F8EA99-4C44-45B3-9C7D-4DD52C7DC4EC}" type="slidenum">
              <a:rPr lang="en-US" altLang="zh-CN" smtClean="0"/>
              <a:t>30</a:t>
            </a:fld>
            <a:endParaRPr lang="en-US" altLang="zh-CN"/>
          </a:p>
        </p:txBody>
      </p:sp>
      <p:sp>
        <p:nvSpPr>
          <p:cNvPr id="4" name="文本框 3"/>
          <p:cNvSpPr txBox="1"/>
          <p:nvPr/>
        </p:nvSpPr>
        <p:spPr>
          <a:xfrm>
            <a:off x="827584" y="980728"/>
            <a:ext cx="2051209" cy="1276824"/>
          </a:xfrm>
          <a:prstGeom prst="rect">
            <a:avLst/>
          </a:prstGeom>
          <a:noFill/>
        </p:spPr>
        <p:txBody>
          <a:bodyPr wrap="square" rtlCol="0">
            <a:spAutoFit/>
          </a:bodyPr>
          <a:lstStyle/>
          <a:p>
            <a:pPr>
              <a:lnSpc>
                <a:spcPct val="170000"/>
              </a:lnSpc>
            </a:pPr>
            <a:r>
              <a:rPr lang="zh-CN" altLang="en-US" sz="2400" b="1" dirty="0">
                <a:solidFill>
                  <a:srgbClr val="002060"/>
                </a:solidFill>
                <a:latin typeface="华文楷体" panose="02010600040101010101" pitchFamily="2" charset="-122"/>
                <a:ea typeface="华文楷体" panose="02010600040101010101" pitchFamily="2" charset="-122"/>
                <a:sym typeface="+mn-ea"/>
              </a:rPr>
              <a:t>附图编号</a:t>
            </a:r>
          </a:p>
          <a:p>
            <a:pPr>
              <a:lnSpc>
                <a:spcPct val="170000"/>
              </a:lnSpc>
            </a:pPr>
            <a:r>
              <a:rPr lang="zh-CN" altLang="en-US" sz="2400" b="1" dirty="0">
                <a:solidFill>
                  <a:srgbClr val="002060"/>
                </a:solidFill>
                <a:latin typeface="华文楷体" panose="02010600040101010101" pitchFamily="2" charset="-122"/>
                <a:ea typeface="华文楷体" panose="02010600040101010101" pitchFamily="2" charset="-122"/>
                <a:sym typeface="+mn-ea"/>
              </a:rPr>
              <a:t>附图名称</a:t>
            </a:r>
          </a:p>
        </p:txBody>
      </p:sp>
      <p:sp>
        <p:nvSpPr>
          <p:cNvPr id="5" name="椭圆 4"/>
          <p:cNvSpPr/>
          <p:nvPr/>
        </p:nvSpPr>
        <p:spPr>
          <a:xfrm rot="16380000" flipV="1">
            <a:off x="3415050" y="2099917"/>
            <a:ext cx="53340" cy="5381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solidFill>
                <a:srgbClr val="002060"/>
              </a:solidFill>
            </a:endParaRPr>
          </a:p>
        </p:txBody>
      </p:sp>
      <p:sp>
        <p:nvSpPr>
          <p:cNvPr id="6" name="椭圆 5"/>
          <p:cNvSpPr/>
          <p:nvPr/>
        </p:nvSpPr>
        <p:spPr>
          <a:xfrm rot="16380000" flipV="1">
            <a:off x="3843199" y="2323278"/>
            <a:ext cx="53340" cy="5381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solidFill>
                <a:srgbClr val="002060"/>
              </a:solidFill>
            </a:endParaRPr>
          </a:p>
        </p:txBody>
      </p:sp>
      <p:sp>
        <p:nvSpPr>
          <p:cNvPr id="7" name="椭圆 6"/>
          <p:cNvSpPr/>
          <p:nvPr/>
        </p:nvSpPr>
        <p:spPr>
          <a:xfrm rot="16380000" flipV="1">
            <a:off x="3871298" y="3650587"/>
            <a:ext cx="53340" cy="5381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a:solidFill>
                <a:srgbClr val="002060"/>
              </a:solidFill>
            </a:endParaRPr>
          </a:p>
        </p:txBody>
      </p:sp>
      <p:pic>
        <p:nvPicPr>
          <p:cNvPr id="8" name="图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7975" y="1021553"/>
            <a:ext cx="6048821" cy="2713349"/>
          </a:xfrm>
          <a:prstGeom prst="rect">
            <a:avLst/>
          </a:prstGeom>
        </p:spPr>
      </p:pic>
      <p:sp>
        <p:nvSpPr>
          <p:cNvPr id="9" name="标注: 线形 8"/>
          <p:cNvSpPr/>
          <p:nvPr/>
        </p:nvSpPr>
        <p:spPr>
          <a:xfrm>
            <a:off x="3007558" y="1081143"/>
            <a:ext cx="519530" cy="2568310"/>
          </a:xfrm>
          <a:prstGeom prst="borderCallout1">
            <a:avLst>
              <a:gd name="adj1" fmla="val 18750"/>
              <a:gd name="adj2" fmla="val -8333"/>
              <a:gd name="adj3" fmla="val 10353"/>
              <a:gd name="adj4" fmla="val -172432"/>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2060"/>
              </a:solidFill>
            </a:endParaRPr>
          </a:p>
        </p:txBody>
      </p:sp>
      <p:sp>
        <p:nvSpPr>
          <p:cNvPr id="10" name="标注: 线形 9"/>
          <p:cNvSpPr/>
          <p:nvPr/>
        </p:nvSpPr>
        <p:spPr>
          <a:xfrm>
            <a:off x="3655853" y="2875670"/>
            <a:ext cx="4927269" cy="309629"/>
          </a:xfrm>
          <a:prstGeom prst="borderCallout1">
            <a:avLst>
              <a:gd name="adj1" fmla="val 18750"/>
              <a:gd name="adj2" fmla="val -8333"/>
              <a:gd name="adj3" fmla="val -270714"/>
              <a:gd name="adj4" fmla="val -31705"/>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2060"/>
              </a:solidFill>
            </a:endParaRPr>
          </a:p>
        </p:txBody>
      </p:sp>
      <p:sp>
        <p:nvSpPr>
          <p:cNvPr id="11" name="矩形 4"/>
          <p:cNvSpPr>
            <a:spLocks noChangeArrowheads="1"/>
          </p:cNvSpPr>
          <p:nvPr/>
        </p:nvSpPr>
        <p:spPr bwMode="auto">
          <a:xfrm>
            <a:off x="971600" y="3638097"/>
            <a:ext cx="7848872" cy="2840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marL="457200" indent="-457200"/>
            <a:r>
              <a:rPr lang="zh-CN" altLang="en-US" sz="2000" b="1" dirty="0">
                <a:solidFill>
                  <a:srgbClr val="002060"/>
                </a:solidFill>
                <a:latin typeface="华文楷体" panose="02010600040101010101" pitchFamily="2" charset="-122"/>
                <a:ea typeface="华文楷体" panose="02010600040101010101" pitchFamily="2" charset="-122"/>
              </a:rPr>
              <a:t>说明书附图要求：</a:t>
            </a:r>
          </a:p>
          <a:p>
            <a:pPr>
              <a:buNone/>
            </a:pPr>
            <a:r>
              <a:rPr lang="zh-CN" altLang="en-US" sz="2000" b="1" dirty="0">
                <a:solidFill>
                  <a:srgbClr val="002060"/>
                </a:solidFill>
                <a:latin typeface="华文楷体" panose="02010600040101010101" pitchFamily="2" charset="-122"/>
                <a:ea typeface="华文楷体" panose="02010600040101010101" pitchFamily="2" charset="-122"/>
              </a:rPr>
              <a:t>    </a:t>
            </a:r>
            <a:r>
              <a:rPr lang="en-US" altLang="zh-CN" sz="2000" b="1" dirty="0">
                <a:solidFill>
                  <a:srgbClr val="002060"/>
                </a:solidFill>
                <a:latin typeface="华文楷体" panose="02010600040101010101" pitchFamily="2" charset="-122"/>
                <a:ea typeface="华文楷体" panose="02010600040101010101" pitchFamily="2" charset="-122"/>
              </a:rPr>
              <a:t>1</a:t>
            </a:r>
            <a:r>
              <a:rPr lang="zh-CN" altLang="en-US" sz="1600" b="1" dirty="0">
                <a:solidFill>
                  <a:srgbClr val="002060"/>
                </a:solidFill>
                <a:latin typeface="华文楷体" panose="02010600040101010101" pitchFamily="2" charset="-122"/>
                <a:ea typeface="华文楷体" panose="02010600040101010101" pitchFamily="2" charset="-122"/>
              </a:rPr>
              <a:t>、图形线条均匀清楚，适合复印。图形大体按各部分尺寸比例绘制。</a:t>
            </a:r>
          </a:p>
          <a:p>
            <a:pPr>
              <a:buNone/>
            </a:pPr>
            <a:r>
              <a:rPr lang="zh-CN" altLang="en-US" sz="1600" b="1" dirty="0">
                <a:solidFill>
                  <a:srgbClr val="002060"/>
                </a:solidFill>
                <a:latin typeface="华文楷体" panose="02010600040101010101" pitchFamily="2" charset="-122"/>
                <a:ea typeface="华文楷体" panose="02010600040101010101" pitchFamily="2" charset="-122"/>
              </a:rPr>
              <a:t>    </a:t>
            </a:r>
            <a:r>
              <a:rPr lang="en-US" altLang="zh-CN" sz="1600" b="1" dirty="0">
                <a:solidFill>
                  <a:srgbClr val="002060"/>
                </a:solidFill>
                <a:latin typeface="华文楷体" panose="02010600040101010101" pitchFamily="2" charset="-122"/>
                <a:ea typeface="华文楷体" panose="02010600040101010101" pitchFamily="2" charset="-122"/>
              </a:rPr>
              <a:t>2</a:t>
            </a:r>
            <a:r>
              <a:rPr lang="zh-CN" altLang="en-US" sz="1600" b="1" dirty="0">
                <a:solidFill>
                  <a:srgbClr val="002060"/>
                </a:solidFill>
                <a:latin typeface="华文楷体" panose="02010600040101010101" pitchFamily="2" charset="-122"/>
                <a:ea typeface="华文楷体" panose="02010600040101010101" pitchFamily="2" charset="-122"/>
              </a:rPr>
              <a:t>、几幅图可以画在一张图纸上，也可以一幅图连续画在多张图纸上，但均需连续编号并注明。</a:t>
            </a:r>
          </a:p>
          <a:p>
            <a:pPr>
              <a:buNone/>
            </a:pPr>
            <a:r>
              <a:rPr lang="zh-CN" altLang="en-US" sz="1600" b="1" dirty="0">
                <a:solidFill>
                  <a:srgbClr val="002060"/>
                </a:solidFill>
                <a:latin typeface="华文楷体" panose="02010600040101010101" pitchFamily="2" charset="-122"/>
                <a:ea typeface="华文楷体" panose="02010600040101010101" pitchFamily="2" charset="-122"/>
              </a:rPr>
              <a:t>    </a:t>
            </a:r>
            <a:r>
              <a:rPr lang="en-US" altLang="zh-CN" sz="1600" b="1" dirty="0">
                <a:solidFill>
                  <a:srgbClr val="002060"/>
                </a:solidFill>
                <a:latin typeface="华文楷体" panose="02010600040101010101" pitchFamily="2" charset="-122"/>
                <a:ea typeface="华文楷体" panose="02010600040101010101" pitchFamily="2" charset="-122"/>
              </a:rPr>
              <a:t>3</a:t>
            </a:r>
            <a:r>
              <a:rPr lang="zh-CN" altLang="en-US" sz="1600" b="1" dirty="0">
                <a:solidFill>
                  <a:srgbClr val="002060"/>
                </a:solidFill>
                <a:latin typeface="华文楷体" panose="02010600040101010101" pitchFamily="2" charset="-122"/>
                <a:ea typeface="华文楷体" panose="02010600040101010101" pitchFamily="2" charset="-122"/>
              </a:rPr>
              <a:t>、为标明途中不同组成部分，可用阿拉伯数字做标记。附图中的标记应当和说明书中提到的标记一一对应。</a:t>
            </a:r>
          </a:p>
          <a:p>
            <a:pPr>
              <a:buNone/>
            </a:pPr>
            <a:r>
              <a:rPr lang="zh-CN" altLang="en-US" sz="1600" b="1" dirty="0">
                <a:solidFill>
                  <a:srgbClr val="002060"/>
                </a:solidFill>
                <a:latin typeface="华文楷体" panose="02010600040101010101" pitchFamily="2" charset="-122"/>
                <a:ea typeface="华文楷体" panose="02010600040101010101" pitchFamily="2" charset="-122"/>
              </a:rPr>
              <a:t>    </a:t>
            </a:r>
            <a:r>
              <a:rPr lang="en-US" altLang="zh-CN" sz="1600" b="1" dirty="0">
                <a:solidFill>
                  <a:srgbClr val="002060"/>
                </a:solidFill>
                <a:latin typeface="华文楷体" panose="02010600040101010101" pitchFamily="2" charset="-122"/>
                <a:ea typeface="华文楷体" panose="02010600040101010101" pitchFamily="2" charset="-122"/>
              </a:rPr>
              <a:t>4</a:t>
            </a:r>
            <a:r>
              <a:rPr lang="zh-CN" altLang="en-US" sz="1600" b="1" dirty="0">
                <a:solidFill>
                  <a:srgbClr val="002060"/>
                </a:solidFill>
                <a:latin typeface="华文楷体" panose="02010600040101010101" pitchFamily="2" charset="-122"/>
                <a:ea typeface="华文楷体" panose="02010600040101010101" pitchFamily="2" charset="-122"/>
              </a:rPr>
              <a:t>、未经审查员同意，附图中只允许有少量简单文字，如</a:t>
            </a:r>
            <a:r>
              <a:rPr lang="en-US" altLang="zh-CN" sz="1600" b="1" dirty="0">
                <a:solidFill>
                  <a:srgbClr val="002060"/>
                </a:solidFill>
                <a:latin typeface="华文楷体" panose="02010600040101010101" pitchFamily="2" charset="-122"/>
                <a:ea typeface="华文楷体" panose="02010600040101010101" pitchFamily="2" charset="-122"/>
              </a:rPr>
              <a:t>“</a:t>
            </a:r>
            <a:r>
              <a:rPr lang="zh-CN" altLang="en-US" sz="1600" b="1" dirty="0">
                <a:solidFill>
                  <a:srgbClr val="002060"/>
                </a:solidFill>
                <a:latin typeface="华文楷体" panose="02010600040101010101" pitchFamily="2" charset="-122"/>
                <a:ea typeface="华文楷体" panose="02010600040101010101" pitchFamily="2" charset="-122"/>
              </a:rPr>
              <a:t>水</a:t>
            </a:r>
            <a:r>
              <a:rPr lang="en-US" altLang="zh-CN" sz="1600" b="1" dirty="0">
                <a:solidFill>
                  <a:srgbClr val="002060"/>
                </a:solidFill>
                <a:latin typeface="华文楷体" panose="02010600040101010101" pitchFamily="2" charset="-122"/>
                <a:ea typeface="华文楷体" panose="02010600040101010101" pitchFamily="2" charset="-122"/>
              </a:rPr>
              <a:t>”</a:t>
            </a:r>
            <a:r>
              <a:rPr lang="zh-CN" altLang="en-US" sz="1600" b="1" dirty="0">
                <a:solidFill>
                  <a:srgbClr val="002060"/>
                </a:solidFill>
                <a:latin typeface="华文楷体" panose="02010600040101010101" pitchFamily="2" charset="-122"/>
                <a:ea typeface="华文楷体" panose="02010600040101010101" pitchFamily="2" charset="-122"/>
              </a:rPr>
              <a:t>、</a:t>
            </a:r>
            <a:r>
              <a:rPr lang="en-US" altLang="zh-CN" sz="1600" b="1" dirty="0">
                <a:solidFill>
                  <a:srgbClr val="002060"/>
                </a:solidFill>
                <a:latin typeface="华文楷体" panose="02010600040101010101" pitchFamily="2" charset="-122"/>
                <a:ea typeface="华文楷体" panose="02010600040101010101" pitchFamily="2" charset="-122"/>
              </a:rPr>
              <a:t>“</a:t>
            </a:r>
            <a:r>
              <a:rPr lang="zh-CN" altLang="en-US" sz="1600" b="1" dirty="0">
                <a:solidFill>
                  <a:srgbClr val="002060"/>
                </a:solidFill>
                <a:latin typeface="华文楷体" panose="02010600040101010101" pitchFamily="2" charset="-122"/>
                <a:ea typeface="华文楷体" panose="02010600040101010101" pitchFamily="2" charset="-122"/>
              </a:rPr>
              <a:t>开</a:t>
            </a:r>
            <a:r>
              <a:rPr lang="en-US" altLang="zh-CN" sz="1600" b="1" dirty="0">
                <a:solidFill>
                  <a:srgbClr val="002060"/>
                </a:solidFill>
                <a:latin typeface="华文楷体" panose="02010600040101010101" pitchFamily="2" charset="-122"/>
                <a:ea typeface="华文楷体" panose="02010600040101010101" pitchFamily="2" charset="-122"/>
              </a:rPr>
              <a:t>”</a:t>
            </a:r>
            <a:r>
              <a:rPr lang="zh-CN" altLang="en-US" sz="1600" b="1" dirty="0">
                <a:solidFill>
                  <a:srgbClr val="002060"/>
                </a:solidFill>
                <a:latin typeface="华文楷体" panose="02010600040101010101" pitchFamily="2" charset="-122"/>
                <a:ea typeface="华文楷体" panose="02010600040101010101" pitchFamily="2" charset="-122"/>
              </a:rPr>
              <a:t>、</a:t>
            </a:r>
            <a:r>
              <a:rPr lang="en-US" altLang="zh-CN" sz="1600" b="1" dirty="0">
                <a:solidFill>
                  <a:srgbClr val="002060"/>
                </a:solidFill>
                <a:latin typeface="华文楷体" panose="02010600040101010101" pitchFamily="2" charset="-122"/>
                <a:ea typeface="华文楷体" panose="02010600040101010101" pitchFamily="2" charset="-122"/>
              </a:rPr>
              <a:t>“</a:t>
            </a:r>
            <a:r>
              <a:rPr lang="zh-CN" altLang="en-US" sz="1600" b="1" dirty="0">
                <a:solidFill>
                  <a:srgbClr val="002060"/>
                </a:solidFill>
                <a:latin typeface="华文楷体" panose="02010600040101010101" pitchFamily="2" charset="-122"/>
                <a:ea typeface="华文楷体" panose="02010600040101010101" pitchFamily="2" charset="-122"/>
              </a:rPr>
              <a:t>关</a:t>
            </a:r>
            <a:r>
              <a:rPr lang="en-US" altLang="zh-CN" sz="1600" b="1" dirty="0">
                <a:solidFill>
                  <a:srgbClr val="002060"/>
                </a:solidFill>
                <a:latin typeface="华文楷体" panose="02010600040101010101" pitchFamily="2" charset="-122"/>
                <a:ea typeface="华文楷体" panose="02010600040101010101" pitchFamily="2" charset="-122"/>
              </a:rPr>
              <a:t>”</a:t>
            </a:r>
            <a:r>
              <a:rPr lang="zh-CN" altLang="en-US" sz="1600" b="1" dirty="0">
                <a:solidFill>
                  <a:srgbClr val="002060"/>
                </a:solidFill>
                <a:latin typeface="华文楷体" panose="02010600040101010101" pitchFamily="2" charset="-122"/>
                <a:ea typeface="华文楷体" panose="02010600040101010101" pitchFamily="2" charset="-122"/>
              </a:rPr>
              <a:t>、</a:t>
            </a:r>
            <a:r>
              <a:rPr lang="en-US" altLang="zh-CN" sz="1600" b="1" dirty="0">
                <a:solidFill>
                  <a:srgbClr val="002060"/>
                </a:solidFill>
                <a:latin typeface="华文楷体" panose="02010600040101010101" pitchFamily="2" charset="-122"/>
                <a:ea typeface="华文楷体" panose="02010600040101010101" pitchFamily="2" charset="-122"/>
              </a:rPr>
              <a:t>“A-A</a:t>
            </a:r>
            <a:r>
              <a:rPr lang="zh-CN" altLang="en-US" sz="1600" b="1" dirty="0">
                <a:solidFill>
                  <a:srgbClr val="002060"/>
                </a:solidFill>
                <a:latin typeface="华文楷体" panose="02010600040101010101" pitchFamily="2" charset="-122"/>
                <a:ea typeface="华文楷体" panose="02010600040101010101" pitchFamily="2" charset="-122"/>
              </a:rPr>
              <a:t>剖面</a:t>
            </a:r>
            <a:r>
              <a:rPr lang="en-US" altLang="zh-CN" sz="1600" b="1" dirty="0">
                <a:solidFill>
                  <a:srgbClr val="002060"/>
                </a:solidFill>
                <a:latin typeface="华文楷体" panose="02010600040101010101" pitchFamily="2" charset="-122"/>
                <a:ea typeface="华文楷体" panose="02010600040101010101" pitchFamily="2" charset="-122"/>
              </a:rPr>
              <a:t>”</a:t>
            </a:r>
            <a:r>
              <a:rPr lang="zh-CN" altLang="en-US" sz="1600" b="1" dirty="0">
                <a:solidFill>
                  <a:srgbClr val="002060"/>
                </a:solidFill>
                <a:latin typeface="华文楷体" panose="02010600040101010101" pitchFamily="2" charset="-122"/>
                <a:ea typeface="华文楷体" panose="02010600040101010101" pitchFamily="2" charset="-122"/>
              </a:rPr>
              <a:t>等。对附图图面的说明或解释应放在说明书相应段落中。</a:t>
            </a:r>
            <a:endParaRPr lang="en-US" altLang="zh-CN" sz="1600" b="1" dirty="0">
              <a:solidFill>
                <a:srgbClr val="002060"/>
              </a:solidFill>
              <a:latin typeface="华文楷体" panose="02010600040101010101" pitchFamily="2" charset="-122"/>
              <a:ea typeface="华文楷体" panose="02010600040101010101" pitchFamily="2" charset="-122"/>
            </a:endParaRPr>
          </a:p>
          <a:p>
            <a:pPr>
              <a:buNone/>
            </a:pPr>
            <a:r>
              <a:rPr lang="en-US" altLang="zh-CN" sz="1600" b="1" dirty="0">
                <a:solidFill>
                  <a:srgbClr val="002060"/>
                </a:solidFill>
                <a:latin typeface="华文楷体" panose="02010600040101010101" pitchFamily="2" charset="-122"/>
                <a:ea typeface="华文楷体" panose="02010600040101010101" pitchFamily="2" charset="-122"/>
              </a:rPr>
              <a:t>   </a:t>
            </a:r>
            <a:r>
              <a:rPr lang="en-US" altLang="zh-CN" sz="1600" b="1" dirty="0">
                <a:solidFill>
                  <a:srgbClr val="FF0000"/>
                </a:solidFill>
                <a:latin typeface="华文楷体" panose="02010600040101010101" pitchFamily="2" charset="-122"/>
                <a:ea typeface="华文楷体" panose="02010600040101010101" pitchFamily="2" charset="-122"/>
              </a:rPr>
              <a:t>5</a:t>
            </a:r>
            <a:r>
              <a:rPr lang="zh-CN" altLang="en-US" sz="1600" b="1" dirty="0">
                <a:solidFill>
                  <a:srgbClr val="FF0000"/>
                </a:solidFill>
                <a:latin typeface="华文楷体" panose="02010600040101010101" pitchFamily="2" charset="-122"/>
                <a:ea typeface="华文楷体" panose="02010600040101010101" pitchFamily="2" charset="-122"/>
              </a:rPr>
              <a:t>、实用新型说明书必须有附图</a:t>
            </a:r>
            <a:r>
              <a:rPr lang="zh-CN" altLang="en-US" sz="1600" b="1" dirty="0">
                <a:solidFill>
                  <a:srgbClr val="002060"/>
                </a:solidFill>
                <a:latin typeface="华文楷体" panose="02010600040101010101" pitchFamily="2" charset="-122"/>
                <a:ea typeface="华文楷体" panose="02010600040101010101" pitchFamily="2" charset="-122"/>
              </a:rPr>
              <a:t>。</a:t>
            </a:r>
          </a:p>
        </p:txBody>
      </p:sp>
      <p:sp>
        <p:nvSpPr>
          <p:cNvPr id="14" name="标题 2">
            <a:extLst>
              <a:ext uri="{FF2B5EF4-FFF2-40B4-BE49-F238E27FC236}">
                <a16:creationId xmlns:a16="http://schemas.microsoft.com/office/drawing/2014/main" id="{B22887E1-ED2B-B409-8E7B-41FCF07845F5}"/>
              </a:ext>
            </a:extLst>
          </p:cNvPr>
          <p:cNvSpPr>
            <a:spLocks noGrp="1"/>
          </p:cNvSpPr>
          <p:nvPr>
            <p:ph type="title"/>
          </p:nvPr>
        </p:nvSpPr>
        <p:spPr>
          <a:xfrm>
            <a:off x="502411" y="325127"/>
            <a:ext cx="8139178" cy="504825"/>
          </a:xfrm>
        </p:spPr>
        <p:txBody>
          <a:bodyPr/>
          <a:lstStyle/>
          <a:p>
            <a:r>
              <a:rPr lang="zh-CN" altLang="en-US" sz="2400" dirty="0"/>
              <a:t>专利写作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a:defRPr/>
            </a:pPr>
            <a:fld id="{77F8EA99-4C44-45B3-9C7D-4DD52C7DC4EC}" type="slidenum">
              <a:rPr lang="en-US" altLang="zh-CN" smtClean="0"/>
              <a:t>31</a:t>
            </a:fld>
            <a:endParaRPr lang="en-US" altLang="zh-CN"/>
          </a:p>
        </p:txBody>
      </p:sp>
      <p:sp>
        <p:nvSpPr>
          <p:cNvPr id="4" name="矩形 4"/>
          <p:cNvSpPr>
            <a:spLocks noChangeArrowheads="1"/>
          </p:cNvSpPr>
          <p:nvPr/>
        </p:nvSpPr>
        <p:spPr bwMode="auto">
          <a:xfrm>
            <a:off x="1200150" y="980728"/>
            <a:ext cx="7525664" cy="1829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buNone/>
            </a:pPr>
            <a:r>
              <a:rPr lang="en-US" altLang="zh-CN" b="1" dirty="0">
                <a:solidFill>
                  <a:srgbClr val="002060"/>
                </a:solidFill>
                <a:latin typeface="华文楷体" panose="02010600040101010101" pitchFamily="2" charset="-122"/>
                <a:ea typeface="华文楷体" panose="02010600040101010101" pitchFamily="2" charset="-122"/>
              </a:rPr>
              <a:t>8</a:t>
            </a:r>
            <a:r>
              <a:rPr lang="zh-CN" altLang="en-US" b="1" dirty="0">
                <a:solidFill>
                  <a:srgbClr val="002060"/>
                </a:solidFill>
                <a:latin typeface="华文楷体" panose="02010600040101010101" pitchFamily="2" charset="-122"/>
                <a:ea typeface="华文楷体" panose="02010600040101010101" pitchFamily="2" charset="-122"/>
              </a:rPr>
              <a:t>、实施例：</a:t>
            </a:r>
          </a:p>
          <a:p>
            <a:pPr>
              <a:buNone/>
            </a:pPr>
            <a:r>
              <a:rPr lang="zh-CN" altLang="en-US" sz="2100" b="1" dirty="0">
                <a:solidFill>
                  <a:srgbClr val="002060"/>
                </a:solidFill>
                <a:latin typeface="华文楷体" panose="02010600040101010101" pitchFamily="2" charset="-122"/>
                <a:ea typeface="华文楷体" panose="02010600040101010101" pitchFamily="2" charset="-122"/>
              </a:rPr>
              <a:t>    </a:t>
            </a:r>
            <a:r>
              <a:rPr lang="zh-CN" altLang="en-US" sz="2200" b="1" dirty="0">
                <a:solidFill>
                  <a:srgbClr val="002060"/>
                </a:solidFill>
                <a:latin typeface="华文楷体" panose="02010600040101010101" pitchFamily="2" charset="-122"/>
                <a:ea typeface="华文楷体" panose="02010600040101010101" pitchFamily="2" charset="-122"/>
              </a:rPr>
              <a:t>详细描述申请人认为实施发明的</a:t>
            </a:r>
            <a:r>
              <a:rPr lang="zh-CN" altLang="en-US" sz="2200" b="1" dirty="0">
                <a:solidFill>
                  <a:srgbClr val="FF0000"/>
                </a:solidFill>
                <a:latin typeface="华文楷体" panose="02010600040101010101" pitchFamily="2" charset="-122"/>
                <a:ea typeface="华文楷体" panose="02010600040101010101" pitchFamily="2" charset="-122"/>
              </a:rPr>
              <a:t>最好方式</a:t>
            </a:r>
            <a:r>
              <a:rPr lang="zh-CN" altLang="en-US" sz="2200" b="1" dirty="0">
                <a:solidFill>
                  <a:srgbClr val="002060"/>
                </a:solidFill>
                <a:latin typeface="华文楷体" panose="02010600040101010101" pitchFamily="2" charset="-122"/>
                <a:ea typeface="华文楷体" panose="02010600040101010101" pitchFamily="2" charset="-122"/>
              </a:rPr>
              <a:t>，并将其作为一件典型实例，列出与发明要点相关的参数与条件。必要时，可列举多个典型实例。有附图的应对照附图加以说明，注意要支持权利要求，且叙述详细具体。</a:t>
            </a:r>
          </a:p>
        </p:txBody>
      </p:sp>
      <p:sp>
        <p:nvSpPr>
          <p:cNvPr id="5" name="矩形 4"/>
          <p:cNvSpPr>
            <a:spLocks noChangeArrowheads="1"/>
          </p:cNvSpPr>
          <p:nvPr/>
        </p:nvSpPr>
        <p:spPr bwMode="auto">
          <a:xfrm>
            <a:off x="909667" y="2864039"/>
            <a:ext cx="7848872" cy="3357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marL="457200" indent="-457200"/>
            <a:r>
              <a:rPr lang="zh-CN" altLang="en-US" sz="2400" b="1" dirty="0">
                <a:solidFill>
                  <a:srgbClr val="002060"/>
                </a:solidFill>
                <a:latin typeface="华文楷体" panose="02010600040101010101" pitchFamily="2" charset="-122"/>
                <a:ea typeface="华文楷体" panose="02010600040101010101" pitchFamily="2" charset="-122"/>
              </a:rPr>
              <a:t>撰写说明书注意事项：</a:t>
            </a:r>
          </a:p>
          <a:p>
            <a:pPr>
              <a:buNone/>
            </a:pPr>
            <a:r>
              <a:rPr lang="zh-CN" altLang="en-US" sz="2400" b="1" dirty="0">
                <a:solidFill>
                  <a:srgbClr val="002060"/>
                </a:solidFill>
                <a:latin typeface="华文楷体" panose="02010600040101010101" pitchFamily="2" charset="-122"/>
                <a:ea typeface="华文楷体" panose="02010600040101010101" pitchFamily="2" charset="-122"/>
              </a:rPr>
              <a:t>    </a:t>
            </a:r>
            <a:r>
              <a:rPr lang="en-US" altLang="zh-CN" sz="2200" b="1" dirty="0">
                <a:solidFill>
                  <a:srgbClr val="002060"/>
                </a:solidFill>
                <a:latin typeface="华文楷体" panose="02010600040101010101" pitchFamily="2" charset="-122"/>
                <a:ea typeface="华文楷体" panose="02010600040101010101" pitchFamily="2" charset="-122"/>
              </a:rPr>
              <a:t>1</a:t>
            </a:r>
            <a:r>
              <a:rPr lang="zh-CN" altLang="en-US" sz="2200" b="1" dirty="0">
                <a:solidFill>
                  <a:srgbClr val="002060"/>
                </a:solidFill>
                <a:latin typeface="华文楷体" panose="02010600040101010101" pitchFamily="2" charset="-122"/>
                <a:ea typeface="华文楷体" panose="02010600040101010101" pitchFamily="2" charset="-122"/>
              </a:rPr>
              <a:t>、全面研究，分析法明，确定发明的技术领域，深入了解发明的实质；</a:t>
            </a:r>
          </a:p>
          <a:p>
            <a:pPr>
              <a:buNone/>
            </a:pPr>
            <a:r>
              <a:rPr lang="zh-CN" altLang="en-US" sz="2200" b="1" dirty="0">
                <a:solidFill>
                  <a:srgbClr val="002060"/>
                </a:solidFill>
                <a:latin typeface="华文楷体" panose="02010600040101010101" pitchFamily="2" charset="-122"/>
                <a:ea typeface="华文楷体" panose="02010600040101010101" pitchFamily="2" charset="-122"/>
              </a:rPr>
              <a:t>    </a:t>
            </a:r>
            <a:r>
              <a:rPr lang="en-US" altLang="zh-CN" sz="2200" b="1" dirty="0">
                <a:solidFill>
                  <a:srgbClr val="002060"/>
                </a:solidFill>
                <a:latin typeface="华文楷体" panose="02010600040101010101" pitchFamily="2" charset="-122"/>
                <a:ea typeface="华文楷体" panose="02010600040101010101" pitchFamily="2" charset="-122"/>
              </a:rPr>
              <a:t>2</a:t>
            </a:r>
            <a:r>
              <a:rPr lang="zh-CN" altLang="en-US" sz="2200" b="1" dirty="0">
                <a:solidFill>
                  <a:srgbClr val="002060"/>
                </a:solidFill>
                <a:latin typeface="华文楷体" panose="02010600040101010101" pitchFamily="2" charset="-122"/>
                <a:ea typeface="华文楷体" panose="02010600040101010101" pitchFamily="2" charset="-122"/>
              </a:rPr>
              <a:t>、认真进行全面的检索；</a:t>
            </a:r>
          </a:p>
          <a:p>
            <a:pPr>
              <a:buNone/>
            </a:pPr>
            <a:r>
              <a:rPr lang="zh-CN" altLang="en-US" sz="2200" b="1" dirty="0">
                <a:solidFill>
                  <a:srgbClr val="002060"/>
                </a:solidFill>
                <a:latin typeface="华文楷体" panose="02010600040101010101" pitchFamily="2" charset="-122"/>
                <a:ea typeface="华文楷体" panose="02010600040101010101" pitchFamily="2" charset="-122"/>
              </a:rPr>
              <a:t>    </a:t>
            </a:r>
            <a:r>
              <a:rPr lang="en-US" altLang="zh-CN" sz="2200" b="1" dirty="0">
                <a:solidFill>
                  <a:srgbClr val="002060"/>
                </a:solidFill>
                <a:latin typeface="华文楷体" panose="02010600040101010101" pitchFamily="2" charset="-122"/>
                <a:ea typeface="华文楷体" panose="02010600040101010101" pitchFamily="2" charset="-122"/>
              </a:rPr>
              <a:t>3</a:t>
            </a:r>
            <a:r>
              <a:rPr lang="zh-CN" altLang="en-US" sz="2200" b="1" dirty="0">
                <a:solidFill>
                  <a:srgbClr val="002060"/>
                </a:solidFill>
                <a:latin typeface="华文楷体" panose="02010600040101010101" pitchFamily="2" charset="-122"/>
                <a:ea typeface="华文楷体" panose="02010600040101010101" pitchFamily="2" charset="-122"/>
              </a:rPr>
              <a:t>、确定最接近的对比文件；</a:t>
            </a:r>
          </a:p>
          <a:p>
            <a:pPr>
              <a:buNone/>
            </a:pPr>
            <a:r>
              <a:rPr lang="zh-CN" altLang="en-US" sz="2200" b="1" dirty="0">
                <a:solidFill>
                  <a:srgbClr val="002060"/>
                </a:solidFill>
                <a:latin typeface="华文楷体" panose="02010600040101010101" pitchFamily="2" charset="-122"/>
                <a:ea typeface="华文楷体" panose="02010600040101010101" pitchFamily="2" charset="-122"/>
              </a:rPr>
              <a:t>    </a:t>
            </a:r>
            <a:r>
              <a:rPr lang="en-US" altLang="zh-CN" sz="2200" b="1" dirty="0">
                <a:solidFill>
                  <a:srgbClr val="002060"/>
                </a:solidFill>
                <a:latin typeface="华文楷体" panose="02010600040101010101" pitchFamily="2" charset="-122"/>
                <a:ea typeface="华文楷体" panose="02010600040101010101" pitchFamily="2" charset="-122"/>
              </a:rPr>
              <a:t>4</a:t>
            </a:r>
            <a:r>
              <a:rPr lang="zh-CN" altLang="en-US" sz="2200" b="1" dirty="0">
                <a:solidFill>
                  <a:srgbClr val="002060"/>
                </a:solidFill>
                <a:latin typeface="华文楷体" panose="02010600040101010101" pitchFamily="2" charset="-122"/>
                <a:ea typeface="华文楷体" panose="02010600040101010101" pitchFamily="2" charset="-122"/>
              </a:rPr>
              <a:t>、明确保护范围；</a:t>
            </a:r>
          </a:p>
          <a:p>
            <a:pPr>
              <a:buNone/>
            </a:pPr>
            <a:r>
              <a:rPr lang="zh-CN" altLang="en-US" sz="2200" b="1" dirty="0">
                <a:solidFill>
                  <a:srgbClr val="002060"/>
                </a:solidFill>
                <a:latin typeface="华文楷体" panose="02010600040101010101" pitchFamily="2" charset="-122"/>
                <a:ea typeface="华文楷体" panose="02010600040101010101" pitchFamily="2" charset="-122"/>
              </a:rPr>
              <a:t>    </a:t>
            </a:r>
            <a:r>
              <a:rPr lang="en-US" altLang="zh-CN" sz="2200" b="1" dirty="0">
                <a:solidFill>
                  <a:srgbClr val="002060"/>
                </a:solidFill>
                <a:latin typeface="华文楷体" panose="02010600040101010101" pitchFamily="2" charset="-122"/>
                <a:ea typeface="华文楷体" panose="02010600040101010101" pitchFamily="2" charset="-122"/>
              </a:rPr>
              <a:t>5</a:t>
            </a:r>
            <a:r>
              <a:rPr lang="zh-CN" altLang="en-US" sz="2200" b="1" dirty="0">
                <a:solidFill>
                  <a:srgbClr val="002060"/>
                </a:solidFill>
                <a:latin typeface="华文楷体" panose="02010600040101010101" pitchFamily="2" charset="-122"/>
                <a:ea typeface="华文楷体" panose="02010600040101010101" pitchFamily="2" charset="-122"/>
              </a:rPr>
              <a:t>、严格按照说明书</a:t>
            </a:r>
            <a:r>
              <a:rPr lang="en-US" altLang="zh-CN" sz="2200" b="1" dirty="0">
                <a:solidFill>
                  <a:srgbClr val="002060"/>
                </a:solidFill>
                <a:latin typeface="华文楷体" panose="02010600040101010101" pitchFamily="2" charset="-122"/>
                <a:ea typeface="华文楷体" panose="02010600040101010101" pitchFamily="2" charset="-122"/>
              </a:rPr>
              <a:t>8</a:t>
            </a:r>
            <a:r>
              <a:rPr lang="zh-CN" altLang="en-US" sz="2200" b="1" dirty="0">
                <a:solidFill>
                  <a:srgbClr val="002060"/>
                </a:solidFill>
                <a:latin typeface="华文楷体" panose="02010600040101010101" pitchFamily="2" charset="-122"/>
                <a:ea typeface="华文楷体" panose="02010600040101010101" pitchFamily="2" charset="-122"/>
              </a:rPr>
              <a:t>个部分的内容和要求撰写；</a:t>
            </a:r>
          </a:p>
          <a:p>
            <a:pPr>
              <a:buNone/>
            </a:pPr>
            <a:r>
              <a:rPr lang="zh-CN" altLang="en-US" sz="2200" b="1" dirty="0">
                <a:solidFill>
                  <a:srgbClr val="002060"/>
                </a:solidFill>
                <a:latin typeface="华文楷体" panose="02010600040101010101" pitchFamily="2" charset="-122"/>
                <a:ea typeface="华文楷体" panose="02010600040101010101" pitchFamily="2" charset="-122"/>
              </a:rPr>
              <a:t>    </a:t>
            </a:r>
            <a:r>
              <a:rPr lang="en-US" altLang="zh-CN" sz="2200" b="1" dirty="0">
                <a:solidFill>
                  <a:srgbClr val="002060"/>
                </a:solidFill>
                <a:latin typeface="华文楷体" panose="02010600040101010101" pitchFamily="2" charset="-122"/>
                <a:ea typeface="华文楷体" panose="02010600040101010101" pitchFamily="2" charset="-122"/>
              </a:rPr>
              <a:t>6</a:t>
            </a:r>
            <a:r>
              <a:rPr lang="zh-CN" altLang="en-US" sz="2200" b="1" dirty="0">
                <a:solidFill>
                  <a:srgbClr val="002060"/>
                </a:solidFill>
                <a:latin typeface="华文楷体" panose="02010600040101010101" pitchFamily="2" charset="-122"/>
                <a:ea typeface="华文楷体" panose="02010600040101010101" pitchFamily="2" charset="-122"/>
              </a:rPr>
              <a:t>、检查说明书与权利要求书、附图的对应关系。</a:t>
            </a:r>
          </a:p>
        </p:txBody>
      </p:sp>
      <p:sp>
        <p:nvSpPr>
          <p:cNvPr id="6" name="标题 2">
            <a:extLst>
              <a:ext uri="{FF2B5EF4-FFF2-40B4-BE49-F238E27FC236}">
                <a16:creationId xmlns:a16="http://schemas.microsoft.com/office/drawing/2014/main" id="{ABE9360C-2A94-1EB7-617E-B53EC2B93211}"/>
              </a:ext>
            </a:extLst>
          </p:cNvPr>
          <p:cNvSpPr txBox="1">
            <a:spLocks/>
          </p:cNvSpPr>
          <p:nvPr/>
        </p:nvSpPr>
        <p:spPr>
          <a:xfrm>
            <a:off x="502411" y="325127"/>
            <a:ext cx="8139178" cy="504825"/>
          </a:xfrm>
          <a:prstGeom prst="rect">
            <a:avLst/>
          </a:prstGeom>
        </p:spPr>
        <p:txBody>
          <a:bodyPr vert="horz" lIns="101600" tIns="38100" rIns="76200" bIns="38100" rtlCol="0" anchor="t" anchorCtr="0">
            <a:noAutofit/>
          </a:bodyPr>
          <a:lstStyle>
            <a:lvl1pPr marL="0" marR="0" lvl="0" algn="l" defTabSz="914400" rtl="0" eaLnBrk="1" fontAlgn="auto" latinLnBrk="0" hangingPunct="1">
              <a:lnSpc>
                <a:spcPct val="100000"/>
              </a:lnSpc>
              <a:spcBef>
                <a:spcPct val="0"/>
              </a:spcBef>
              <a:buNone/>
              <a:defRPr kumimoji="0" lang="zh-CN" altLang="en-US" sz="1800" b="1"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j-cs"/>
                <a:sym typeface="+mn-ea"/>
              </a:defRPr>
            </a:lvl1pPr>
          </a:lstStyle>
          <a:p>
            <a:pPr>
              <a:spcAft>
                <a:spcPts val="0"/>
              </a:spcAft>
            </a:pPr>
            <a:r>
              <a:rPr lang="zh-CN" altLang="en-US" sz="2400"/>
              <a:t>专利写作</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8C56039F-FA83-A088-87EE-570A1E8B95F5}"/>
              </a:ext>
            </a:extLst>
          </p:cNvPr>
          <p:cNvSpPr>
            <a:spLocks noGrp="1"/>
          </p:cNvSpPr>
          <p:nvPr>
            <p:ph type="sldNum" sz="quarter" idx="12"/>
          </p:nvPr>
        </p:nvSpPr>
        <p:spPr/>
        <p:txBody>
          <a:bodyPr/>
          <a:lstStyle/>
          <a:p>
            <a:pPr>
              <a:defRPr/>
            </a:pPr>
            <a:fld id="{77F8EA99-4C44-45B3-9C7D-4DD52C7DC4EC}" type="slidenum">
              <a:rPr lang="en-US" altLang="zh-CN" smtClean="0"/>
              <a:t>32</a:t>
            </a:fld>
            <a:endParaRPr lang="en-US" altLang="zh-CN"/>
          </a:p>
        </p:txBody>
      </p:sp>
      <p:pic>
        <p:nvPicPr>
          <p:cNvPr id="5" name="图片 4">
            <a:extLst>
              <a:ext uri="{FF2B5EF4-FFF2-40B4-BE49-F238E27FC236}">
                <a16:creationId xmlns:a16="http://schemas.microsoft.com/office/drawing/2014/main" id="{672E78B7-1D13-13B7-6ABD-CB8510193360}"/>
              </a:ext>
            </a:extLst>
          </p:cNvPr>
          <p:cNvPicPr>
            <a:picLocks noChangeAspect="1"/>
          </p:cNvPicPr>
          <p:nvPr/>
        </p:nvPicPr>
        <p:blipFill>
          <a:blip r:embed="rId2"/>
          <a:stretch>
            <a:fillRect/>
          </a:stretch>
        </p:blipFill>
        <p:spPr>
          <a:xfrm>
            <a:off x="4388174" y="232295"/>
            <a:ext cx="4648322" cy="6166918"/>
          </a:xfrm>
          <a:prstGeom prst="rect">
            <a:avLst/>
          </a:prstGeom>
        </p:spPr>
      </p:pic>
      <p:pic>
        <p:nvPicPr>
          <p:cNvPr id="9" name="图片 8">
            <a:extLst>
              <a:ext uri="{FF2B5EF4-FFF2-40B4-BE49-F238E27FC236}">
                <a16:creationId xmlns:a16="http://schemas.microsoft.com/office/drawing/2014/main" id="{01D73A69-0E2F-3D2B-F68E-D69772286FA2}"/>
              </a:ext>
            </a:extLst>
          </p:cNvPr>
          <p:cNvPicPr>
            <a:picLocks noChangeAspect="1"/>
          </p:cNvPicPr>
          <p:nvPr/>
        </p:nvPicPr>
        <p:blipFill>
          <a:blip r:embed="rId3"/>
          <a:stretch>
            <a:fillRect/>
          </a:stretch>
        </p:blipFill>
        <p:spPr>
          <a:xfrm>
            <a:off x="107504" y="432961"/>
            <a:ext cx="4317204" cy="5704155"/>
          </a:xfrm>
          <a:prstGeom prst="rect">
            <a:avLst/>
          </a:prstGeom>
        </p:spPr>
      </p:pic>
    </p:spTree>
    <p:extLst>
      <p:ext uri="{BB962C8B-B14F-4D97-AF65-F5344CB8AC3E}">
        <p14:creationId xmlns:p14="http://schemas.microsoft.com/office/powerpoint/2010/main" val="40915162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8C56039F-FA83-A088-87EE-570A1E8B95F5}"/>
              </a:ext>
            </a:extLst>
          </p:cNvPr>
          <p:cNvSpPr>
            <a:spLocks noGrp="1"/>
          </p:cNvSpPr>
          <p:nvPr>
            <p:ph type="sldNum" sz="quarter" idx="12"/>
          </p:nvPr>
        </p:nvSpPr>
        <p:spPr/>
        <p:txBody>
          <a:bodyPr/>
          <a:lstStyle/>
          <a:p>
            <a:pPr>
              <a:defRPr/>
            </a:pPr>
            <a:fld id="{77F8EA99-4C44-45B3-9C7D-4DD52C7DC4EC}" type="slidenum">
              <a:rPr lang="en-US" altLang="zh-CN" smtClean="0"/>
              <a:t>33</a:t>
            </a:fld>
            <a:endParaRPr lang="en-US" altLang="zh-CN"/>
          </a:p>
        </p:txBody>
      </p:sp>
      <p:pic>
        <p:nvPicPr>
          <p:cNvPr id="4" name="图片 3">
            <a:extLst>
              <a:ext uri="{FF2B5EF4-FFF2-40B4-BE49-F238E27FC236}">
                <a16:creationId xmlns:a16="http://schemas.microsoft.com/office/drawing/2014/main" id="{FA702F4D-57BC-987A-047D-25F3E0BFEAB0}"/>
              </a:ext>
            </a:extLst>
          </p:cNvPr>
          <p:cNvPicPr>
            <a:picLocks noChangeAspect="1"/>
          </p:cNvPicPr>
          <p:nvPr/>
        </p:nvPicPr>
        <p:blipFill>
          <a:blip r:embed="rId2"/>
          <a:stretch>
            <a:fillRect/>
          </a:stretch>
        </p:blipFill>
        <p:spPr>
          <a:xfrm>
            <a:off x="4499992" y="332655"/>
            <a:ext cx="4248000" cy="5794531"/>
          </a:xfrm>
          <a:prstGeom prst="rect">
            <a:avLst/>
          </a:prstGeom>
        </p:spPr>
      </p:pic>
      <p:pic>
        <p:nvPicPr>
          <p:cNvPr id="9" name="图片 8">
            <a:extLst>
              <a:ext uri="{FF2B5EF4-FFF2-40B4-BE49-F238E27FC236}">
                <a16:creationId xmlns:a16="http://schemas.microsoft.com/office/drawing/2014/main" id="{8818C4F1-4ED1-745D-60FF-B1F4258DACCF}"/>
              </a:ext>
            </a:extLst>
          </p:cNvPr>
          <p:cNvPicPr>
            <a:picLocks noChangeAspect="1"/>
          </p:cNvPicPr>
          <p:nvPr/>
        </p:nvPicPr>
        <p:blipFill>
          <a:blip r:embed="rId3"/>
          <a:stretch>
            <a:fillRect/>
          </a:stretch>
        </p:blipFill>
        <p:spPr>
          <a:xfrm>
            <a:off x="307092" y="332655"/>
            <a:ext cx="4109105" cy="5904000"/>
          </a:xfrm>
          <a:prstGeom prst="rect">
            <a:avLst/>
          </a:prstGeom>
        </p:spPr>
      </p:pic>
    </p:spTree>
    <p:extLst>
      <p:ext uri="{BB962C8B-B14F-4D97-AF65-F5344CB8AC3E}">
        <p14:creationId xmlns:p14="http://schemas.microsoft.com/office/powerpoint/2010/main" val="19644524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8C56039F-FA83-A088-87EE-570A1E8B95F5}"/>
              </a:ext>
            </a:extLst>
          </p:cNvPr>
          <p:cNvSpPr>
            <a:spLocks noGrp="1"/>
          </p:cNvSpPr>
          <p:nvPr>
            <p:ph type="sldNum" sz="quarter" idx="12"/>
          </p:nvPr>
        </p:nvSpPr>
        <p:spPr/>
        <p:txBody>
          <a:bodyPr/>
          <a:lstStyle/>
          <a:p>
            <a:pPr>
              <a:defRPr/>
            </a:pPr>
            <a:fld id="{77F8EA99-4C44-45B3-9C7D-4DD52C7DC4EC}" type="slidenum">
              <a:rPr lang="en-US" altLang="zh-CN" smtClean="0"/>
              <a:t>34</a:t>
            </a:fld>
            <a:endParaRPr lang="en-US" altLang="zh-CN"/>
          </a:p>
        </p:txBody>
      </p:sp>
      <p:pic>
        <p:nvPicPr>
          <p:cNvPr id="5" name="图片 4">
            <a:extLst>
              <a:ext uri="{FF2B5EF4-FFF2-40B4-BE49-F238E27FC236}">
                <a16:creationId xmlns:a16="http://schemas.microsoft.com/office/drawing/2014/main" id="{EFFFFB73-13AA-32D1-949D-48E0A4546740}"/>
              </a:ext>
            </a:extLst>
          </p:cNvPr>
          <p:cNvPicPr>
            <a:picLocks noChangeAspect="1"/>
          </p:cNvPicPr>
          <p:nvPr/>
        </p:nvPicPr>
        <p:blipFill>
          <a:blip r:embed="rId2"/>
          <a:stretch>
            <a:fillRect/>
          </a:stretch>
        </p:blipFill>
        <p:spPr>
          <a:xfrm>
            <a:off x="4605275" y="403780"/>
            <a:ext cx="4236680" cy="5976000"/>
          </a:xfrm>
          <a:prstGeom prst="rect">
            <a:avLst/>
          </a:prstGeom>
        </p:spPr>
      </p:pic>
      <p:pic>
        <p:nvPicPr>
          <p:cNvPr id="6" name="图片 5">
            <a:extLst>
              <a:ext uri="{FF2B5EF4-FFF2-40B4-BE49-F238E27FC236}">
                <a16:creationId xmlns:a16="http://schemas.microsoft.com/office/drawing/2014/main" id="{F1EBA514-C7CE-DB74-8766-979651F01E23}"/>
              </a:ext>
            </a:extLst>
          </p:cNvPr>
          <p:cNvPicPr>
            <a:picLocks noChangeAspect="1"/>
          </p:cNvPicPr>
          <p:nvPr/>
        </p:nvPicPr>
        <p:blipFill>
          <a:blip r:embed="rId3"/>
          <a:stretch>
            <a:fillRect/>
          </a:stretch>
        </p:blipFill>
        <p:spPr>
          <a:xfrm>
            <a:off x="179512" y="395790"/>
            <a:ext cx="4500000" cy="6180280"/>
          </a:xfrm>
          <a:prstGeom prst="rect">
            <a:avLst/>
          </a:prstGeom>
        </p:spPr>
      </p:pic>
    </p:spTree>
    <p:extLst>
      <p:ext uri="{BB962C8B-B14F-4D97-AF65-F5344CB8AC3E}">
        <p14:creationId xmlns:p14="http://schemas.microsoft.com/office/powerpoint/2010/main" val="29542406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灯片编号占位符 5"/>
          <p:cNvSpPr>
            <a:spLocks noGrp="1"/>
          </p:cNvSpPr>
          <p:nvPr>
            <p:ph type="sldNum" sz="quarter" idx="12"/>
          </p:nvPr>
        </p:nvSpPr>
        <p:spPr>
          <a:xfrm>
            <a:off x="8459788" y="6381750"/>
            <a:ext cx="576262"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22D7DE18-5946-4591-84C4-24EC2033FD2F}" type="slidenum">
              <a:rPr kumimoji="0" lang="en-US" altLang="zh-CN" sz="2000" smtClean="0"/>
              <a:t>35</a:t>
            </a:fld>
            <a:endParaRPr kumimoji="0" lang="en-US" altLang="zh-CN" sz="2000"/>
          </a:p>
        </p:txBody>
      </p:sp>
      <p:sp>
        <p:nvSpPr>
          <p:cNvPr id="5" name="文本框 4"/>
          <p:cNvSpPr txBox="1"/>
          <p:nvPr/>
        </p:nvSpPr>
        <p:spPr>
          <a:xfrm>
            <a:off x="929727" y="1316758"/>
            <a:ext cx="7462837" cy="523220"/>
          </a:xfrm>
          <a:prstGeom prst="rect">
            <a:avLst/>
          </a:prstGeom>
          <a:noFill/>
        </p:spPr>
        <p:txBody>
          <a:bodyPr>
            <a:spAutoFit/>
          </a:bodyPr>
          <a:lstStyle/>
          <a:p>
            <a:pPr marL="457200" indent="-457200" eaLnBrk="1" hangingPunct="1">
              <a:buFont typeface="Wingdings" panose="05000000000000000000" charset="0"/>
              <a:buChar char="l"/>
              <a:defRPr/>
            </a:pPr>
            <a:r>
              <a:rPr kumimoji="0" lang="zh-CN" altLang="en-US" sz="2800" b="1" kern="0" dirty="0">
                <a:solidFill>
                  <a:srgbClr val="000066"/>
                </a:solidFill>
                <a:ea typeface="楷体" panose="02010609060101010101" charset="-122"/>
                <a:cs typeface="Times New Roman" panose="02020603050405020304" pitchFamily="18" charset="0"/>
              </a:rPr>
              <a:t>权利要求书</a:t>
            </a:r>
          </a:p>
        </p:txBody>
      </p:sp>
      <p:sp>
        <p:nvSpPr>
          <p:cNvPr id="6" name="文本框 5"/>
          <p:cNvSpPr txBox="1"/>
          <p:nvPr/>
        </p:nvSpPr>
        <p:spPr>
          <a:xfrm>
            <a:off x="1031355" y="1917765"/>
            <a:ext cx="7720012" cy="1014412"/>
          </a:xfrm>
          <a:prstGeom prst="rect">
            <a:avLst/>
          </a:prstGeom>
          <a:noFill/>
        </p:spPr>
        <p:txBody>
          <a:bodyPr>
            <a:spAutoFit/>
          </a:bodyPr>
          <a:lstStyle/>
          <a:p>
            <a:pPr eaLnBrk="1" hangingPunct="1">
              <a:buFont typeface="Wingdings" panose="05000000000000000000" charset="0"/>
              <a:buNone/>
              <a:defRPr/>
            </a:pPr>
            <a:r>
              <a:rPr kumimoji="0" lang="zh-CN" altLang="en-US" sz="2000" b="1" kern="0" dirty="0">
                <a:solidFill>
                  <a:srgbClr val="000066"/>
                </a:solidFill>
                <a:ea typeface="楷体" panose="02010609060101010101" charset="-122"/>
                <a:cs typeface="Times New Roman" panose="02020603050405020304" pitchFamily="18" charset="0"/>
              </a:rPr>
              <a:t>它是申请发明专利和实用新型专利必须提交的申请文件，是它们要求保护的内容，是申请专利的核心，也是确定专利保护范围的重要文件。</a:t>
            </a:r>
          </a:p>
        </p:txBody>
      </p:sp>
      <p:sp>
        <p:nvSpPr>
          <p:cNvPr id="8" name="矩形 4"/>
          <p:cNvSpPr>
            <a:spLocks noChangeArrowheads="1"/>
          </p:cNvSpPr>
          <p:nvPr/>
        </p:nvSpPr>
        <p:spPr bwMode="auto">
          <a:xfrm>
            <a:off x="926279" y="3019976"/>
            <a:ext cx="8227796" cy="3782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marL="342900" indent="-342900">
              <a:buFont typeface="Wingdings" panose="05000000000000000000" pitchFamily="2" charset="2"/>
              <a:buChar char="Ø"/>
            </a:pPr>
            <a:r>
              <a:rPr lang="zh-CN" altLang="en-US" sz="2200" b="1" dirty="0">
                <a:solidFill>
                  <a:srgbClr val="002060"/>
                </a:solidFill>
                <a:latin typeface="华文楷体" panose="02010600040101010101" pitchFamily="2" charset="-122"/>
                <a:ea typeface="华文楷体" panose="02010600040101010101" pitchFamily="2" charset="-122"/>
              </a:rPr>
              <a:t>权利要求书基本要求：</a:t>
            </a:r>
          </a:p>
          <a:p>
            <a:pPr>
              <a:buNone/>
            </a:pPr>
            <a:r>
              <a:rPr lang="zh-CN" altLang="en-US" sz="2000" b="1" dirty="0">
                <a:solidFill>
                  <a:srgbClr val="002060"/>
                </a:solidFill>
                <a:latin typeface="华文楷体" panose="02010600040101010101" pitchFamily="2" charset="-122"/>
                <a:ea typeface="华文楷体" panose="02010600040101010101" pitchFamily="2" charset="-122"/>
              </a:rPr>
              <a:t>    </a:t>
            </a:r>
            <a:r>
              <a:rPr lang="en-US" altLang="zh-CN" sz="2000" b="1" dirty="0">
                <a:solidFill>
                  <a:srgbClr val="002060"/>
                </a:solidFill>
                <a:latin typeface="华文楷体" panose="02010600040101010101" pitchFamily="2" charset="-122"/>
                <a:ea typeface="华文楷体" panose="02010600040101010101" pitchFamily="2" charset="-122"/>
              </a:rPr>
              <a:t>1</a:t>
            </a:r>
            <a:r>
              <a:rPr lang="zh-CN" altLang="en-US" sz="2000" b="1" dirty="0">
                <a:solidFill>
                  <a:srgbClr val="002060"/>
                </a:solidFill>
                <a:latin typeface="华文楷体" panose="02010600040101010101" pitchFamily="2" charset="-122"/>
                <a:ea typeface="华文楷体" panose="02010600040101010101" pitchFamily="2" charset="-122"/>
              </a:rPr>
              <a:t>、权利要求书是专门记载权利要求的文件，由一项或多项  </a:t>
            </a:r>
            <a:r>
              <a:rPr lang="zh-CN" altLang="en-US" sz="2000" b="1" dirty="0">
                <a:solidFill>
                  <a:srgbClr val="FF0000"/>
                </a:solidFill>
                <a:latin typeface="华文楷体" panose="02010600040101010101" pitchFamily="2" charset="-122"/>
                <a:ea typeface="华文楷体" panose="02010600040101010101" pitchFamily="2" charset="-122"/>
              </a:rPr>
              <a:t>权利</a:t>
            </a:r>
            <a:r>
              <a:rPr lang="zh-CN" altLang="en-US" sz="2000" b="1" dirty="0">
                <a:solidFill>
                  <a:srgbClr val="002060"/>
                </a:solidFill>
                <a:latin typeface="华文楷体" panose="02010600040101010101" pitchFamily="2" charset="-122"/>
                <a:ea typeface="华文楷体" panose="02010600040101010101" pitchFamily="2" charset="-122"/>
              </a:rPr>
              <a:t>要求组成，权力要求内容</a:t>
            </a:r>
            <a:r>
              <a:rPr lang="zh-CN" altLang="en-US" sz="2000" b="1" kern="0" dirty="0">
                <a:solidFill>
                  <a:srgbClr val="002060"/>
                </a:solidFill>
                <a:latin typeface="华文楷体" panose="02010600040101010101" pitchFamily="2" charset="-122"/>
                <a:ea typeface="华文楷体" panose="02010600040101010101" pitchFamily="2" charset="-122"/>
                <a:cs typeface="Times New Roman" panose="02020603050405020304" pitchFamily="18" charset="0"/>
                <a:sym typeface="+mn-ea"/>
              </a:rPr>
              <a:t>用阿拉伯数字编号</a:t>
            </a:r>
            <a:r>
              <a:rPr lang="zh-CN" altLang="en-US" sz="2000" b="1" dirty="0">
                <a:solidFill>
                  <a:srgbClr val="002060"/>
                </a:solidFill>
                <a:latin typeface="华文楷体" panose="02010600040101010101" pitchFamily="2" charset="-122"/>
                <a:ea typeface="华文楷体" panose="02010600040101010101" pitchFamily="2" charset="-122"/>
              </a:rPr>
              <a:t>。只有被批准的权利要求内容才受到专利权的保护。</a:t>
            </a:r>
          </a:p>
          <a:p>
            <a:pPr>
              <a:buNone/>
            </a:pPr>
            <a:r>
              <a:rPr lang="zh-CN" altLang="en-US" sz="2000" b="1" dirty="0">
                <a:solidFill>
                  <a:srgbClr val="002060"/>
                </a:solidFill>
                <a:latin typeface="华文楷体" panose="02010600040101010101" pitchFamily="2" charset="-122"/>
                <a:ea typeface="华文楷体" panose="02010600040101010101" pitchFamily="2" charset="-122"/>
              </a:rPr>
              <a:t>    </a:t>
            </a:r>
            <a:r>
              <a:rPr lang="en-US" altLang="zh-CN" sz="2000" b="1" dirty="0">
                <a:solidFill>
                  <a:srgbClr val="002060"/>
                </a:solidFill>
                <a:latin typeface="华文楷体" panose="02010600040101010101" pitchFamily="2" charset="-122"/>
                <a:ea typeface="华文楷体" panose="02010600040101010101" pitchFamily="2" charset="-122"/>
              </a:rPr>
              <a:t>2</a:t>
            </a:r>
            <a:r>
              <a:rPr lang="zh-CN" altLang="en-US" sz="2000" b="1" dirty="0">
                <a:solidFill>
                  <a:srgbClr val="002060"/>
                </a:solidFill>
                <a:latin typeface="华文楷体" panose="02010600040101010101" pitchFamily="2" charset="-122"/>
                <a:ea typeface="华文楷体" panose="02010600040101010101" pitchFamily="2" charset="-122"/>
              </a:rPr>
              <a:t>、权利要求书中的文字、纸张要求应</a:t>
            </a:r>
            <a:r>
              <a:rPr lang="zh-CN" altLang="en-US" sz="2000" b="1" dirty="0">
                <a:solidFill>
                  <a:srgbClr val="FF0000"/>
                </a:solidFill>
                <a:latin typeface="华文楷体" panose="02010600040101010101" pitchFamily="2" charset="-122"/>
                <a:ea typeface="华文楷体" panose="02010600040101010101" pitchFamily="2" charset="-122"/>
              </a:rPr>
              <a:t>与说明书相同</a:t>
            </a:r>
            <a:r>
              <a:rPr lang="zh-CN" altLang="en-US" sz="2000" b="1" dirty="0">
                <a:solidFill>
                  <a:srgbClr val="002060"/>
                </a:solidFill>
                <a:latin typeface="华文楷体" panose="02010600040101010101" pitchFamily="2" charset="-122"/>
                <a:ea typeface="华文楷体" panose="02010600040101010101" pitchFamily="2" charset="-122"/>
              </a:rPr>
              <a:t>且使用统一表格。</a:t>
            </a:r>
          </a:p>
          <a:p>
            <a:pPr>
              <a:buNone/>
            </a:pPr>
            <a:r>
              <a:rPr lang="zh-CN" altLang="en-US" sz="2000" b="1" dirty="0">
                <a:solidFill>
                  <a:srgbClr val="002060"/>
                </a:solidFill>
                <a:latin typeface="华文楷体" panose="02010600040101010101" pitchFamily="2" charset="-122"/>
                <a:ea typeface="华文楷体" panose="02010600040101010101" pitchFamily="2" charset="-122"/>
              </a:rPr>
              <a:t>    </a:t>
            </a:r>
            <a:r>
              <a:rPr lang="en-US" altLang="zh-CN" sz="2000" b="1" dirty="0">
                <a:solidFill>
                  <a:srgbClr val="002060"/>
                </a:solidFill>
                <a:latin typeface="华文楷体" panose="02010600040101010101" pitchFamily="2" charset="-122"/>
                <a:ea typeface="华文楷体" panose="02010600040101010101" pitchFamily="2" charset="-122"/>
              </a:rPr>
              <a:t>3</a:t>
            </a:r>
            <a:r>
              <a:rPr lang="zh-CN" altLang="en-US" sz="2000" b="1" dirty="0">
                <a:solidFill>
                  <a:srgbClr val="002060"/>
                </a:solidFill>
                <a:latin typeface="华文楷体" panose="02010600040101010101" pitchFamily="2" charset="-122"/>
                <a:ea typeface="华文楷体" panose="02010600040101010101" pitchFamily="2" charset="-122"/>
              </a:rPr>
              <a:t>、权利要求书为</a:t>
            </a:r>
            <a:r>
              <a:rPr lang="zh-CN" altLang="en-US" sz="2000" b="1" dirty="0">
                <a:solidFill>
                  <a:srgbClr val="FF0000"/>
                </a:solidFill>
                <a:latin typeface="华文楷体" panose="02010600040101010101" pitchFamily="2" charset="-122"/>
                <a:ea typeface="华文楷体" panose="02010600040101010101" pitchFamily="2" charset="-122"/>
              </a:rPr>
              <a:t>独立文件</a:t>
            </a:r>
            <a:r>
              <a:rPr lang="zh-CN" altLang="en-US" sz="2000" b="1" dirty="0">
                <a:solidFill>
                  <a:schemeClr val="accent1">
                    <a:lumMod val="50000"/>
                  </a:schemeClr>
                </a:solidFill>
                <a:latin typeface="华文楷体" panose="02010600040101010101" pitchFamily="2" charset="-122"/>
                <a:ea typeface="华文楷体" panose="02010600040101010101" pitchFamily="2" charset="-122"/>
              </a:rPr>
              <a:t>，</a:t>
            </a:r>
            <a:r>
              <a:rPr lang="zh-CN" altLang="en-US" sz="2000" b="1" dirty="0">
                <a:solidFill>
                  <a:srgbClr val="002060"/>
                </a:solidFill>
                <a:latin typeface="华文楷体" panose="02010600040101010101" pitchFamily="2" charset="-122"/>
                <a:ea typeface="华文楷体" panose="02010600040101010101" pitchFamily="2" charset="-122"/>
              </a:rPr>
              <a:t>与说明书分开书写，单独编页，</a:t>
            </a:r>
            <a:r>
              <a:rPr lang="zh-CN" altLang="en-US" sz="2000" b="1" kern="0" dirty="0">
                <a:solidFill>
                  <a:srgbClr val="002060"/>
                </a:solidFill>
                <a:ea typeface="楷体" panose="02010609060101010101" charset="-122"/>
                <a:cs typeface="Times New Roman" panose="02020603050405020304" pitchFamily="18" charset="0"/>
                <a:sym typeface="+mn-ea"/>
              </a:rPr>
              <a:t>应当有独立权利要求，也可以有从属权利要求。 </a:t>
            </a:r>
            <a:endParaRPr lang="zh-CN" altLang="en-US" sz="2000" b="1" dirty="0">
              <a:solidFill>
                <a:srgbClr val="002060"/>
              </a:solidFill>
              <a:latin typeface="华文楷体" panose="02010600040101010101" pitchFamily="2" charset="-122"/>
              <a:ea typeface="华文楷体" panose="02010600040101010101" pitchFamily="2" charset="-122"/>
            </a:endParaRPr>
          </a:p>
          <a:p>
            <a:pPr>
              <a:buNone/>
            </a:pPr>
            <a:r>
              <a:rPr lang="zh-CN" altLang="en-US" sz="2000" b="1" dirty="0">
                <a:solidFill>
                  <a:srgbClr val="002060"/>
                </a:solidFill>
                <a:latin typeface="华文楷体" panose="02010600040101010101" pitchFamily="2" charset="-122"/>
                <a:ea typeface="华文楷体" panose="02010600040101010101" pitchFamily="2" charset="-122"/>
              </a:rPr>
              <a:t>    </a:t>
            </a:r>
            <a:r>
              <a:rPr lang="en-US" altLang="zh-CN" sz="2000" b="1" dirty="0">
                <a:solidFill>
                  <a:srgbClr val="002060"/>
                </a:solidFill>
                <a:latin typeface="华文楷体" panose="02010600040101010101" pitchFamily="2" charset="-122"/>
                <a:ea typeface="华文楷体" panose="02010600040101010101" pitchFamily="2" charset="-122"/>
              </a:rPr>
              <a:t>4</a:t>
            </a:r>
            <a:r>
              <a:rPr lang="zh-CN" altLang="en-US" sz="2000" b="1" dirty="0">
                <a:solidFill>
                  <a:srgbClr val="002060"/>
                </a:solidFill>
                <a:latin typeface="华文楷体" panose="02010600040101010101" pitchFamily="2" charset="-122"/>
                <a:ea typeface="华文楷体" panose="02010600040101010101" pitchFamily="2" charset="-122"/>
              </a:rPr>
              <a:t>、权利要求书中的技术名词、术语等应与说明书一致。要求书中可以有化学式、数学式等，但不能有插图。尽量避免引用说明书和附图。</a:t>
            </a:r>
          </a:p>
          <a:p>
            <a:pPr>
              <a:buNone/>
            </a:pPr>
            <a:r>
              <a:rPr lang="zh-CN" altLang="en-US" sz="2000" b="1" dirty="0">
                <a:solidFill>
                  <a:srgbClr val="002060"/>
                </a:solidFill>
                <a:latin typeface="华文楷体" panose="02010600040101010101" pitchFamily="2" charset="-122"/>
                <a:ea typeface="华文楷体" panose="02010600040101010101" pitchFamily="2" charset="-122"/>
              </a:rPr>
              <a:t>    </a:t>
            </a:r>
            <a:r>
              <a:rPr lang="en-US" altLang="zh-CN" sz="2000" b="1" dirty="0">
                <a:solidFill>
                  <a:srgbClr val="002060"/>
                </a:solidFill>
                <a:latin typeface="华文楷体" panose="02010600040101010101" pitchFamily="2" charset="-122"/>
                <a:ea typeface="华文楷体" panose="02010600040101010101" pitchFamily="2" charset="-122"/>
              </a:rPr>
              <a:t>5</a:t>
            </a:r>
            <a:r>
              <a:rPr lang="zh-CN" altLang="en-US" sz="2000" b="1" dirty="0">
                <a:solidFill>
                  <a:srgbClr val="002060"/>
                </a:solidFill>
                <a:latin typeface="华文楷体" panose="02010600040101010101" pitchFamily="2" charset="-122"/>
                <a:ea typeface="华文楷体" panose="02010600040101010101" pitchFamily="2" charset="-122"/>
              </a:rPr>
              <a:t>、权利要求应当说明发明的</a:t>
            </a:r>
            <a:r>
              <a:rPr lang="zh-CN" altLang="en-US" sz="2000" b="1" dirty="0">
                <a:solidFill>
                  <a:srgbClr val="FF0000"/>
                </a:solidFill>
                <a:latin typeface="华文楷体" panose="02010600040101010101" pitchFamily="2" charset="-122"/>
                <a:ea typeface="华文楷体" panose="02010600040101010101" pitchFamily="2" charset="-122"/>
              </a:rPr>
              <a:t>技术特征</a:t>
            </a:r>
            <a:r>
              <a:rPr lang="zh-CN" altLang="en-US" sz="2000" b="1" dirty="0">
                <a:solidFill>
                  <a:schemeClr val="bg1"/>
                </a:solidFill>
                <a:latin typeface="华文楷体" panose="02010600040101010101" pitchFamily="2" charset="-122"/>
                <a:ea typeface="华文楷体" panose="02010600040101010101" pitchFamily="2" charset="-122"/>
              </a:rPr>
              <a:t>，</a:t>
            </a:r>
            <a:r>
              <a:rPr lang="zh-CN" altLang="en-US" sz="2000" b="1" dirty="0">
                <a:solidFill>
                  <a:srgbClr val="FF0000"/>
                </a:solidFill>
                <a:latin typeface="华文楷体" panose="02010600040101010101" pitchFamily="2" charset="-122"/>
                <a:ea typeface="华文楷体" panose="02010600040101010101" pitchFamily="2" charset="-122"/>
              </a:rPr>
              <a:t>清楚、简要</a:t>
            </a:r>
            <a:r>
              <a:rPr lang="zh-CN" altLang="en-US" sz="2000" b="1" dirty="0">
                <a:solidFill>
                  <a:schemeClr val="bg1"/>
                </a:solidFill>
                <a:latin typeface="华文楷体" panose="02010600040101010101" pitchFamily="2" charset="-122"/>
                <a:ea typeface="华文楷体" panose="02010600040101010101" pitchFamily="2" charset="-122"/>
              </a:rPr>
              <a:t>表达请求保护的范围。</a:t>
            </a:r>
          </a:p>
        </p:txBody>
      </p:sp>
      <p:sp>
        <p:nvSpPr>
          <p:cNvPr id="10" name="Rectangle 9"/>
          <p:cNvSpPr/>
          <p:nvPr/>
        </p:nvSpPr>
        <p:spPr>
          <a:xfrm>
            <a:off x="1008063" y="838200"/>
            <a:ext cx="7607300" cy="584200"/>
          </a:xfrm>
          <a:prstGeom prst="rect">
            <a:avLst/>
          </a:prstGeom>
          <a:noFill/>
          <a:ln w="9525">
            <a:noFill/>
          </a:ln>
        </p:spPr>
        <p:txBody>
          <a:bodyPr>
            <a:spAutoFit/>
          </a:bodyPr>
          <a:lstStyle/>
          <a:p>
            <a:pPr eaLnBrk="1" fontAlgn="auto" hangingPunct="1">
              <a:spcBef>
                <a:spcPts val="0"/>
              </a:spcBef>
              <a:spcAft>
                <a:spcPts val="0"/>
              </a:spcAft>
              <a:defRPr/>
            </a:pPr>
            <a:r>
              <a:rPr kumimoji="0" lang="zh-CN" altLang="en-US" b="1" kern="0" dirty="0">
                <a:solidFill>
                  <a:srgbClr val="FF3300"/>
                </a:solidFill>
                <a:sym typeface="+mn-ea"/>
              </a:rPr>
              <a:t>专利申请书的写作</a:t>
            </a:r>
            <a:endParaRPr kumimoji="0" lang="en-US" altLang="zh-CN" b="1" kern="0" dirty="0">
              <a:solidFill>
                <a:srgbClr val="FF3300"/>
              </a:solidFill>
            </a:endParaRPr>
          </a:p>
        </p:txBody>
      </p:sp>
      <p:sp>
        <p:nvSpPr>
          <p:cNvPr id="4" name="标题 2">
            <a:extLst>
              <a:ext uri="{FF2B5EF4-FFF2-40B4-BE49-F238E27FC236}">
                <a16:creationId xmlns:a16="http://schemas.microsoft.com/office/drawing/2014/main" id="{17AB4654-39CC-1117-8798-69407190CC52}"/>
              </a:ext>
            </a:extLst>
          </p:cNvPr>
          <p:cNvSpPr>
            <a:spLocks noGrp="1"/>
          </p:cNvSpPr>
          <p:nvPr>
            <p:ph type="title"/>
          </p:nvPr>
        </p:nvSpPr>
        <p:spPr>
          <a:xfrm>
            <a:off x="502411" y="325127"/>
            <a:ext cx="8139178" cy="504825"/>
          </a:xfrm>
        </p:spPr>
        <p:txBody>
          <a:bodyPr/>
          <a:lstStyle/>
          <a:p>
            <a:r>
              <a:rPr lang="zh-CN" altLang="en-US" sz="2400" dirty="0"/>
              <a:t>专利写作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a:defRPr/>
            </a:pPr>
            <a:fld id="{77F8EA99-4C44-45B3-9C7D-4DD52C7DC4EC}" type="slidenum">
              <a:rPr lang="en-US" altLang="zh-CN" smtClean="0"/>
              <a:t>36</a:t>
            </a:fld>
            <a:endParaRPr lang="en-US" altLang="zh-CN"/>
          </a:p>
        </p:txBody>
      </p:sp>
      <p:sp>
        <p:nvSpPr>
          <p:cNvPr id="4" name="矩形 4"/>
          <p:cNvSpPr>
            <a:spLocks noChangeArrowheads="1"/>
          </p:cNvSpPr>
          <p:nvPr/>
        </p:nvSpPr>
        <p:spPr bwMode="auto">
          <a:xfrm>
            <a:off x="971154" y="1008200"/>
            <a:ext cx="8064896" cy="5847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marL="342900" indent="-342900">
              <a:buFont typeface="Wingdings" panose="05000000000000000000" pitchFamily="2" charset="2"/>
              <a:buChar char="Ø"/>
            </a:pPr>
            <a:r>
              <a:rPr lang="zh-CN" altLang="en-US" b="1" dirty="0">
                <a:solidFill>
                  <a:srgbClr val="002060"/>
                </a:solidFill>
                <a:latin typeface="华文楷体" panose="02010600040101010101" pitchFamily="2" charset="-122"/>
                <a:ea typeface="华文楷体" panose="02010600040101010101" pitchFamily="2" charset="-122"/>
              </a:rPr>
              <a:t>权利要求书的书写规范：</a:t>
            </a:r>
          </a:p>
          <a:p>
            <a:pPr>
              <a:buNone/>
            </a:pPr>
            <a:r>
              <a:rPr lang="zh-CN" altLang="en-US" sz="2400" b="1" dirty="0">
                <a:solidFill>
                  <a:srgbClr val="002060"/>
                </a:solidFill>
                <a:latin typeface="华文楷体" panose="02010600040101010101" pitchFamily="2" charset="-122"/>
                <a:ea typeface="华文楷体" panose="02010600040101010101" pitchFamily="2" charset="-122"/>
              </a:rPr>
              <a:t>    </a:t>
            </a:r>
            <a:r>
              <a:rPr lang="en-US" altLang="zh-CN" sz="2400" b="1" dirty="0">
                <a:solidFill>
                  <a:srgbClr val="002060"/>
                </a:solidFill>
                <a:latin typeface="华文楷体" panose="02010600040101010101" pitchFamily="2" charset="-122"/>
                <a:ea typeface="华文楷体" panose="02010600040101010101" pitchFamily="2" charset="-122"/>
              </a:rPr>
              <a:t>1</a:t>
            </a:r>
            <a:r>
              <a:rPr lang="zh-CN" altLang="en-US" sz="2400" b="1" dirty="0">
                <a:solidFill>
                  <a:srgbClr val="002060"/>
                </a:solidFill>
                <a:latin typeface="华文楷体" panose="02010600040101010101" pitchFamily="2" charset="-122"/>
                <a:ea typeface="华文楷体" panose="02010600040101010101" pitchFamily="2" charset="-122"/>
              </a:rPr>
              <a:t>、一项权利要求要用一句话表达，以表达其意思的不可分割的单一性和独立性。中间可以有顿号、逗号、分号，但</a:t>
            </a:r>
            <a:r>
              <a:rPr lang="zh-CN" altLang="en-US" sz="2400" b="1" dirty="0">
                <a:solidFill>
                  <a:srgbClr val="FF0000"/>
                </a:solidFill>
                <a:latin typeface="华文楷体" panose="02010600040101010101" pitchFamily="2" charset="-122"/>
                <a:ea typeface="华文楷体" panose="02010600040101010101" pitchFamily="2" charset="-122"/>
              </a:rPr>
              <a:t>不能出现句号</a:t>
            </a:r>
            <a:r>
              <a:rPr lang="zh-CN" altLang="en-US" sz="2400" b="1" dirty="0">
                <a:solidFill>
                  <a:schemeClr val="accent1">
                    <a:lumMod val="50000"/>
                  </a:schemeClr>
                </a:solidFill>
                <a:latin typeface="华文楷体" panose="02010600040101010101" pitchFamily="2" charset="-122"/>
                <a:ea typeface="华文楷体" panose="02010600040101010101" pitchFamily="2" charset="-122"/>
              </a:rPr>
              <a:t>。</a:t>
            </a:r>
          </a:p>
          <a:p>
            <a:pPr>
              <a:buNone/>
            </a:pPr>
            <a:r>
              <a:rPr lang="zh-CN" altLang="en-US" sz="2400" b="1" dirty="0">
                <a:solidFill>
                  <a:schemeClr val="accent1">
                    <a:lumMod val="50000"/>
                  </a:schemeClr>
                </a:solidFill>
                <a:latin typeface="华文楷体" panose="02010600040101010101" pitchFamily="2" charset="-122"/>
                <a:ea typeface="华文楷体" panose="02010600040101010101" pitchFamily="2" charset="-122"/>
              </a:rPr>
              <a:t>    </a:t>
            </a:r>
            <a:r>
              <a:rPr lang="en-US" altLang="zh-CN" sz="2400" b="1" dirty="0">
                <a:solidFill>
                  <a:srgbClr val="002060"/>
                </a:solidFill>
                <a:latin typeface="华文楷体" panose="02010600040101010101" pitchFamily="2" charset="-122"/>
                <a:ea typeface="华文楷体" panose="02010600040101010101" pitchFamily="2" charset="-122"/>
              </a:rPr>
              <a:t>2</a:t>
            </a:r>
            <a:r>
              <a:rPr lang="zh-CN" altLang="en-US" sz="2400" b="1" dirty="0">
                <a:solidFill>
                  <a:srgbClr val="002060"/>
                </a:solidFill>
                <a:latin typeface="华文楷体" panose="02010600040101010101" pitchFamily="2" charset="-122"/>
                <a:ea typeface="华文楷体" panose="02010600040101010101" pitchFamily="2" charset="-122"/>
              </a:rPr>
              <a:t>、权利要求起始端不用书写发明名称，可以直接书写第一项独立权利要求，其</a:t>
            </a:r>
            <a:r>
              <a:rPr lang="zh-CN" altLang="en-US" sz="2400" b="1" dirty="0">
                <a:solidFill>
                  <a:srgbClr val="FF0000"/>
                </a:solidFill>
                <a:latin typeface="华文楷体" panose="02010600040101010101" pitchFamily="2" charset="-122"/>
                <a:ea typeface="华文楷体" panose="02010600040101010101" pitchFamily="2" charset="-122"/>
              </a:rPr>
              <a:t>从属权利要求从序号</a:t>
            </a:r>
            <a:r>
              <a:rPr lang="en-US" altLang="zh-CN" sz="2400" b="1" dirty="0">
                <a:solidFill>
                  <a:srgbClr val="FF0000"/>
                </a:solidFill>
                <a:latin typeface="华文楷体" panose="02010600040101010101" pitchFamily="2" charset="-122"/>
                <a:ea typeface="华文楷体" panose="02010600040101010101" pitchFamily="2" charset="-122"/>
              </a:rPr>
              <a:t>2</a:t>
            </a:r>
            <a:r>
              <a:rPr lang="zh-CN" altLang="en-US" sz="2400" b="1" dirty="0">
                <a:solidFill>
                  <a:srgbClr val="FF0000"/>
                </a:solidFill>
                <a:latin typeface="华文楷体" panose="02010600040101010101" pitchFamily="2" charset="-122"/>
                <a:ea typeface="华文楷体" panose="02010600040101010101" pitchFamily="2" charset="-122"/>
              </a:rPr>
              <a:t>开始顺序排列</a:t>
            </a:r>
            <a:r>
              <a:rPr lang="zh-CN" altLang="en-US" sz="2400" b="1" dirty="0">
                <a:solidFill>
                  <a:srgbClr val="002060"/>
                </a:solidFill>
                <a:latin typeface="华文楷体" panose="02010600040101010101" pitchFamily="2" charset="-122"/>
                <a:ea typeface="华文楷体" panose="02010600040101010101" pitchFamily="2" charset="-122"/>
              </a:rPr>
              <a:t>。</a:t>
            </a:r>
          </a:p>
          <a:p>
            <a:pPr>
              <a:buNone/>
            </a:pPr>
            <a:r>
              <a:rPr lang="en-US" altLang="zh-CN" sz="2400" b="1" dirty="0">
                <a:solidFill>
                  <a:srgbClr val="002060"/>
                </a:solidFill>
                <a:latin typeface="华文楷体" panose="02010600040101010101" pitchFamily="2" charset="-122"/>
                <a:ea typeface="华文楷体" panose="02010600040101010101" pitchFamily="2" charset="-122"/>
              </a:rPr>
              <a:t>    3</a:t>
            </a:r>
            <a:r>
              <a:rPr lang="zh-CN" altLang="en-US" sz="2400" b="1" dirty="0">
                <a:solidFill>
                  <a:srgbClr val="002060"/>
                </a:solidFill>
                <a:latin typeface="华文楷体" panose="02010600040101010101" pitchFamily="2" charset="-122"/>
                <a:ea typeface="华文楷体" panose="02010600040101010101" pitchFamily="2" charset="-122"/>
              </a:rPr>
              <a:t>、独立权利要求一般分两部分撰写</a:t>
            </a:r>
            <a:r>
              <a:rPr lang="zh-CN" altLang="en-US" sz="2400" b="1" dirty="0">
                <a:solidFill>
                  <a:schemeClr val="accent1">
                    <a:lumMod val="50000"/>
                  </a:schemeClr>
                </a:solidFill>
                <a:latin typeface="华文楷体" panose="02010600040101010101" pitchFamily="2" charset="-122"/>
                <a:ea typeface="华文楷体" panose="02010600040101010101" pitchFamily="2" charset="-122"/>
              </a:rPr>
              <a:t>：</a:t>
            </a:r>
            <a:r>
              <a:rPr lang="zh-CN" altLang="en-US" sz="2400" b="1" dirty="0">
                <a:solidFill>
                  <a:srgbClr val="FF0000"/>
                </a:solidFill>
                <a:latin typeface="华文楷体" panose="02010600040101010101" pitchFamily="2" charset="-122"/>
                <a:ea typeface="华文楷体" panose="02010600040101010101" pitchFamily="2" charset="-122"/>
              </a:rPr>
              <a:t>前序部分和特征部分</a:t>
            </a:r>
            <a:r>
              <a:rPr lang="zh-CN" altLang="en-US" sz="2400" b="1" dirty="0">
                <a:solidFill>
                  <a:srgbClr val="002060"/>
                </a:solidFill>
                <a:latin typeface="华文楷体" panose="02010600040101010101" pitchFamily="2" charset="-122"/>
                <a:ea typeface="华文楷体" panose="02010600040101010101" pitchFamily="2" charset="-122"/>
              </a:rPr>
              <a:t>。</a:t>
            </a:r>
          </a:p>
          <a:p>
            <a:pPr>
              <a:buNone/>
            </a:pPr>
            <a:r>
              <a:rPr lang="zh-CN" altLang="en-US" sz="2400" b="1" dirty="0">
                <a:solidFill>
                  <a:srgbClr val="002060"/>
                </a:solidFill>
                <a:latin typeface="华文楷体" panose="02010600040101010101" pitchFamily="2" charset="-122"/>
                <a:ea typeface="华文楷体" panose="02010600040101010101" pitchFamily="2" charset="-122"/>
              </a:rPr>
              <a:t>       前序部分：写明发明要求保护的主题名称和该发明与最接近的现有技术所</a:t>
            </a:r>
            <a:r>
              <a:rPr lang="zh-CN" altLang="en-US" sz="2400" b="1" dirty="0">
                <a:solidFill>
                  <a:srgbClr val="FF0000"/>
                </a:solidFill>
                <a:latin typeface="华文楷体" panose="02010600040101010101" pitchFamily="2" charset="-122"/>
                <a:ea typeface="华文楷体" panose="02010600040101010101" pitchFamily="2" charset="-122"/>
              </a:rPr>
              <a:t>共有的必要技术特征</a:t>
            </a:r>
            <a:r>
              <a:rPr lang="zh-CN" altLang="en-US" sz="2400" b="1" dirty="0">
                <a:solidFill>
                  <a:srgbClr val="002060"/>
                </a:solidFill>
                <a:latin typeface="华文楷体" panose="02010600040101010101" pitchFamily="2" charset="-122"/>
                <a:ea typeface="华文楷体" panose="02010600040101010101" pitchFamily="2" charset="-122"/>
              </a:rPr>
              <a:t>；</a:t>
            </a:r>
          </a:p>
          <a:p>
            <a:pPr>
              <a:buNone/>
            </a:pPr>
            <a:r>
              <a:rPr lang="zh-CN" altLang="en-US" sz="2400" b="1" dirty="0">
                <a:solidFill>
                  <a:srgbClr val="002060"/>
                </a:solidFill>
                <a:latin typeface="华文楷体" panose="02010600040101010101" pitchFamily="2" charset="-122"/>
                <a:ea typeface="华文楷体" panose="02010600040101010101" pitchFamily="2" charset="-122"/>
              </a:rPr>
              <a:t>       特征部分：权利要求的核心内容。需写明发明区别于现有技术的技术特征。可用</a:t>
            </a:r>
            <a:r>
              <a:rPr lang="en-US" altLang="zh-CN" sz="2400" b="1" dirty="0">
                <a:solidFill>
                  <a:srgbClr val="002060"/>
                </a:solidFill>
                <a:latin typeface="华文楷体" panose="02010600040101010101" pitchFamily="2" charset="-122"/>
                <a:ea typeface="华文楷体" panose="02010600040101010101" pitchFamily="2" charset="-122"/>
              </a:rPr>
              <a:t>“</a:t>
            </a:r>
            <a:r>
              <a:rPr lang="zh-CN" altLang="en-US" sz="2400" b="1" dirty="0">
                <a:solidFill>
                  <a:srgbClr val="002060"/>
                </a:solidFill>
                <a:latin typeface="华文楷体" panose="02010600040101010101" pitchFamily="2" charset="-122"/>
                <a:ea typeface="华文楷体" panose="02010600040101010101" pitchFamily="2" charset="-122"/>
              </a:rPr>
              <a:t>其特征是</a:t>
            </a:r>
            <a:r>
              <a:rPr lang="en-US" altLang="zh-CN" sz="2400" b="1" dirty="0">
                <a:solidFill>
                  <a:srgbClr val="002060"/>
                </a:solidFill>
                <a:latin typeface="华文楷体" panose="02010600040101010101" pitchFamily="2" charset="-122"/>
                <a:ea typeface="华文楷体" panose="02010600040101010101" pitchFamily="2" charset="-122"/>
              </a:rPr>
              <a:t>…”</a:t>
            </a:r>
            <a:r>
              <a:rPr lang="zh-CN" altLang="en-US" sz="2400" b="1" dirty="0">
                <a:solidFill>
                  <a:srgbClr val="002060"/>
                </a:solidFill>
                <a:latin typeface="华文楷体" panose="02010600040101010101" pitchFamily="2" charset="-122"/>
                <a:ea typeface="华文楷体" panose="02010600040101010101" pitchFamily="2" charset="-122"/>
              </a:rPr>
              <a:t>、</a:t>
            </a:r>
            <a:r>
              <a:rPr lang="en-US" altLang="zh-CN" sz="2400" b="1" dirty="0">
                <a:solidFill>
                  <a:srgbClr val="002060"/>
                </a:solidFill>
                <a:latin typeface="华文楷体" panose="02010600040101010101" pitchFamily="2" charset="-122"/>
                <a:ea typeface="华文楷体" panose="02010600040101010101" pitchFamily="2" charset="-122"/>
              </a:rPr>
              <a:t>“</a:t>
            </a:r>
            <a:r>
              <a:rPr lang="zh-CN" altLang="en-US" sz="2400" b="1" dirty="0">
                <a:solidFill>
                  <a:srgbClr val="002060"/>
                </a:solidFill>
                <a:latin typeface="华文楷体" panose="02010600040101010101" pitchFamily="2" charset="-122"/>
                <a:ea typeface="华文楷体" panose="02010600040101010101" pitchFamily="2" charset="-122"/>
              </a:rPr>
              <a:t>其特征在于</a:t>
            </a:r>
            <a:r>
              <a:rPr lang="en-US" altLang="zh-CN" sz="2400" b="1" dirty="0">
                <a:solidFill>
                  <a:srgbClr val="002060"/>
                </a:solidFill>
                <a:latin typeface="华文楷体" panose="02010600040101010101" pitchFamily="2" charset="-122"/>
                <a:ea typeface="华文楷体" panose="02010600040101010101" pitchFamily="2" charset="-122"/>
              </a:rPr>
              <a:t>…”</a:t>
            </a:r>
            <a:r>
              <a:rPr lang="zh-CN" altLang="en-US" sz="2400" b="1" dirty="0">
                <a:solidFill>
                  <a:srgbClr val="002060"/>
                </a:solidFill>
                <a:latin typeface="华文楷体" panose="02010600040101010101" pitchFamily="2" charset="-122"/>
                <a:ea typeface="华文楷体" panose="02010600040101010101" pitchFamily="2" charset="-122"/>
              </a:rPr>
              <a:t>等用语与上文相接。</a:t>
            </a:r>
          </a:p>
          <a:p>
            <a:pPr>
              <a:buNone/>
            </a:pPr>
            <a:r>
              <a:rPr lang="zh-CN" altLang="en-US" sz="2400" b="1" dirty="0">
                <a:solidFill>
                  <a:schemeClr val="accent1">
                    <a:lumMod val="50000"/>
                  </a:schemeClr>
                </a:solidFill>
                <a:latin typeface="宋体" panose="02010600030101010101" pitchFamily="2" charset="-122"/>
              </a:rPr>
              <a:t>        </a:t>
            </a:r>
          </a:p>
        </p:txBody>
      </p:sp>
      <p:sp>
        <p:nvSpPr>
          <p:cNvPr id="5" name="标题 2">
            <a:extLst>
              <a:ext uri="{FF2B5EF4-FFF2-40B4-BE49-F238E27FC236}">
                <a16:creationId xmlns:a16="http://schemas.microsoft.com/office/drawing/2014/main" id="{1376B200-936D-F294-7AD6-99439F2F19F1}"/>
              </a:ext>
            </a:extLst>
          </p:cNvPr>
          <p:cNvSpPr txBox="1">
            <a:spLocks/>
          </p:cNvSpPr>
          <p:nvPr/>
        </p:nvSpPr>
        <p:spPr>
          <a:xfrm>
            <a:off x="502411" y="325127"/>
            <a:ext cx="8139178" cy="504825"/>
          </a:xfrm>
          <a:prstGeom prst="rect">
            <a:avLst/>
          </a:prstGeom>
        </p:spPr>
        <p:txBody>
          <a:bodyPr vert="horz" lIns="101600" tIns="38100" rIns="76200" bIns="38100" rtlCol="0" anchor="t" anchorCtr="0">
            <a:noAutofit/>
          </a:bodyPr>
          <a:lstStyle>
            <a:lvl1pPr marL="0" marR="0" lvl="0" algn="l" defTabSz="914400" rtl="0" eaLnBrk="1" fontAlgn="auto" latinLnBrk="0" hangingPunct="1">
              <a:lnSpc>
                <a:spcPct val="100000"/>
              </a:lnSpc>
              <a:spcBef>
                <a:spcPct val="0"/>
              </a:spcBef>
              <a:buNone/>
              <a:defRPr kumimoji="0" lang="zh-CN" altLang="en-US" sz="1800" b="1"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j-cs"/>
                <a:sym typeface="+mn-ea"/>
              </a:defRPr>
            </a:lvl1pPr>
          </a:lstStyle>
          <a:p>
            <a:pPr>
              <a:spcAft>
                <a:spcPts val="0"/>
              </a:spcAft>
            </a:pPr>
            <a:r>
              <a:rPr lang="zh-CN" altLang="en-US" sz="2400"/>
              <a:t>专利写作</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a:defRPr/>
            </a:pPr>
            <a:fld id="{77F8EA99-4C44-45B3-9C7D-4DD52C7DC4EC}" type="slidenum">
              <a:rPr lang="en-US" altLang="zh-CN" smtClean="0"/>
              <a:t>37</a:t>
            </a:fld>
            <a:endParaRPr lang="en-US" altLang="zh-CN"/>
          </a:p>
        </p:txBody>
      </p:sp>
      <p:sp>
        <p:nvSpPr>
          <p:cNvPr id="4" name="文本框 3"/>
          <p:cNvSpPr txBox="1"/>
          <p:nvPr/>
        </p:nvSpPr>
        <p:spPr>
          <a:xfrm>
            <a:off x="827584" y="1384371"/>
            <a:ext cx="2317909" cy="1333314"/>
          </a:xfrm>
          <a:prstGeom prst="rect">
            <a:avLst/>
          </a:prstGeom>
          <a:noFill/>
        </p:spPr>
        <p:txBody>
          <a:bodyPr wrap="square" rtlCol="0">
            <a:spAutoFit/>
          </a:bodyPr>
          <a:lstStyle/>
          <a:p>
            <a:r>
              <a:rPr lang="zh-CN" altLang="en-US" sz="2000" b="1" dirty="0">
                <a:solidFill>
                  <a:srgbClr val="002060"/>
                </a:solidFill>
                <a:latin typeface="华文楷体" panose="02010600040101010101" pitchFamily="2" charset="-122"/>
                <a:ea typeface="华文楷体" panose="02010600040101010101" pitchFamily="2" charset="-122"/>
                <a:sym typeface="+mn-ea"/>
              </a:rPr>
              <a:t>独立权利要求：</a:t>
            </a:r>
          </a:p>
          <a:p>
            <a:pPr>
              <a:lnSpc>
                <a:spcPct val="160000"/>
              </a:lnSpc>
            </a:pPr>
            <a:r>
              <a:rPr lang="zh-CN" altLang="en-US" sz="2000" b="1" dirty="0">
                <a:solidFill>
                  <a:srgbClr val="002060"/>
                </a:solidFill>
                <a:latin typeface="华文楷体" panose="02010600040101010101" pitchFamily="2" charset="-122"/>
                <a:ea typeface="华文楷体" panose="02010600040101010101" pitchFamily="2" charset="-122"/>
                <a:sym typeface="+mn-ea"/>
              </a:rPr>
              <a:t>无名称</a:t>
            </a:r>
          </a:p>
          <a:p>
            <a:pPr>
              <a:lnSpc>
                <a:spcPct val="160000"/>
              </a:lnSpc>
            </a:pPr>
            <a:r>
              <a:rPr lang="zh-CN" altLang="en-US" sz="2000" b="1" dirty="0">
                <a:solidFill>
                  <a:srgbClr val="002060"/>
                </a:solidFill>
                <a:latin typeface="华文楷体" panose="02010600040101010101" pitchFamily="2" charset="-122"/>
                <a:ea typeface="华文楷体" panose="02010600040101010101" pitchFamily="2" charset="-122"/>
                <a:sym typeface="+mn-ea"/>
              </a:rPr>
              <a:t>无句号</a:t>
            </a: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60830" y="912537"/>
            <a:ext cx="5475926" cy="2300439"/>
          </a:xfrm>
          <a:prstGeom prst="rect">
            <a:avLst/>
          </a:prstGeom>
        </p:spPr>
      </p:pic>
      <p:cxnSp>
        <p:nvCxnSpPr>
          <p:cNvPr id="6" name="直接连接符 5"/>
          <p:cNvCxnSpPr/>
          <p:nvPr/>
        </p:nvCxnSpPr>
        <p:spPr>
          <a:xfrm>
            <a:off x="2921308" y="1628801"/>
            <a:ext cx="1008112" cy="144016"/>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V="1">
            <a:off x="1841188" y="1844825"/>
            <a:ext cx="3096344" cy="432048"/>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V="1">
            <a:off x="1723651" y="2780929"/>
            <a:ext cx="3429905" cy="72008"/>
          </a:xfrm>
          <a:prstGeom prst="line">
            <a:avLst/>
          </a:prstGeom>
        </p:spPr>
        <p:style>
          <a:lnRef idx="1">
            <a:schemeClr val="accent1"/>
          </a:lnRef>
          <a:fillRef idx="0">
            <a:schemeClr val="accent1"/>
          </a:fillRef>
          <a:effectRef idx="0">
            <a:schemeClr val="accent1"/>
          </a:effectRef>
          <a:fontRef idx="minor">
            <a:schemeClr val="tx1"/>
          </a:fontRef>
        </p:style>
      </p:cxnSp>
      <p:sp>
        <p:nvSpPr>
          <p:cNvPr id="9" name="矩形 4"/>
          <p:cNvSpPr>
            <a:spLocks noChangeArrowheads="1"/>
          </p:cNvSpPr>
          <p:nvPr/>
        </p:nvSpPr>
        <p:spPr bwMode="auto">
          <a:xfrm>
            <a:off x="683568" y="3301507"/>
            <a:ext cx="8136904" cy="3377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buNone/>
            </a:pPr>
            <a:r>
              <a:rPr lang="en-US" sz="2000" b="1" dirty="0">
                <a:solidFill>
                  <a:schemeClr val="accent1">
                    <a:lumMod val="50000"/>
                  </a:schemeClr>
                </a:solidFill>
                <a:latin typeface="华文楷体" panose="02010600040101010101" pitchFamily="2" charset="-122"/>
                <a:ea typeface="华文楷体" panose="02010600040101010101" pitchFamily="2" charset="-122"/>
              </a:rPr>
              <a:t>    </a:t>
            </a:r>
            <a:r>
              <a:rPr lang="en-US" sz="2000" b="1" dirty="0">
                <a:solidFill>
                  <a:srgbClr val="002060"/>
                </a:solidFill>
                <a:latin typeface="华文楷体" panose="02010600040101010101" pitchFamily="2" charset="-122"/>
                <a:ea typeface="华文楷体" panose="02010600040101010101" pitchFamily="2" charset="-122"/>
              </a:rPr>
              <a:t>4</a:t>
            </a:r>
            <a:r>
              <a:rPr lang="zh-CN" altLang="en-US" sz="2000" b="1" dirty="0">
                <a:solidFill>
                  <a:srgbClr val="002060"/>
                </a:solidFill>
                <a:latin typeface="华文楷体" panose="02010600040101010101" pitchFamily="2" charset="-122"/>
                <a:ea typeface="华文楷体" panose="02010600040101010101" pitchFamily="2" charset="-122"/>
              </a:rPr>
              <a:t>、从属权利要求也应分两部分撰写：引用部分和限定部分。</a:t>
            </a:r>
          </a:p>
          <a:p>
            <a:pPr>
              <a:buNone/>
            </a:pPr>
            <a:r>
              <a:rPr lang="zh-CN" altLang="en-US" sz="2000" b="1" dirty="0">
                <a:solidFill>
                  <a:srgbClr val="002060"/>
                </a:solidFill>
                <a:latin typeface="华文楷体" panose="02010600040101010101" pitchFamily="2" charset="-122"/>
                <a:ea typeface="华文楷体" panose="02010600040101010101" pitchFamily="2" charset="-122"/>
              </a:rPr>
              <a:t>      引用部分：写明被引用的权利要求</a:t>
            </a:r>
            <a:r>
              <a:rPr lang="zh-CN" altLang="en-US" sz="2000" b="1" dirty="0">
                <a:solidFill>
                  <a:srgbClr val="FF0000"/>
                </a:solidFill>
                <a:latin typeface="华文楷体" panose="02010600040101010101" pitchFamily="2" charset="-122"/>
                <a:ea typeface="华文楷体" panose="02010600040101010101" pitchFamily="2" charset="-122"/>
              </a:rPr>
              <a:t>编号</a:t>
            </a:r>
            <a:r>
              <a:rPr lang="zh-CN" altLang="en-US" sz="2000" b="1" dirty="0">
                <a:solidFill>
                  <a:srgbClr val="002060"/>
                </a:solidFill>
                <a:latin typeface="华文楷体" panose="02010600040101010101" pitchFamily="2" charset="-122"/>
                <a:ea typeface="华文楷体" panose="02010600040101010101" pitchFamily="2" charset="-122"/>
              </a:rPr>
              <a:t>及发明或实用新型主题名称，例如</a:t>
            </a:r>
            <a:r>
              <a:rPr lang="en-US" altLang="zh-CN" sz="2000" b="1" dirty="0">
                <a:solidFill>
                  <a:srgbClr val="002060"/>
                </a:solidFill>
                <a:latin typeface="华文楷体" panose="02010600040101010101" pitchFamily="2" charset="-122"/>
                <a:ea typeface="华文楷体" panose="02010600040101010101" pitchFamily="2" charset="-122"/>
              </a:rPr>
              <a:t>“</a:t>
            </a:r>
            <a:r>
              <a:rPr lang="zh-CN" altLang="en-US" sz="2000" b="1" dirty="0">
                <a:solidFill>
                  <a:srgbClr val="002060"/>
                </a:solidFill>
                <a:latin typeface="华文楷体" panose="02010600040101010101" pitchFamily="2" charset="-122"/>
                <a:ea typeface="华文楷体" panose="02010600040101010101" pitchFamily="2" charset="-122"/>
              </a:rPr>
              <a:t>权利要求</a:t>
            </a:r>
            <a:r>
              <a:rPr lang="en-US" altLang="zh-CN" sz="2000" b="1" dirty="0">
                <a:solidFill>
                  <a:srgbClr val="002060"/>
                </a:solidFill>
                <a:latin typeface="华文楷体" panose="02010600040101010101" pitchFamily="2" charset="-122"/>
                <a:ea typeface="华文楷体" panose="02010600040101010101" pitchFamily="2" charset="-122"/>
              </a:rPr>
              <a:t>1</a:t>
            </a:r>
            <a:r>
              <a:rPr lang="zh-CN" altLang="en-US" sz="2000" b="1" dirty="0">
                <a:solidFill>
                  <a:srgbClr val="002060"/>
                </a:solidFill>
                <a:latin typeface="华文楷体" panose="02010600040101010101" pitchFamily="2" charset="-122"/>
                <a:ea typeface="华文楷体" panose="02010600040101010101" pitchFamily="2" charset="-122"/>
              </a:rPr>
              <a:t>所述的目标检测方法</a:t>
            </a:r>
            <a:r>
              <a:rPr lang="en-US" altLang="zh-CN" sz="2000" b="1" dirty="0">
                <a:solidFill>
                  <a:srgbClr val="002060"/>
                </a:solidFill>
                <a:latin typeface="华文楷体" panose="02010600040101010101" pitchFamily="2" charset="-122"/>
                <a:ea typeface="华文楷体" panose="02010600040101010101" pitchFamily="2" charset="-122"/>
              </a:rPr>
              <a:t>…”</a:t>
            </a:r>
            <a:r>
              <a:rPr lang="zh-CN" altLang="en-US" sz="2000" b="1" dirty="0">
                <a:solidFill>
                  <a:srgbClr val="002060"/>
                </a:solidFill>
                <a:latin typeface="华文楷体" panose="02010600040101010101" pitchFamily="2" charset="-122"/>
                <a:ea typeface="华文楷体" panose="02010600040101010101" pitchFamily="2" charset="-122"/>
              </a:rPr>
              <a:t>。</a:t>
            </a:r>
          </a:p>
          <a:p>
            <a:pPr>
              <a:buNone/>
            </a:pPr>
            <a:r>
              <a:rPr lang="zh-CN" altLang="en-US" sz="2000" b="1" dirty="0">
                <a:solidFill>
                  <a:srgbClr val="002060"/>
                </a:solidFill>
                <a:latin typeface="华文楷体" panose="02010600040101010101" pitchFamily="2" charset="-122"/>
                <a:ea typeface="华文楷体" panose="02010600040101010101" pitchFamily="2" charset="-122"/>
              </a:rPr>
              <a:t>      限定部分：写明发明或实用新型附加的</a:t>
            </a:r>
            <a:r>
              <a:rPr lang="zh-CN" altLang="en-US" sz="2000" b="1" dirty="0">
                <a:solidFill>
                  <a:srgbClr val="FF0000"/>
                </a:solidFill>
                <a:latin typeface="华文楷体" panose="02010600040101010101" pitchFamily="2" charset="-122"/>
                <a:ea typeface="华文楷体" panose="02010600040101010101" pitchFamily="2" charset="-122"/>
              </a:rPr>
              <a:t>技术条件</a:t>
            </a:r>
            <a:r>
              <a:rPr lang="zh-CN" altLang="en-US" sz="2000" b="1" dirty="0">
                <a:solidFill>
                  <a:srgbClr val="002060"/>
                </a:solidFill>
                <a:latin typeface="华文楷体" panose="02010600040101010101" pitchFamily="2" charset="-122"/>
                <a:ea typeface="华文楷体" panose="02010600040101010101" pitchFamily="2" charset="-122"/>
              </a:rPr>
              <a:t>。这是对独立权利要求的补充和引用部分技术特征的进一步限定。也应当用</a:t>
            </a:r>
            <a:r>
              <a:rPr lang="en-US" altLang="zh-CN" sz="2000" b="1" dirty="0">
                <a:solidFill>
                  <a:srgbClr val="002060"/>
                </a:solidFill>
                <a:latin typeface="华文楷体" panose="02010600040101010101" pitchFamily="2" charset="-122"/>
                <a:ea typeface="华文楷体" panose="02010600040101010101" pitchFamily="2" charset="-122"/>
              </a:rPr>
              <a:t>“</a:t>
            </a:r>
            <a:r>
              <a:rPr lang="zh-CN" altLang="en-US" sz="2000" b="1" dirty="0">
                <a:solidFill>
                  <a:srgbClr val="002060"/>
                </a:solidFill>
                <a:latin typeface="华文楷体" panose="02010600040101010101" pitchFamily="2" charset="-122"/>
                <a:ea typeface="华文楷体" panose="02010600040101010101" pitchFamily="2" charset="-122"/>
              </a:rPr>
              <a:t>其特征在于</a:t>
            </a:r>
            <a:r>
              <a:rPr lang="en-US" altLang="zh-CN" sz="2000" b="1" dirty="0">
                <a:solidFill>
                  <a:srgbClr val="002060"/>
                </a:solidFill>
                <a:latin typeface="华文楷体" panose="02010600040101010101" pitchFamily="2" charset="-122"/>
                <a:ea typeface="华文楷体" panose="02010600040101010101" pitchFamily="2" charset="-122"/>
              </a:rPr>
              <a:t>…”</a:t>
            </a:r>
            <a:r>
              <a:rPr lang="zh-CN" altLang="en-US" sz="2000" b="1" dirty="0">
                <a:solidFill>
                  <a:srgbClr val="002060"/>
                </a:solidFill>
                <a:latin typeface="华文楷体" panose="02010600040101010101" pitchFamily="2" charset="-122"/>
                <a:ea typeface="华文楷体" panose="02010600040101010101" pitchFamily="2" charset="-122"/>
              </a:rPr>
              <a:t>等用语与上文连接。</a:t>
            </a:r>
          </a:p>
          <a:p>
            <a:pPr>
              <a:buNone/>
            </a:pPr>
            <a:r>
              <a:rPr lang="zh-CN" altLang="en-US" sz="2000" b="1" dirty="0">
                <a:solidFill>
                  <a:srgbClr val="002060"/>
                </a:solidFill>
                <a:latin typeface="华文楷体" panose="02010600040101010101" pitchFamily="2" charset="-122"/>
                <a:ea typeface="华文楷体" panose="02010600040101010101" pitchFamily="2" charset="-122"/>
              </a:rPr>
              <a:t>      从属权利要求的引用部分只可引用排序在前的权利要求。同时引用两项及以上权利要求时，只允许使用</a:t>
            </a:r>
            <a:r>
              <a:rPr lang="en-US" altLang="zh-CN" sz="2000" b="1" dirty="0">
                <a:solidFill>
                  <a:srgbClr val="002060"/>
                </a:solidFill>
                <a:latin typeface="华文楷体" panose="02010600040101010101" pitchFamily="2" charset="-122"/>
                <a:ea typeface="华文楷体" panose="02010600040101010101" pitchFamily="2" charset="-122"/>
              </a:rPr>
              <a:t>“</a:t>
            </a:r>
            <a:r>
              <a:rPr lang="zh-CN" altLang="en-US" sz="2000" b="1" dirty="0">
                <a:solidFill>
                  <a:srgbClr val="002060"/>
                </a:solidFill>
                <a:latin typeface="华文楷体" panose="02010600040101010101" pitchFamily="2" charset="-122"/>
                <a:ea typeface="华文楷体" panose="02010600040101010101" pitchFamily="2" charset="-122"/>
              </a:rPr>
              <a:t>或</a:t>
            </a:r>
            <a:r>
              <a:rPr lang="en-US" altLang="zh-CN" sz="2000" b="1" dirty="0">
                <a:solidFill>
                  <a:srgbClr val="002060"/>
                </a:solidFill>
                <a:latin typeface="华文楷体" panose="02010600040101010101" pitchFamily="2" charset="-122"/>
                <a:ea typeface="华文楷体" panose="02010600040101010101" pitchFamily="2" charset="-122"/>
              </a:rPr>
              <a:t>”</a:t>
            </a:r>
            <a:r>
              <a:rPr lang="zh-CN" altLang="en-US" sz="2000" b="1" dirty="0">
                <a:solidFill>
                  <a:srgbClr val="002060"/>
                </a:solidFill>
                <a:latin typeface="华文楷体" panose="02010600040101010101" pitchFamily="2" charset="-122"/>
                <a:ea typeface="华文楷体" panose="02010600040101010101" pitchFamily="2" charset="-122"/>
              </a:rPr>
              <a:t>连接。</a:t>
            </a:r>
          </a:p>
          <a:p>
            <a:pPr>
              <a:buNone/>
            </a:pPr>
            <a:r>
              <a:rPr lang="zh-CN" altLang="en-US" sz="2000" b="1" dirty="0">
                <a:solidFill>
                  <a:srgbClr val="002060"/>
                </a:solidFill>
                <a:latin typeface="华文楷体" panose="02010600040101010101" pitchFamily="2" charset="-122"/>
                <a:ea typeface="华文楷体" panose="02010600040101010101" pitchFamily="2" charset="-122"/>
              </a:rPr>
              <a:t>    </a:t>
            </a:r>
            <a:r>
              <a:rPr lang="en-US" altLang="zh-CN" sz="2000" b="1" dirty="0">
                <a:solidFill>
                  <a:srgbClr val="002060"/>
                </a:solidFill>
                <a:latin typeface="华文楷体" panose="02010600040101010101" pitchFamily="2" charset="-122"/>
                <a:ea typeface="华文楷体" panose="02010600040101010101" pitchFamily="2" charset="-122"/>
              </a:rPr>
              <a:t>5</a:t>
            </a:r>
            <a:r>
              <a:rPr lang="zh-CN" altLang="en-US" sz="2000" b="1" dirty="0">
                <a:solidFill>
                  <a:srgbClr val="002060"/>
                </a:solidFill>
                <a:latin typeface="华文楷体" panose="02010600040101010101" pitchFamily="2" charset="-122"/>
                <a:ea typeface="华文楷体" panose="02010600040101010101" pitchFamily="2" charset="-122"/>
              </a:rPr>
              <a:t>、</a:t>
            </a:r>
            <a:r>
              <a:rPr lang="zh-CN" altLang="en-US" sz="2000" b="1" dirty="0">
                <a:solidFill>
                  <a:srgbClr val="FF0000"/>
                </a:solidFill>
                <a:latin typeface="华文楷体" panose="02010600040101010101" pitchFamily="2" charset="-122"/>
                <a:ea typeface="华文楷体" panose="02010600040101010101" pitchFamily="2" charset="-122"/>
              </a:rPr>
              <a:t>权利要求书应当以说明书为依据</a:t>
            </a:r>
            <a:r>
              <a:rPr lang="zh-CN" altLang="en-US" sz="2000" b="1" dirty="0">
                <a:solidFill>
                  <a:srgbClr val="002060"/>
                </a:solidFill>
                <a:latin typeface="华文楷体" panose="02010600040101010101" pitchFamily="2" charset="-122"/>
                <a:ea typeface="华文楷体" panose="02010600040101010101" pitchFamily="2" charset="-122"/>
              </a:rPr>
              <a:t>，其权利要求应当受说明书支持，其提出的保护范围应当与说明书中公开的内容相适应。</a:t>
            </a:r>
          </a:p>
        </p:txBody>
      </p:sp>
      <p:sp>
        <p:nvSpPr>
          <p:cNvPr id="10" name="标题 2">
            <a:extLst>
              <a:ext uri="{FF2B5EF4-FFF2-40B4-BE49-F238E27FC236}">
                <a16:creationId xmlns:a16="http://schemas.microsoft.com/office/drawing/2014/main" id="{45F6EE20-05D4-77DD-07E4-EBBF74A37DB9}"/>
              </a:ext>
            </a:extLst>
          </p:cNvPr>
          <p:cNvSpPr txBox="1">
            <a:spLocks/>
          </p:cNvSpPr>
          <p:nvPr/>
        </p:nvSpPr>
        <p:spPr>
          <a:xfrm>
            <a:off x="502411" y="325127"/>
            <a:ext cx="8139178" cy="504825"/>
          </a:xfrm>
          <a:prstGeom prst="rect">
            <a:avLst/>
          </a:prstGeom>
        </p:spPr>
        <p:txBody>
          <a:bodyPr vert="horz" lIns="101600" tIns="38100" rIns="76200" bIns="38100" rtlCol="0" anchor="t" anchorCtr="0">
            <a:noAutofit/>
          </a:bodyPr>
          <a:lstStyle>
            <a:lvl1pPr marL="0" marR="0" lvl="0" algn="l" defTabSz="914400" rtl="0" eaLnBrk="1" fontAlgn="auto" latinLnBrk="0" hangingPunct="1">
              <a:lnSpc>
                <a:spcPct val="100000"/>
              </a:lnSpc>
              <a:spcBef>
                <a:spcPct val="0"/>
              </a:spcBef>
              <a:buNone/>
              <a:defRPr kumimoji="0" lang="zh-CN" altLang="en-US" sz="1800" b="1" i="0" u="none" strike="noStrike" kern="1200" cap="none" spc="0" normalizeH="0" baseline="0" noProof="1" dirty="0">
                <a:solidFill>
                  <a:schemeClr val="tx1">
                    <a:lumMod val="75000"/>
                    <a:lumOff val="25000"/>
                  </a:schemeClr>
                </a:solidFill>
                <a:uFillTx/>
                <a:latin typeface="微软雅黑" panose="020B0503020204020204" charset="-122"/>
                <a:ea typeface="微软雅黑" panose="020B0503020204020204" charset="-122"/>
                <a:cs typeface="+mj-cs"/>
                <a:sym typeface="+mn-ea"/>
              </a:defRPr>
            </a:lvl1pPr>
          </a:lstStyle>
          <a:p>
            <a:pPr>
              <a:spcAft>
                <a:spcPts val="0"/>
              </a:spcAft>
            </a:pPr>
            <a:r>
              <a:rPr lang="zh-CN" altLang="en-US" sz="2400"/>
              <a:t>专利写作</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321BE495-1A61-C001-F8D5-D669235D8D26}"/>
              </a:ext>
            </a:extLst>
          </p:cNvPr>
          <p:cNvSpPr>
            <a:spLocks noGrp="1"/>
          </p:cNvSpPr>
          <p:nvPr>
            <p:ph type="sldNum" sz="quarter" idx="12"/>
          </p:nvPr>
        </p:nvSpPr>
        <p:spPr/>
        <p:txBody>
          <a:bodyPr/>
          <a:lstStyle/>
          <a:p>
            <a:pPr>
              <a:defRPr/>
            </a:pPr>
            <a:fld id="{77F8EA99-4C44-45B3-9C7D-4DD52C7DC4EC}" type="slidenum">
              <a:rPr lang="en-US" altLang="zh-CN" smtClean="0"/>
              <a:t>38</a:t>
            </a:fld>
            <a:endParaRPr lang="en-US" altLang="zh-CN"/>
          </a:p>
        </p:txBody>
      </p:sp>
      <p:pic>
        <p:nvPicPr>
          <p:cNvPr id="5" name="图片 4">
            <a:extLst>
              <a:ext uri="{FF2B5EF4-FFF2-40B4-BE49-F238E27FC236}">
                <a16:creationId xmlns:a16="http://schemas.microsoft.com/office/drawing/2014/main" id="{88080C0F-68CD-24E4-E755-172B9FDC74AD}"/>
              </a:ext>
            </a:extLst>
          </p:cNvPr>
          <p:cNvPicPr>
            <a:picLocks noChangeAspect="1"/>
          </p:cNvPicPr>
          <p:nvPr/>
        </p:nvPicPr>
        <p:blipFill>
          <a:blip r:embed="rId2"/>
          <a:stretch>
            <a:fillRect/>
          </a:stretch>
        </p:blipFill>
        <p:spPr>
          <a:xfrm>
            <a:off x="2154851" y="0"/>
            <a:ext cx="4834297" cy="6660000"/>
          </a:xfrm>
          <a:prstGeom prst="rect">
            <a:avLst/>
          </a:prstGeom>
        </p:spPr>
      </p:pic>
      <p:sp>
        <p:nvSpPr>
          <p:cNvPr id="2" name="标题 2">
            <a:extLst>
              <a:ext uri="{FF2B5EF4-FFF2-40B4-BE49-F238E27FC236}">
                <a16:creationId xmlns:a16="http://schemas.microsoft.com/office/drawing/2014/main" id="{14BD52E8-1C82-BA8D-199D-97A441B4CB7D}"/>
              </a:ext>
            </a:extLst>
          </p:cNvPr>
          <p:cNvSpPr>
            <a:spLocks noGrp="1"/>
          </p:cNvSpPr>
          <p:nvPr>
            <p:ph type="title"/>
          </p:nvPr>
        </p:nvSpPr>
        <p:spPr>
          <a:xfrm>
            <a:off x="502411" y="325127"/>
            <a:ext cx="8139178" cy="504825"/>
          </a:xfrm>
        </p:spPr>
        <p:txBody>
          <a:bodyPr/>
          <a:lstStyle/>
          <a:p>
            <a:r>
              <a:rPr lang="zh-CN" altLang="en-US" sz="2400" dirty="0"/>
              <a:t>专利写作</a:t>
            </a:r>
          </a:p>
        </p:txBody>
      </p:sp>
    </p:spTree>
    <p:extLst>
      <p:ext uri="{BB962C8B-B14F-4D97-AF65-F5344CB8AC3E}">
        <p14:creationId xmlns:p14="http://schemas.microsoft.com/office/powerpoint/2010/main" val="42851881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灯片编号占位符 5"/>
          <p:cNvSpPr>
            <a:spLocks noGrp="1"/>
          </p:cNvSpPr>
          <p:nvPr>
            <p:ph type="sldNum" sz="quarter" idx="12"/>
          </p:nvPr>
        </p:nvSpPr>
        <p:spPr>
          <a:xfrm>
            <a:off x="8459788" y="6381750"/>
            <a:ext cx="576262"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AB823073-504C-4BE9-9800-1A10277DC881}" type="slidenum">
              <a:rPr kumimoji="0" lang="en-US" altLang="zh-CN" sz="2000" smtClean="0"/>
              <a:t>39</a:t>
            </a:fld>
            <a:endParaRPr kumimoji="0" lang="en-US" altLang="zh-CN" sz="2000"/>
          </a:p>
        </p:txBody>
      </p:sp>
      <p:sp>
        <p:nvSpPr>
          <p:cNvPr id="4" name="Rectangle 9"/>
          <p:cNvSpPr/>
          <p:nvPr/>
        </p:nvSpPr>
        <p:spPr>
          <a:xfrm>
            <a:off x="1008063" y="838200"/>
            <a:ext cx="7607300" cy="584200"/>
          </a:xfrm>
          <a:prstGeom prst="rect">
            <a:avLst/>
          </a:prstGeom>
          <a:noFill/>
          <a:ln w="9525">
            <a:noFill/>
          </a:ln>
        </p:spPr>
        <p:txBody>
          <a:bodyPr>
            <a:spAutoFit/>
          </a:bodyPr>
          <a:lstStyle/>
          <a:p>
            <a:pPr eaLnBrk="1" fontAlgn="auto" hangingPunct="1">
              <a:spcBef>
                <a:spcPts val="0"/>
              </a:spcBef>
              <a:spcAft>
                <a:spcPts val="0"/>
              </a:spcAft>
              <a:defRPr/>
            </a:pPr>
            <a:r>
              <a:rPr kumimoji="0" lang="zh-CN" altLang="en-US" b="1" kern="0" dirty="0">
                <a:solidFill>
                  <a:srgbClr val="FF3300"/>
                </a:solidFill>
                <a:sym typeface="+mn-ea"/>
              </a:rPr>
              <a:t>专利申请书的写作</a:t>
            </a:r>
            <a:endParaRPr kumimoji="0" lang="en-US" altLang="zh-CN" b="1" kern="0" dirty="0">
              <a:solidFill>
                <a:srgbClr val="FF3300"/>
              </a:solidFill>
            </a:endParaRPr>
          </a:p>
        </p:txBody>
      </p:sp>
      <p:sp>
        <p:nvSpPr>
          <p:cNvPr id="5" name="文本框 4"/>
          <p:cNvSpPr txBox="1"/>
          <p:nvPr/>
        </p:nvSpPr>
        <p:spPr>
          <a:xfrm>
            <a:off x="798513" y="1735138"/>
            <a:ext cx="7464425" cy="461962"/>
          </a:xfrm>
          <a:prstGeom prst="rect">
            <a:avLst/>
          </a:prstGeom>
          <a:noFill/>
        </p:spPr>
        <p:txBody>
          <a:bodyPr>
            <a:spAutoFit/>
          </a:bodyPr>
          <a:lstStyle/>
          <a:p>
            <a:pPr marL="457200" indent="-457200" eaLnBrk="1" hangingPunct="1">
              <a:buFont typeface="Wingdings" panose="05000000000000000000" charset="0"/>
              <a:buChar char="l"/>
              <a:defRPr/>
            </a:pPr>
            <a:r>
              <a:rPr kumimoji="0" lang="zh-CN" altLang="en-US" sz="2400" b="1" kern="0" dirty="0">
                <a:solidFill>
                  <a:srgbClr val="000066"/>
                </a:solidFill>
                <a:ea typeface="楷体" panose="02010609060101010101" charset="-122"/>
                <a:cs typeface="Times New Roman" panose="02020603050405020304" pitchFamily="18" charset="0"/>
              </a:rPr>
              <a:t>应当注意的问题</a:t>
            </a:r>
          </a:p>
        </p:txBody>
      </p:sp>
      <p:sp>
        <p:nvSpPr>
          <p:cNvPr id="6" name="文本框 5"/>
          <p:cNvSpPr txBox="1"/>
          <p:nvPr/>
        </p:nvSpPr>
        <p:spPr>
          <a:xfrm>
            <a:off x="895350" y="2265363"/>
            <a:ext cx="8226425" cy="1014412"/>
          </a:xfrm>
          <a:prstGeom prst="rect">
            <a:avLst/>
          </a:prstGeom>
          <a:noFill/>
        </p:spPr>
        <p:txBody>
          <a:bodyPr>
            <a:spAutoFit/>
          </a:bodyPr>
          <a:lstStyle/>
          <a:p>
            <a:pPr marL="457200" indent="-457200" eaLnBrk="1" hangingPunct="1">
              <a:buFont typeface="Wingdings" panose="05000000000000000000" charset="0"/>
              <a:buChar char="Ø"/>
              <a:defRPr/>
            </a:pPr>
            <a:r>
              <a:rPr kumimoji="0" lang="zh-CN" altLang="en-US" sz="2000" b="1" kern="0" dirty="0">
                <a:solidFill>
                  <a:srgbClr val="000066"/>
                </a:solidFill>
                <a:ea typeface="楷体" panose="02010609060101010101" charset="-122"/>
                <a:cs typeface="Times New Roman" panose="02020603050405020304" pitchFamily="18" charset="0"/>
              </a:rPr>
              <a:t>内容完整：</a:t>
            </a:r>
          </a:p>
          <a:p>
            <a:pPr eaLnBrk="1" hangingPunct="1">
              <a:buFont typeface="Wingdings" panose="05000000000000000000" charset="0"/>
              <a:buNone/>
              <a:defRPr/>
            </a:pPr>
            <a:r>
              <a:rPr kumimoji="0" lang="zh-CN" altLang="en-US" sz="2000" b="1" kern="0" dirty="0">
                <a:solidFill>
                  <a:srgbClr val="000066"/>
                </a:solidFill>
                <a:ea typeface="楷体" panose="02010609060101010101" charset="-122"/>
                <a:cs typeface="Times New Roman" panose="02020603050405020304" pitchFamily="18" charset="0"/>
              </a:rPr>
              <a:t>专利申请文书由规定地内容构成，应按照不同性质的申请文书要求组织相关材料，避免疏漏。</a:t>
            </a:r>
          </a:p>
        </p:txBody>
      </p:sp>
      <p:sp>
        <p:nvSpPr>
          <p:cNvPr id="7" name="文本框 6"/>
          <p:cNvSpPr txBox="1"/>
          <p:nvPr/>
        </p:nvSpPr>
        <p:spPr>
          <a:xfrm>
            <a:off x="908050" y="3648075"/>
            <a:ext cx="8199438" cy="1016000"/>
          </a:xfrm>
          <a:prstGeom prst="rect">
            <a:avLst/>
          </a:prstGeom>
          <a:noFill/>
        </p:spPr>
        <p:txBody>
          <a:bodyPr>
            <a:spAutoFit/>
          </a:bodyPr>
          <a:lstStyle/>
          <a:p>
            <a:pPr marL="457200" indent="-457200" eaLnBrk="1" fontAlgn="auto" hangingPunct="1">
              <a:spcBef>
                <a:spcPts val="0"/>
              </a:spcBef>
              <a:spcAft>
                <a:spcPts val="0"/>
              </a:spcAft>
              <a:buFont typeface="Wingdings" panose="05000000000000000000" charset="0"/>
              <a:buChar char="Ø"/>
              <a:defRPr/>
            </a:pPr>
            <a:r>
              <a:rPr kumimoji="0" lang="zh-CN" altLang="en-US" sz="2000" b="1" kern="0" dirty="0">
                <a:solidFill>
                  <a:srgbClr val="000066"/>
                </a:solidFill>
                <a:ea typeface="楷体" panose="02010609060101010101" charset="-122"/>
                <a:cs typeface="Times New Roman" panose="02020603050405020304" pitchFamily="18" charset="0"/>
                <a:sym typeface="+mn-ea"/>
              </a:rPr>
              <a:t>字词准确：</a:t>
            </a:r>
            <a:endParaRPr kumimoji="0" lang="zh-CN" altLang="en-US" sz="2000" b="1" kern="0" dirty="0">
              <a:solidFill>
                <a:srgbClr val="000066"/>
              </a:solidFill>
              <a:ea typeface="楷体" panose="02010609060101010101" charset="-122"/>
              <a:cs typeface="Times New Roman" panose="02020603050405020304" pitchFamily="18" charset="0"/>
            </a:endParaRPr>
          </a:p>
          <a:p>
            <a:pPr eaLnBrk="1" fontAlgn="auto" hangingPunct="1">
              <a:spcBef>
                <a:spcPts val="0"/>
              </a:spcBef>
              <a:spcAft>
                <a:spcPts val="0"/>
              </a:spcAft>
              <a:buFont typeface="Wingdings" panose="05000000000000000000" charset="0"/>
              <a:buNone/>
              <a:defRPr/>
            </a:pPr>
            <a:r>
              <a:rPr kumimoji="0" lang="zh-CN" altLang="en-US" sz="2000" b="1" kern="0" dirty="0">
                <a:solidFill>
                  <a:srgbClr val="000066"/>
                </a:solidFill>
                <a:ea typeface="楷体" panose="02010609060101010101" charset="-122"/>
                <a:cs typeface="Times New Roman" panose="02020603050405020304" pitchFamily="18" charset="0"/>
                <a:sym typeface="+mn-ea"/>
              </a:rPr>
              <a:t>专利申请文书的文字部分应当做到简明扼要，准确清楚，尽量少用甚至不用形容词或修饰语，避免歧义及拖泥带水。</a:t>
            </a:r>
            <a:endParaRPr kumimoji="0" lang="zh-CN" altLang="en-US" sz="2000" kern="0">
              <a:solidFill>
                <a:srgbClr val="000000"/>
              </a:solidFill>
            </a:endParaRPr>
          </a:p>
        </p:txBody>
      </p:sp>
      <p:sp>
        <p:nvSpPr>
          <p:cNvPr id="8" name="文本框 7"/>
          <p:cNvSpPr txBox="1"/>
          <p:nvPr/>
        </p:nvSpPr>
        <p:spPr>
          <a:xfrm>
            <a:off x="901700" y="5397500"/>
            <a:ext cx="8212138" cy="1016000"/>
          </a:xfrm>
          <a:prstGeom prst="rect">
            <a:avLst/>
          </a:prstGeom>
          <a:noFill/>
        </p:spPr>
        <p:txBody>
          <a:bodyPr>
            <a:spAutoFit/>
          </a:bodyPr>
          <a:lstStyle/>
          <a:p>
            <a:pPr marL="457200" indent="-457200" eaLnBrk="1" fontAlgn="auto" hangingPunct="1">
              <a:spcBef>
                <a:spcPts val="0"/>
              </a:spcBef>
              <a:spcAft>
                <a:spcPts val="0"/>
              </a:spcAft>
              <a:buFont typeface="Wingdings" panose="05000000000000000000" charset="0"/>
              <a:buChar char="Ø"/>
              <a:defRPr/>
            </a:pPr>
            <a:r>
              <a:rPr kumimoji="0" lang="zh-CN" altLang="en-US" sz="2000" b="1" kern="0" dirty="0">
                <a:solidFill>
                  <a:srgbClr val="000066"/>
                </a:solidFill>
                <a:ea typeface="楷体" panose="02010609060101010101" charset="-122"/>
                <a:cs typeface="Times New Roman" panose="02020603050405020304" pitchFamily="18" charset="0"/>
                <a:sym typeface="+mn-ea"/>
              </a:rPr>
              <a:t>格式规范：</a:t>
            </a:r>
            <a:endParaRPr kumimoji="0" lang="zh-CN" altLang="en-US" sz="2000" b="1" kern="0" dirty="0">
              <a:solidFill>
                <a:srgbClr val="000066"/>
              </a:solidFill>
              <a:ea typeface="楷体" panose="02010609060101010101" charset="-122"/>
              <a:cs typeface="Times New Roman" panose="02020603050405020304" pitchFamily="18" charset="0"/>
            </a:endParaRPr>
          </a:p>
          <a:p>
            <a:pPr eaLnBrk="1" fontAlgn="auto" hangingPunct="1">
              <a:spcBef>
                <a:spcPts val="0"/>
              </a:spcBef>
              <a:spcAft>
                <a:spcPts val="0"/>
              </a:spcAft>
              <a:buFont typeface="Wingdings" panose="05000000000000000000" charset="0"/>
              <a:buNone/>
              <a:defRPr/>
            </a:pPr>
            <a:r>
              <a:rPr kumimoji="0" lang="zh-CN" altLang="en-US" sz="2000" b="1" kern="0" dirty="0">
                <a:solidFill>
                  <a:srgbClr val="000066"/>
                </a:solidFill>
                <a:ea typeface="楷体" panose="02010609060101010101" charset="-122"/>
                <a:cs typeface="Times New Roman" panose="02020603050405020304" pitchFamily="18" charset="0"/>
                <a:sym typeface="+mn-ea"/>
              </a:rPr>
              <a:t>专利申请书有规定格式，尤其是专利请求书有规定的表格，应该严格按规定格式撰写、绘图或制表。</a:t>
            </a:r>
            <a:endParaRPr kumimoji="0" lang="zh-CN" altLang="en-US" sz="2000" kern="0">
              <a:solidFill>
                <a:srgbClr val="000000"/>
              </a:solidFill>
            </a:endParaRPr>
          </a:p>
        </p:txBody>
      </p:sp>
      <p:sp>
        <p:nvSpPr>
          <p:cNvPr id="10" name="标题 2">
            <a:extLst>
              <a:ext uri="{FF2B5EF4-FFF2-40B4-BE49-F238E27FC236}">
                <a16:creationId xmlns:a16="http://schemas.microsoft.com/office/drawing/2014/main" id="{B89392E6-44AA-75F5-E4F4-BA4A23C8685F}"/>
              </a:ext>
            </a:extLst>
          </p:cNvPr>
          <p:cNvSpPr>
            <a:spLocks noGrp="1"/>
          </p:cNvSpPr>
          <p:nvPr>
            <p:ph type="title"/>
          </p:nvPr>
        </p:nvSpPr>
        <p:spPr>
          <a:xfrm>
            <a:off x="502411" y="325127"/>
            <a:ext cx="8139178" cy="504825"/>
          </a:xfrm>
        </p:spPr>
        <p:txBody>
          <a:bodyPr/>
          <a:lstStyle/>
          <a:p>
            <a:r>
              <a:rPr lang="zh-CN" altLang="en-US" sz="2400" dirty="0"/>
              <a:t>专利写作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500"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灯片编号占位符 5"/>
          <p:cNvSpPr>
            <a:spLocks noGrp="1"/>
          </p:cNvSpPr>
          <p:nvPr>
            <p:ph type="sldNum" sz="quarter" idx="12"/>
          </p:nvPr>
        </p:nvSpPr>
        <p:spPr>
          <a:xfrm>
            <a:off x="8459788" y="6381750"/>
            <a:ext cx="576262" cy="457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fld id="{8C8AD6C9-4D0C-4186-A96C-AA46C87DF554}" type="slidenum">
              <a:rPr kumimoji="0" lang="en-US" altLang="zh-CN" sz="2000" smtClean="0"/>
              <a:t>40</a:t>
            </a:fld>
            <a:endParaRPr kumimoji="0" lang="en-US" altLang="zh-CN" sz="2000"/>
          </a:p>
        </p:txBody>
      </p:sp>
      <p:sp>
        <p:nvSpPr>
          <p:cNvPr id="4" name="Rectangle 9"/>
          <p:cNvSpPr/>
          <p:nvPr/>
        </p:nvSpPr>
        <p:spPr>
          <a:xfrm>
            <a:off x="1030288" y="993775"/>
            <a:ext cx="7607300" cy="585788"/>
          </a:xfrm>
          <a:prstGeom prst="rect">
            <a:avLst/>
          </a:prstGeom>
          <a:noFill/>
          <a:ln w="9525">
            <a:noFill/>
          </a:ln>
        </p:spPr>
        <p:txBody>
          <a:bodyPr>
            <a:spAutoFit/>
          </a:bodyPr>
          <a:lstStyle/>
          <a:p>
            <a:pPr eaLnBrk="1" fontAlgn="auto" hangingPunct="1">
              <a:spcBef>
                <a:spcPts val="0"/>
              </a:spcBef>
              <a:spcAft>
                <a:spcPts val="0"/>
              </a:spcAft>
              <a:defRPr/>
            </a:pPr>
            <a:r>
              <a:rPr kumimoji="0" lang="zh-CN" altLang="en-US" b="1" kern="0" dirty="0">
                <a:solidFill>
                  <a:srgbClr val="FF3300"/>
                </a:solidFill>
                <a:sym typeface="+mn-ea"/>
              </a:rPr>
              <a:t>专利写作其他文书</a:t>
            </a:r>
            <a:endParaRPr kumimoji="0" lang="en-US" altLang="zh-CN" b="1" kern="0" dirty="0">
              <a:solidFill>
                <a:srgbClr val="FF3300"/>
              </a:solidFill>
            </a:endParaRPr>
          </a:p>
        </p:txBody>
      </p:sp>
      <p:sp>
        <p:nvSpPr>
          <p:cNvPr id="5" name="文本框 4"/>
          <p:cNvSpPr txBox="1"/>
          <p:nvPr/>
        </p:nvSpPr>
        <p:spPr>
          <a:xfrm>
            <a:off x="820738" y="1851025"/>
            <a:ext cx="7464425" cy="461963"/>
          </a:xfrm>
          <a:prstGeom prst="rect">
            <a:avLst/>
          </a:prstGeom>
          <a:noFill/>
        </p:spPr>
        <p:txBody>
          <a:bodyPr>
            <a:spAutoFit/>
          </a:bodyPr>
          <a:lstStyle/>
          <a:p>
            <a:pPr marL="457200" indent="-457200" eaLnBrk="1" hangingPunct="1">
              <a:buFont typeface="Wingdings" panose="05000000000000000000" charset="0"/>
              <a:buChar char="l"/>
              <a:defRPr/>
            </a:pPr>
            <a:r>
              <a:rPr kumimoji="0" lang="zh-CN" altLang="en-US" sz="2400" b="1" kern="0" dirty="0">
                <a:solidFill>
                  <a:srgbClr val="000066"/>
                </a:solidFill>
                <a:ea typeface="楷体" panose="02010609060101010101" charset="-122"/>
                <a:cs typeface="Times New Roman" panose="02020603050405020304" pitchFamily="18" charset="0"/>
              </a:rPr>
              <a:t>分案请求书</a:t>
            </a:r>
          </a:p>
        </p:txBody>
      </p:sp>
      <p:sp>
        <p:nvSpPr>
          <p:cNvPr id="6" name="文本框 5"/>
          <p:cNvSpPr txBox="1"/>
          <p:nvPr/>
        </p:nvSpPr>
        <p:spPr>
          <a:xfrm>
            <a:off x="917575" y="2420938"/>
            <a:ext cx="8226425" cy="1938337"/>
          </a:xfrm>
          <a:prstGeom prst="rect">
            <a:avLst/>
          </a:prstGeom>
          <a:noFill/>
        </p:spPr>
        <p:txBody>
          <a:bodyPr>
            <a:spAutoFit/>
          </a:bodyPr>
          <a:lstStyle/>
          <a:p>
            <a:pPr marL="457200" indent="-457200" eaLnBrk="1" hangingPunct="1">
              <a:buFont typeface="Wingdings" panose="05000000000000000000" charset="0"/>
              <a:buChar char="Ø"/>
              <a:defRPr/>
            </a:pPr>
            <a:r>
              <a:rPr kumimoji="0" lang="zh-CN" altLang="en-US" sz="2000" b="1" kern="0" dirty="0">
                <a:solidFill>
                  <a:srgbClr val="000066"/>
                </a:solidFill>
                <a:ea typeface="楷体" panose="02010609060101010101" charset="-122"/>
                <a:cs typeface="Times New Roman" panose="02020603050405020304" pitchFamily="18" charset="0"/>
              </a:rPr>
              <a:t>含义及作用</a:t>
            </a:r>
          </a:p>
          <a:p>
            <a:pPr eaLnBrk="1" hangingPunct="1">
              <a:buFont typeface="Wingdings" panose="05000000000000000000" charset="0"/>
              <a:buNone/>
              <a:defRPr/>
            </a:pPr>
            <a:r>
              <a:rPr kumimoji="0" lang="zh-CN" altLang="en-US" sz="2000" b="1" kern="0" dirty="0">
                <a:solidFill>
                  <a:srgbClr val="000066"/>
                </a:solidFill>
                <a:ea typeface="楷体" panose="02010609060101010101" charset="-122"/>
                <a:cs typeface="Times New Roman" panose="02020603050405020304" pitchFamily="18" charset="0"/>
              </a:rPr>
              <a:t>一件专利申请包含两项以上发明、实用新型或外观设计的，申请人可在收到国务院专利行政部门批准授予专利权通知书之日起两个月内，向国务院专利行政部门提出分案申请。</a:t>
            </a:r>
          </a:p>
          <a:p>
            <a:pPr eaLnBrk="1" hangingPunct="1">
              <a:buFont typeface="Wingdings" panose="05000000000000000000" charset="0"/>
              <a:buNone/>
              <a:defRPr/>
            </a:pPr>
            <a:r>
              <a:rPr kumimoji="0" lang="zh-CN" altLang="en-US" sz="2000" b="1" kern="0" dirty="0">
                <a:solidFill>
                  <a:srgbClr val="000066"/>
                </a:solidFill>
                <a:ea typeface="楷体" panose="02010609060101010101" charset="-122"/>
                <a:cs typeface="Times New Roman" panose="02020603050405020304" pitchFamily="18" charset="0"/>
              </a:rPr>
              <a:t>专利的分案申请可以将包括在原案申请中，但又不符合专利单一性规则的技术内容作为新的专利申请提出，从而保护不同的发明创造。</a:t>
            </a:r>
            <a:endParaRPr kumimoji="0" lang="en-US" altLang="zh-CN" sz="2000" b="1" kern="0" dirty="0">
              <a:solidFill>
                <a:srgbClr val="000066"/>
              </a:solidFill>
              <a:ea typeface="楷体" panose="02010609060101010101" charset="-122"/>
              <a:cs typeface="Times New Roman" panose="02020603050405020304" pitchFamily="18" charset="0"/>
            </a:endParaRPr>
          </a:p>
        </p:txBody>
      </p:sp>
      <p:sp>
        <p:nvSpPr>
          <p:cNvPr id="7" name="文本框 6"/>
          <p:cNvSpPr txBox="1"/>
          <p:nvPr/>
        </p:nvSpPr>
        <p:spPr>
          <a:xfrm>
            <a:off x="827584" y="4423048"/>
            <a:ext cx="8226425" cy="2246312"/>
          </a:xfrm>
          <a:prstGeom prst="rect">
            <a:avLst/>
          </a:prstGeom>
          <a:noFill/>
        </p:spPr>
        <p:txBody>
          <a:bodyPr>
            <a:spAutoFit/>
          </a:bodyPr>
          <a:lstStyle/>
          <a:p>
            <a:pPr marL="457200" indent="-457200" eaLnBrk="1" hangingPunct="1">
              <a:buFont typeface="Wingdings" panose="05000000000000000000" charset="0"/>
              <a:buChar char="Ø"/>
              <a:defRPr/>
            </a:pPr>
            <a:r>
              <a:rPr kumimoji="0" lang="zh-CN" altLang="en-US" sz="2000" b="1" kern="0" dirty="0">
                <a:solidFill>
                  <a:srgbClr val="000066"/>
                </a:solidFill>
                <a:ea typeface="楷体" panose="02010609060101010101" charset="-122"/>
                <a:cs typeface="Times New Roman" panose="02020603050405020304" pitchFamily="18" charset="0"/>
              </a:rPr>
              <a:t>写作注意事项</a:t>
            </a:r>
          </a:p>
          <a:p>
            <a:pPr eaLnBrk="1" hangingPunct="1">
              <a:buFont typeface="Wingdings" panose="05000000000000000000" charset="0"/>
              <a:buNone/>
              <a:defRPr/>
            </a:pPr>
            <a:r>
              <a:rPr kumimoji="0" lang="zh-CN" altLang="en-US" sz="2000" b="1" kern="0" dirty="0">
                <a:solidFill>
                  <a:srgbClr val="000066"/>
                </a:solidFill>
                <a:ea typeface="楷体" panose="02010609060101010101" charset="-122"/>
                <a:cs typeface="Times New Roman" panose="02020603050405020304" pitchFamily="18" charset="0"/>
              </a:rPr>
              <a:t>（</a:t>
            </a:r>
            <a:r>
              <a:rPr kumimoji="0" lang="en-US" altLang="zh-CN" sz="2000" b="1" kern="0" dirty="0">
                <a:solidFill>
                  <a:srgbClr val="000066"/>
                </a:solidFill>
                <a:ea typeface="楷体" panose="02010609060101010101" charset="-122"/>
                <a:cs typeface="Times New Roman" panose="02020603050405020304" pitchFamily="18" charset="0"/>
              </a:rPr>
              <a:t>1</a:t>
            </a:r>
            <a:r>
              <a:rPr kumimoji="0" lang="zh-CN" altLang="en-US" sz="2000" b="1" kern="0" dirty="0">
                <a:solidFill>
                  <a:srgbClr val="000066"/>
                </a:solidFill>
                <a:ea typeface="楷体" panose="02010609060101010101" charset="-122"/>
                <a:cs typeface="Times New Roman" panose="02020603050405020304" pitchFamily="18" charset="0"/>
              </a:rPr>
              <a:t>）分案请求书的制作、书写应做到内容完整、格式规范。</a:t>
            </a:r>
          </a:p>
          <a:p>
            <a:pPr eaLnBrk="1" hangingPunct="1">
              <a:buFont typeface="Wingdings" panose="05000000000000000000" charset="0"/>
              <a:buNone/>
              <a:defRPr/>
            </a:pPr>
            <a:r>
              <a:rPr kumimoji="0" lang="zh-CN" altLang="en-US" sz="2000" b="1" kern="0" dirty="0">
                <a:solidFill>
                  <a:srgbClr val="000066"/>
                </a:solidFill>
                <a:ea typeface="楷体" panose="02010609060101010101" charset="-122"/>
                <a:cs typeface="Times New Roman" panose="02020603050405020304" pitchFamily="18" charset="0"/>
              </a:rPr>
              <a:t>（</a:t>
            </a:r>
            <a:r>
              <a:rPr kumimoji="0" lang="en-US" altLang="zh-CN" sz="2000" b="1" kern="0" dirty="0">
                <a:solidFill>
                  <a:srgbClr val="000066"/>
                </a:solidFill>
                <a:ea typeface="楷体" panose="02010609060101010101" charset="-122"/>
                <a:cs typeface="Times New Roman" panose="02020603050405020304" pitchFamily="18" charset="0"/>
              </a:rPr>
              <a:t>2</a:t>
            </a:r>
            <a:r>
              <a:rPr kumimoji="0" lang="zh-CN" altLang="en-US" sz="2000" b="1" kern="0" dirty="0">
                <a:solidFill>
                  <a:srgbClr val="000066"/>
                </a:solidFill>
                <a:ea typeface="楷体" panose="02010609060101010101" charset="-122"/>
                <a:cs typeface="Times New Roman" panose="02020603050405020304" pitchFamily="18" charset="0"/>
              </a:rPr>
              <a:t>）文书书写应紧密结合原专利申请。</a:t>
            </a:r>
          </a:p>
          <a:p>
            <a:pPr eaLnBrk="1" hangingPunct="1">
              <a:buFont typeface="Wingdings" panose="05000000000000000000" charset="0"/>
              <a:buNone/>
              <a:defRPr/>
            </a:pPr>
            <a:r>
              <a:rPr kumimoji="0" lang="zh-CN" altLang="en-US" sz="2000" b="1" kern="0" dirty="0">
                <a:solidFill>
                  <a:srgbClr val="000066"/>
                </a:solidFill>
                <a:ea typeface="楷体" panose="02010609060101010101" charset="-122"/>
                <a:cs typeface="Times New Roman" panose="02020603050405020304" pitchFamily="18" charset="0"/>
              </a:rPr>
              <a:t>（</a:t>
            </a:r>
            <a:r>
              <a:rPr kumimoji="0" lang="en-US" altLang="zh-CN" sz="2000" b="1" kern="0" dirty="0">
                <a:solidFill>
                  <a:srgbClr val="000066"/>
                </a:solidFill>
                <a:ea typeface="楷体" panose="02010609060101010101" charset="-122"/>
                <a:cs typeface="Times New Roman" panose="02020603050405020304" pitchFamily="18" charset="0"/>
              </a:rPr>
              <a:t>3</a:t>
            </a:r>
            <a:r>
              <a:rPr kumimoji="0" lang="zh-CN" altLang="en-US" sz="2000" b="1" kern="0" dirty="0">
                <a:solidFill>
                  <a:srgbClr val="000066"/>
                </a:solidFill>
                <a:ea typeface="楷体" panose="02010609060101010101" charset="-122"/>
                <a:cs typeface="Times New Roman" panose="02020603050405020304" pitchFamily="18" charset="0"/>
              </a:rPr>
              <a:t>）材料充分，避免疏漏。分案申请文件一式两份，即正副本各一份；此外，提交分案请求书、发明或实用新型专利分案说明书及摘要、外观设计专利图片及简要说明、分案权利要求书等相关申请文件正副本的同时，原申请文件中的相关副本也应一并提交。</a:t>
            </a:r>
          </a:p>
        </p:txBody>
      </p:sp>
      <p:sp>
        <p:nvSpPr>
          <p:cNvPr id="8" name="标题 2">
            <a:extLst>
              <a:ext uri="{FF2B5EF4-FFF2-40B4-BE49-F238E27FC236}">
                <a16:creationId xmlns:a16="http://schemas.microsoft.com/office/drawing/2014/main" id="{8993F84E-9572-426D-7F2E-E413E027BE6F}"/>
              </a:ext>
            </a:extLst>
          </p:cNvPr>
          <p:cNvSpPr>
            <a:spLocks noGrp="1"/>
          </p:cNvSpPr>
          <p:nvPr>
            <p:ph type="title"/>
          </p:nvPr>
        </p:nvSpPr>
        <p:spPr>
          <a:xfrm>
            <a:off x="502411" y="325127"/>
            <a:ext cx="8139178" cy="504825"/>
          </a:xfrm>
        </p:spPr>
        <p:txBody>
          <a:bodyPr/>
          <a:lstStyle/>
          <a:p>
            <a:r>
              <a:rPr lang="zh-CN" altLang="en-US" sz="2400" dirty="0"/>
              <a:t>专利写作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500"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500"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F5B3F876-A004-4157-8DFA-8947287857F1}" type="slidenum">
              <a:rPr lang="en-US" altLang="zh-CN" smtClean="0"/>
              <a:t>41</a:t>
            </a:fld>
            <a:endParaRPr lang="en-US" altLang="zh-CN"/>
          </a:p>
        </p:txBody>
      </p:sp>
      <p:sp>
        <p:nvSpPr>
          <p:cNvPr id="5" name="文本框 4"/>
          <p:cNvSpPr txBox="1">
            <a:spLocks noChangeArrowheads="1"/>
          </p:cNvSpPr>
          <p:nvPr/>
        </p:nvSpPr>
        <p:spPr bwMode="auto">
          <a:xfrm>
            <a:off x="1200150" y="980728"/>
            <a:ext cx="582457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r>
              <a:rPr lang="zh-CN" altLang="en-US" sz="3200" b="1" dirty="0">
                <a:solidFill>
                  <a:srgbClr val="FF0000"/>
                </a:solidFill>
                <a:latin typeface="+mn-ea"/>
                <a:ea typeface="+mn-ea"/>
              </a:rPr>
              <a:t>专利撰写的常见错误</a:t>
            </a:r>
          </a:p>
        </p:txBody>
      </p:sp>
      <p:sp>
        <p:nvSpPr>
          <p:cNvPr id="6" name="矩形 4"/>
          <p:cNvSpPr>
            <a:spLocks noChangeArrowheads="1"/>
          </p:cNvSpPr>
          <p:nvPr/>
        </p:nvSpPr>
        <p:spPr bwMode="auto">
          <a:xfrm>
            <a:off x="990745" y="1780154"/>
            <a:ext cx="7089458" cy="1608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buNone/>
            </a:pPr>
            <a:r>
              <a:rPr lang="en-US" altLang="zh-CN" b="1" dirty="0">
                <a:solidFill>
                  <a:srgbClr val="002060"/>
                </a:solidFill>
                <a:latin typeface="华文楷体" panose="02010600040101010101" pitchFamily="2" charset="-122"/>
                <a:ea typeface="华文楷体" panose="02010600040101010101" pitchFamily="2" charset="-122"/>
              </a:rPr>
              <a:t>1</a:t>
            </a:r>
            <a:r>
              <a:rPr lang="zh-CN" altLang="en-US" b="1" dirty="0">
                <a:solidFill>
                  <a:srgbClr val="002060"/>
                </a:solidFill>
                <a:latin typeface="华文楷体" panose="02010600040101010101" pitchFamily="2" charset="-122"/>
                <a:ea typeface="华文楷体" panose="02010600040101010101" pitchFamily="2" charset="-122"/>
              </a:rPr>
              <a:t>、未按照说明书的</a:t>
            </a:r>
            <a:r>
              <a:rPr lang="en-US" altLang="zh-CN" b="1" dirty="0">
                <a:solidFill>
                  <a:srgbClr val="002060"/>
                </a:solidFill>
                <a:latin typeface="华文楷体" panose="02010600040101010101" pitchFamily="2" charset="-122"/>
                <a:ea typeface="华文楷体" panose="02010600040101010101" pitchFamily="2" charset="-122"/>
              </a:rPr>
              <a:t>8</a:t>
            </a:r>
            <a:r>
              <a:rPr lang="zh-CN" altLang="en-US" b="1" dirty="0">
                <a:solidFill>
                  <a:srgbClr val="002060"/>
                </a:solidFill>
                <a:latin typeface="华文楷体" panose="02010600040101010101" pitchFamily="2" charset="-122"/>
                <a:ea typeface="华文楷体" panose="02010600040101010101" pitchFamily="2" charset="-122"/>
              </a:rPr>
              <a:t>个部分撰写</a:t>
            </a:r>
          </a:p>
          <a:p>
            <a:pPr>
              <a:buNone/>
            </a:pPr>
            <a:r>
              <a:rPr lang="zh-CN" altLang="en-US" sz="2400" b="1" dirty="0">
                <a:solidFill>
                  <a:srgbClr val="002060"/>
                </a:solidFill>
                <a:latin typeface="华文楷体" panose="02010600040101010101" pitchFamily="2" charset="-122"/>
                <a:ea typeface="华文楷体" panose="02010600040101010101" pitchFamily="2" charset="-122"/>
              </a:rPr>
              <a:t>    相较于以理论为主的论文写作，专利写作侧重于具体的技术方案，理论说明依据实际情况，可有可无。</a:t>
            </a:r>
          </a:p>
        </p:txBody>
      </p:sp>
      <p:sp>
        <p:nvSpPr>
          <p:cNvPr id="7" name="矩形 4"/>
          <p:cNvSpPr>
            <a:spLocks noChangeArrowheads="1"/>
          </p:cNvSpPr>
          <p:nvPr/>
        </p:nvSpPr>
        <p:spPr bwMode="auto">
          <a:xfrm>
            <a:off x="971600" y="3632036"/>
            <a:ext cx="7089458" cy="1940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buNone/>
            </a:pPr>
            <a:r>
              <a:rPr lang="en-US" altLang="zh-CN" b="1" dirty="0">
                <a:solidFill>
                  <a:srgbClr val="002060"/>
                </a:solidFill>
                <a:latin typeface="华文楷体" panose="02010600040101010101" pitchFamily="2" charset="-122"/>
                <a:ea typeface="华文楷体" panose="02010600040101010101" pitchFamily="2" charset="-122"/>
              </a:rPr>
              <a:t>2</a:t>
            </a:r>
            <a:r>
              <a:rPr lang="zh-CN" altLang="en-US" b="1" dirty="0">
                <a:solidFill>
                  <a:srgbClr val="002060"/>
                </a:solidFill>
                <a:latin typeface="华文楷体" panose="02010600040101010101" pitchFamily="2" charset="-122"/>
                <a:ea typeface="华文楷体" panose="02010600040101010101" pitchFamily="2" charset="-122"/>
              </a:rPr>
              <a:t>、未充分公开</a:t>
            </a:r>
          </a:p>
          <a:p>
            <a:pPr>
              <a:buNone/>
            </a:pPr>
            <a:r>
              <a:rPr lang="zh-CN" altLang="en-US" sz="2400" b="1" dirty="0">
                <a:solidFill>
                  <a:srgbClr val="002060"/>
                </a:solidFill>
                <a:latin typeface="华文楷体" panose="02010600040101010101" pitchFamily="2" charset="-122"/>
                <a:ea typeface="华文楷体" panose="02010600040101010101" pitchFamily="2" charset="-122"/>
              </a:rPr>
              <a:t>    为说明申请内容具有新颖性、创造性和实用性，同时给予权利要求以支持，要求说明书对发明创造的实质性技术内容，如产品结构和方法步骤等进行充分公开。否则将不会被授予专利。</a:t>
            </a:r>
          </a:p>
        </p:txBody>
      </p:sp>
      <p:sp>
        <p:nvSpPr>
          <p:cNvPr id="9" name="标题 2">
            <a:extLst>
              <a:ext uri="{FF2B5EF4-FFF2-40B4-BE49-F238E27FC236}">
                <a16:creationId xmlns:a16="http://schemas.microsoft.com/office/drawing/2014/main" id="{0595A656-7C8B-7271-4E9F-132A71FF8D6A}"/>
              </a:ext>
            </a:extLst>
          </p:cNvPr>
          <p:cNvSpPr>
            <a:spLocks noGrp="1"/>
          </p:cNvSpPr>
          <p:nvPr>
            <p:ph type="title"/>
          </p:nvPr>
        </p:nvSpPr>
        <p:spPr>
          <a:xfrm>
            <a:off x="502411" y="325127"/>
            <a:ext cx="8139178" cy="504825"/>
          </a:xfrm>
        </p:spPr>
        <p:txBody>
          <a:bodyPr/>
          <a:lstStyle/>
          <a:p>
            <a:r>
              <a:rPr lang="zh-CN" altLang="en-US" sz="2400" dirty="0"/>
              <a:t>专利写作</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F5B3F876-A004-4157-8DFA-8947287857F1}" type="slidenum">
              <a:rPr lang="en-US" altLang="zh-CN" smtClean="0"/>
              <a:t>42</a:t>
            </a:fld>
            <a:endParaRPr lang="en-US" altLang="zh-CN"/>
          </a:p>
        </p:txBody>
      </p:sp>
      <p:sp>
        <p:nvSpPr>
          <p:cNvPr id="5" name="文本框 4"/>
          <p:cNvSpPr txBox="1">
            <a:spLocks noChangeArrowheads="1"/>
          </p:cNvSpPr>
          <p:nvPr/>
        </p:nvSpPr>
        <p:spPr bwMode="auto">
          <a:xfrm>
            <a:off x="1200150" y="980728"/>
            <a:ext cx="582457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r>
              <a:rPr lang="zh-CN" altLang="en-US" sz="3200" b="1" dirty="0">
                <a:solidFill>
                  <a:srgbClr val="FF0000"/>
                </a:solidFill>
                <a:latin typeface="+mn-ea"/>
                <a:ea typeface="+mn-ea"/>
              </a:rPr>
              <a:t>专利撰写的常见错误</a:t>
            </a:r>
          </a:p>
        </p:txBody>
      </p:sp>
      <p:sp>
        <p:nvSpPr>
          <p:cNvPr id="6" name="矩形 4"/>
          <p:cNvSpPr>
            <a:spLocks noChangeArrowheads="1"/>
          </p:cNvSpPr>
          <p:nvPr/>
        </p:nvSpPr>
        <p:spPr bwMode="auto">
          <a:xfrm>
            <a:off x="990745" y="1780154"/>
            <a:ext cx="7089458" cy="1663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buNone/>
            </a:pPr>
            <a:r>
              <a:rPr lang="en-US" altLang="zh-CN" b="1" dirty="0">
                <a:solidFill>
                  <a:srgbClr val="002060"/>
                </a:solidFill>
                <a:latin typeface="华文楷体" panose="02010600040101010101" pitchFamily="2" charset="-122"/>
                <a:ea typeface="华文楷体" panose="02010600040101010101" pitchFamily="2" charset="-122"/>
              </a:rPr>
              <a:t>3</a:t>
            </a:r>
            <a:r>
              <a:rPr lang="zh-CN" altLang="en-US" b="1" dirty="0">
                <a:solidFill>
                  <a:srgbClr val="002060"/>
                </a:solidFill>
                <a:latin typeface="华文楷体" panose="02010600040101010101" pitchFamily="2" charset="-122"/>
                <a:ea typeface="华文楷体" panose="02010600040101010101" pitchFamily="2" charset="-122"/>
              </a:rPr>
              <a:t>、说明书内容不支持权利要求</a:t>
            </a:r>
          </a:p>
          <a:p>
            <a:pPr>
              <a:buNone/>
            </a:pPr>
            <a:r>
              <a:rPr lang="zh-CN" altLang="en-US" sz="2400" b="1" dirty="0">
                <a:solidFill>
                  <a:srgbClr val="002060"/>
                </a:solidFill>
                <a:latin typeface="华文楷体" panose="02010600040101010101" pitchFamily="2" charset="-122"/>
                <a:ea typeface="华文楷体" panose="02010600040101010101" pitchFamily="2" charset="-122"/>
              </a:rPr>
              <a:t>    随意撰写说明书，用多种措辞描述同一特征，这将造成说明书不支持权利要求。</a:t>
            </a:r>
            <a:r>
              <a:rPr lang="zh-CN" altLang="en-US" sz="2400" b="1" dirty="0">
                <a:solidFill>
                  <a:srgbClr val="FF0000"/>
                </a:solidFill>
                <a:latin typeface="华文楷体" panose="02010600040101010101" pitchFamily="2" charset="-122"/>
                <a:ea typeface="华文楷体" panose="02010600040101010101" pitchFamily="2" charset="-122"/>
              </a:rPr>
              <a:t>权利要求书中使用的措辞以及对特征的描述应与说明书完全一致。</a:t>
            </a:r>
          </a:p>
        </p:txBody>
      </p:sp>
      <p:sp>
        <p:nvSpPr>
          <p:cNvPr id="7" name="矩形 4"/>
          <p:cNvSpPr>
            <a:spLocks noChangeArrowheads="1"/>
          </p:cNvSpPr>
          <p:nvPr/>
        </p:nvSpPr>
        <p:spPr bwMode="auto">
          <a:xfrm>
            <a:off x="990745" y="3774612"/>
            <a:ext cx="7089458" cy="1663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buNone/>
            </a:pPr>
            <a:r>
              <a:rPr lang="en-US" altLang="zh-CN" b="1" dirty="0">
                <a:solidFill>
                  <a:srgbClr val="002060"/>
                </a:solidFill>
                <a:latin typeface="华文楷体" panose="02010600040101010101" pitchFamily="2" charset="-122"/>
                <a:ea typeface="华文楷体" panose="02010600040101010101" pitchFamily="2" charset="-122"/>
              </a:rPr>
              <a:t>4</a:t>
            </a:r>
            <a:r>
              <a:rPr lang="zh-CN" altLang="en-US" b="1" dirty="0">
                <a:solidFill>
                  <a:srgbClr val="002060"/>
                </a:solidFill>
                <a:latin typeface="华文楷体" panose="02010600040101010101" pitchFamily="2" charset="-122"/>
                <a:ea typeface="华文楷体" panose="02010600040101010101" pitchFamily="2" charset="-122"/>
              </a:rPr>
              <a:t>、过度贬低或夸大</a:t>
            </a:r>
          </a:p>
          <a:p>
            <a:pPr>
              <a:buNone/>
            </a:pPr>
            <a:r>
              <a:rPr lang="zh-CN" altLang="en-US" sz="2400" b="1" dirty="0">
                <a:solidFill>
                  <a:srgbClr val="002060"/>
                </a:solidFill>
                <a:latin typeface="华文楷体" panose="02010600040101010101" pitchFamily="2" charset="-122"/>
                <a:ea typeface="华文楷体" panose="02010600040101010101" pitchFamily="2" charset="-122"/>
              </a:rPr>
              <a:t>    使用广告性宣传用语，不适当地贬低现有技术，无根据地夸大自己的发明或者写入许多与发明内容无关的文字均不被允许。</a:t>
            </a:r>
          </a:p>
        </p:txBody>
      </p:sp>
      <p:sp>
        <p:nvSpPr>
          <p:cNvPr id="9" name="标题 2">
            <a:extLst>
              <a:ext uri="{FF2B5EF4-FFF2-40B4-BE49-F238E27FC236}">
                <a16:creationId xmlns:a16="http://schemas.microsoft.com/office/drawing/2014/main" id="{F13D6DD3-152E-E6D2-A880-31A287C1B30B}"/>
              </a:ext>
            </a:extLst>
          </p:cNvPr>
          <p:cNvSpPr>
            <a:spLocks noGrp="1"/>
          </p:cNvSpPr>
          <p:nvPr>
            <p:ph type="title"/>
          </p:nvPr>
        </p:nvSpPr>
        <p:spPr>
          <a:xfrm>
            <a:off x="502411" y="325127"/>
            <a:ext cx="8139178" cy="504825"/>
          </a:xfrm>
        </p:spPr>
        <p:txBody>
          <a:bodyPr/>
          <a:lstStyle/>
          <a:p>
            <a:r>
              <a:rPr lang="zh-CN" altLang="en-US" sz="2400" dirty="0"/>
              <a:t>专利写作</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7745a8e2-5d59-4d18-b7af-69b577265f90"/>
  <p:tag name="COMMONDATA" val="eyJoZGlkIjoiMmUzNzE3MjMxYWEyMjk4NTA5YTc5NmVlYjhmNWJkOTIifQ=="/>
  <p:tag name="RESOURCE_RECORD_KEY" val="{&quot;10&quot;:[17430497],&quot;65&quot;:[20200994],&quot;70&quot;:[3327960]}"/>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0994"/>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0994"/>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TEMPLATE_SUBCATEGORY" val="0"/>
  <p:tag name="KSO_WM_TAG_VERSION" val="1.0"/>
  <p:tag name="KSO_WM_BEAUTIFY_FLAG" val="#wm#"/>
  <p:tag name="KSO_WM_TEMPLATE_CATEGORY" val="custom"/>
  <p:tag name="KSO_WM_TEMPLATE_INDEX" val="20200994"/>
  <p:tag name="KSO_WM_TEMPLATE_THUMBS_INDEX" val="1、5、6、7、8、9、10、11、12、13、15"/>
  <p:tag name="KSO_WM_TEMPLATE_MASTER_TYPE" val="1"/>
  <p:tag name="KSO_WM_TEMPLATE_COLOR_TYPE" val="1"/>
  <p:tag name="KSO_WM_TEMPLATE_MASTER_THUMB_INDEX" val="12"/>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 name="KSO_WM_UNIT_LARGE_SHAPE" val="1"/>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UNIT_BK_DARK_LIGHT" val="2"/>
  <p:tag name="KSO_WM_SLIDE_BACKGROUND_TYPE" val="frame"/>
  <p:tag name="KSO_WM_SLIDE_BK_DARK_LIGHT" val="2"/>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UNIT_BK_DARK_LIGHT" val="2"/>
  <p:tag name="KSO_WM_SLIDE_BACKGROUND_TYPE" val="bottomTop"/>
  <p:tag name="KSO_WM_SLIDE_BK_DARK_LIGHT" val="2"/>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UNIT_BK_DARK_LIGHT" val="2"/>
  <p:tag name="KSO_WM_SLIDE_BACKGROUND_TYPE" val="navigation"/>
  <p:tag name="KSO_WM_SLIDE_BK_DARK_LIGHT" val="2"/>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16.xml><?xml version="1.0" encoding="utf-8"?>
<p:tagLst xmlns:a="http://schemas.openxmlformats.org/drawingml/2006/main" xmlns:r="http://schemas.openxmlformats.org/officeDocument/2006/relationships" xmlns:p="http://schemas.openxmlformats.org/presentationml/2006/main">
  <p:tag name="KSO_WM_TAG_VERSION" val="1.0"/>
  <p:tag name="KSO_WM_UNIT_HIGHLIGHT" val="0"/>
  <p:tag name="KSO_WM_UNIT_COMPATIBLE" val="0"/>
  <p:tag name="KSO_WM_UNIT_DIAGRAM_ISNUMVISUAL" val="0"/>
  <p:tag name="KSO_WM_UNIT_DIAGRAM_ISREFERUNIT" val="0"/>
  <p:tag name="KSO_WM_UNIT_ID" val="_0**"/>
  <p:tag name="KSO_WM_UNIT_LAYERLEVEL" val="1"/>
  <p:tag name="KSO_WM_BEAUTIFY_FLAG" val="#wm#"/>
  <p:tag name="KSO_WM_TEMPLATE_CATEGORY" val="custom"/>
  <p:tag name="KSO_WM_TEMPLATE_INDEX" val="20180699"/>
</p:tagLst>
</file>

<file path=ppt/tags/tag117.xml><?xml version="1.0" encoding="utf-8"?>
<p:tagLst xmlns:a="http://schemas.openxmlformats.org/drawingml/2006/main" xmlns:r="http://schemas.openxmlformats.org/officeDocument/2006/relationships" xmlns:p="http://schemas.openxmlformats.org/presentationml/2006/main">
  <p:tag name="KSO_WM_TAG_VERSION" val="1.0"/>
  <p:tag name="KSO_WM_UNIT_HIGHLIGHT" val="0"/>
  <p:tag name="KSO_WM_UNIT_COMPATIBLE" val="0"/>
  <p:tag name="KSO_WM_UNIT_DIAGRAM_ISNUMVISUAL" val="0"/>
  <p:tag name="KSO_WM_UNIT_DIAGRAM_ISREFERUNIT" val="0"/>
  <p:tag name="KSO_WM_UNIT_ID" val="_0**"/>
  <p:tag name="KSO_WM_UNIT_LAYERLEVEL" val="1"/>
  <p:tag name="KSO_WM_BEAUTIFY_FLAG" val="#wm#"/>
  <p:tag name="KSO_WM_TEMPLATE_CATEGORY" val="custom"/>
  <p:tag name="KSO_WM_TEMPLATE_INDEX" val="20180699"/>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COMBINE_RELATE_SLIDE_ID" val="background20177604_1"/>
  <p:tag name="KSO_WM_TEMPLATE_CATEGORY" val="custom"/>
  <p:tag name="KSO_WM_TEMPLATE_INDEX" val="20180699"/>
  <p:tag name="KSO_WM_TEMPLATE_SUBCATEGORY" val="0"/>
  <p:tag name="KSO_WM_TEMPLATE_THUMBS_INDEX" val="1、4、5、6、11、12、16、18、26、27、"/>
  <p:tag name="KSO_WM_TEMPLATE_MASTER_TYPE" val="1"/>
  <p:tag name="KSO_WM_TEMPLATE_COLOR_TYPE" val="0"/>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95.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Lst>
</file>

<file path=ppt/tags/tag196.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200.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i*1"/>
  <p:tag name="KSO_WM_UNIT_LAYERLEVEL" val="1"/>
  <p:tag name="KSO_WM_TAG_VERSION" val="1.0"/>
  <p:tag name="KSO_WM_BEAUTIFY_FLAG" val="#wm#"/>
  <p:tag name="KSO_WM_UNIT_BK_DARK_LIGHT" val="2"/>
  <p:tag name="KSO_WM_UNIT_SUBTYPE" val="h"/>
  <p:tag name="KSO_WM_UNIT_TYPE" val="i"/>
  <p:tag name="KSO_WM_UNIT_INDEX" val="1"/>
</p:tagLst>
</file>

<file path=ppt/tags/tag201.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202.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203.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204.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205.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206.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207.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SUBTYPE" val="h"/>
  <p:tag name="KSO_WM_UNIT_TYPE" val="i"/>
  <p:tag name="KSO_WM_UNIT_INDEX" val="1"/>
  <p:tag name="KSO_WM_UNIT_BK_DARK_LIGHT" val="2"/>
</p:tagLst>
</file>

<file path=ppt/tags/tag208.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09.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10.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11.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12.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13.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14.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15.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SUBTYPE" val="h"/>
  <p:tag name="KSO_WM_UNIT_TYPE" val="i"/>
  <p:tag name="KSO_WM_UNIT_INDEX" val="1"/>
  <p:tag name="KSO_WM_UNIT_BK_DARK_LIGHT" val="2"/>
</p:tagLst>
</file>

<file path=ppt/tags/tag216.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17.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18.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19.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20.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21.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22.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23.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24.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SUBTYPE" val="h"/>
  <p:tag name="KSO_WM_UNIT_TYPE" val="i"/>
  <p:tag name="KSO_WM_UNIT_INDEX" val="1"/>
  <p:tag name="KSO_WM_UNIT_BK_DARK_LIGHT" val="2"/>
</p:tagLst>
</file>

<file path=ppt/tags/tag225.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26.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27.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28.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29.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30.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231.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SUBTYPE" val="h"/>
  <p:tag name="KSO_WM_UNIT_TYPE" val="i"/>
  <p:tag name="KSO_WM_UNIT_INDEX" val="1"/>
  <p:tag name="KSO_WM_UNIT_BK_DARK_LIGHT" val="2"/>
</p:tagLst>
</file>

<file path=ppt/tags/tag232.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33.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34.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35.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36.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37.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38.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39.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40.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241.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SUBTYPE" val="h"/>
  <p:tag name="KSO_WM_UNIT_TYPE" val="i"/>
  <p:tag name="KSO_WM_UNIT_INDEX" val="1"/>
  <p:tag name="KSO_WM_UNIT_BK_DARK_LIGHT" val="2"/>
</p:tagLst>
</file>

<file path=ppt/tags/tag242.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43.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44.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45.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46.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47.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48.xml><?xml version="1.0" encoding="utf-8"?>
<p:tagLst xmlns:a="http://schemas.openxmlformats.org/drawingml/2006/main" xmlns:r="http://schemas.openxmlformats.org/officeDocument/2006/relationships" xmlns:p="http://schemas.openxmlformats.org/presentationml/2006/main">
  <p:tag name="KSO_WM_TAG_VERSION" val="1.0"/>
  <p:tag name="KSO_WM_SLIDE_ITEM_CNT" val="0"/>
  <p:tag name="KSO_WM_SLIDE_LAYOUT" val="a_b"/>
  <p:tag name="KSO_WM_SLIDE_LAYOUT_CNT" val="1_1"/>
  <p:tag name="KSO_WM_SLIDE_TYPE" val="title"/>
  <p:tag name="KSO_WM_BEAUTIFY_FLAG" val="#wm#"/>
  <p:tag name="KSO_WM_COMBINE_RELATE_SLIDE_ID" val="background20177604_1"/>
  <p:tag name="KSO_WM_TEMPLATE_CATEGORY" val="custom"/>
  <p:tag name="KSO_WM_TEMPLATE_INDEX" val="20180699"/>
  <p:tag name="KSO_WM_SLIDE_ID" val="custom20180699_1"/>
  <p:tag name="KSO_WM_SLIDE_INDEX" val="1"/>
  <p:tag name="KSO_WM_TEMPLATE_SUBCATEGORY" val="0"/>
  <p:tag name="KSO_WM_TEMPLATE_THUMBS_INDEX" val="1、4、5、6、11、12、16、18、26、27、"/>
  <p:tag name="KSO_WM_TEMPLATE_MASTER_TYPE" val="1"/>
  <p:tag name="KSO_WM_TEMPLATE_COLOR_TYPE" val="0"/>
</p:tagLst>
</file>

<file path=ppt/tags/tag2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ISCONTENTSTITLE" val="0"/>
  <p:tag name="KSO_WM_UNIT_NOCLEAR" val="0"/>
  <p:tag name="KSO_WM_UNIT_VALUE" val="26"/>
  <p:tag name="KSO_WM_UNIT_TYPE" val="b"/>
  <p:tag name="KSO_WM_UNIT_INDEX" val="1"/>
  <p:tag name="KSO_WM_UNIT_PRESET_TEXT" val="单击此处添加副标题内容"/>
  <p:tag name="KSO_WM_TEMPLATE_CATEGORY" val="custom"/>
  <p:tag name="KSO_WM_TEMPLATE_INDEX" val="20204735"/>
  <p:tag name="KSO_WM_UNIT_ID" val="custom20204735_1*b*1"/>
  <p:tag name="KSO_WM_UNIT_ISNUMDGMTITLE" val="0"/>
  <p:tag name="KSO_WM_UNIT_TEXT_FILL_FORE_SCHEMECOLOR_INDEX_BRIGHTNESS" val="0"/>
  <p:tag name="KSO_WM_UNIT_TEXT_FILL_FORE_SCHEMECOLOR_INDEX" val="13"/>
  <p:tag name="KSO_WM_UNIT_TEXT_FILL_TYPE" val="1"/>
</p:tagLst>
</file>

<file path=ppt/tags/tag2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
  <p:tag name="KSO_WM_TEMPLATE_CATEGORY" val="custom"/>
  <p:tag name="KSO_WM_TEMPLATE_INDEX" val="20180699"/>
  <p:tag name="KSO_WM_UNIT_TYPE" val="b"/>
  <p:tag name="KSO_WM_UNIT_INDEX" val="1"/>
  <p:tag name="KSO_WM_UNIT_LAYERLEVEL" val="1"/>
  <p:tag name="KSO_WM_UNIT_VALUE" val="52"/>
  <p:tag name="KSO_WM_UNIT_ISCONTENTSTITLE" val="0"/>
  <p:tag name="KSO_WM_UNIT_HIGHLIGHT" val="0"/>
  <p:tag name="KSO_WM_UNIT_COMPATIBLE" val="0"/>
  <p:tag name="KSO_WM_UNIT_PRESET_TEXT_INDEX" val="4"/>
  <p:tag name="KSO_WM_UNIT_PRESET_TEXT_LEN" val="57"/>
  <p:tag name="KSO_WM_UNIT_ID" val="custom20180699_1*b*1"/>
  <p:tag name="KSO_WM_UNIT_ISNUMDGMTITLE" val="0"/>
  <p:tag name="KSO_WM_UNIT_NOCLEAR" val="0"/>
  <p:tag name="KSO_WM_UNIT_DIAGRAM_ISNUMVISUAL" val="0"/>
  <p:tag name="KSO_WM_UNIT_DIAGRAM_ISREFERUNIT" val="0"/>
  <p:tag name="KSO_WM_UNIT_TEXT_FILL_FORE_SCHEMECOLOR_INDEX_BRIGHTNESS" val="0"/>
  <p:tag name="KSO_WM_UNIT_TEXT_FILL_FORE_SCHEMECOLOR_INDEX" val="14"/>
  <p:tag name="KSO_WM_UNIT_TEXT_FILL_TYPE" val="1"/>
</p:tagLst>
</file>

<file path=ppt/tags/tag25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
  <p:tag name="KSO_WM_TEMPLATE_CATEGORY" val="custom"/>
  <p:tag name="KSO_WM_TEMPLATE_INDEX" val="20180699"/>
  <p:tag name="KSO_WM_UNIT_TYPE" val="a"/>
  <p:tag name="KSO_WM_UNIT_INDEX" val="1"/>
  <p:tag name="KSO_WM_UNIT_LAYERLEVEL" val="1"/>
  <p:tag name="KSO_WM_UNIT_VALUE" val="11"/>
  <p:tag name="KSO_WM_UNIT_ISCONTENTSTITLE" val="0"/>
  <p:tag name="KSO_WM_UNIT_HIGHLIGHT" val="0"/>
  <p:tag name="KSO_WM_UNIT_COMPATIBLE" val="0"/>
  <p:tag name="KSO_WM_UNIT_ID" val="custom20180699_1*a*1"/>
  <p:tag name="KSO_WM_UNIT_PRESET_TEXT" val="科技风深蓝色计划书"/>
  <p:tag name="KSO_WM_UNIT_ISNUMDGMTITLE" val="0"/>
  <p:tag name="KSO_WM_UNIT_NOCLEAR" val="0"/>
  <p:tag name="KSO_WM_UNIT_DIAGRAM_ISNUMVISUAL" val="0"/>
  <p:tag name="KSO_WM_UNIT_DIAGRAM_ISREFERUNIT" val="0"/>
</p:tagLst>
</file>

<file path=ppt/tags/tag2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3.xml><?xml version="1.0" encoding="utf-8"?>
<p:tagLst xmlns:a="http://schemas.openxmlformats.org/drawingml/2006/main" xmlns:r="http://schemas.openxmlformats.org/officeDocument/2006/relationships" xmlns:p="http://schemas.openxmlformats.org/presentationml/2006/main">
  <p:tag name="KSO_WM_SLIDE_BK_DARK_LIGHT" val=""/>
  <p:tag name="KSO_WM_SLIDE_BACKGROUND_TYPE" val="general"/>
</p:tagLst>
</file>

<file path=ppt/tags/tag254.xml><?xml version="1.0" encoding="utf-8"?>
<p:tagLst xmlns:a="http://schemas.openxmlformats.org/drawingml/2006/main" xmlns:r="http://schemas.openxmlformats.org/officeDocument/2006/relationships"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WM_BEAUTIFY_SHAPE_IDENTITY" val="{f1772362-d663-4dc8-bf7a-d9b263158952}"/>
  <p:tag name="KSO_WM_UNIT_TYPE" val="i"/>
</p:tagLst>
</file>

<file path=ppt/tags/tag255.xml><?xml version="1.0" encoding="utf-8"?>
<p:tagLst xmlns:a="http://schemas.openxmlformats.org/drawingml/2006/main" xmlns:r="http://schemas.openxmlformats.org/officeDocument/2006/relationships" xmlns:p="http://schemas.openxmlformats.org/presentationml/2006/main">
  <p:tag name="KSO_WM_UNIT_TABLE_BEAUTIFY" val="smartTable{6e618c8a-eafc-4121-83d3-47f11163acc9}"/>
  <p:tag name="TABLE_ENDDRAG_ORIGIN_RECT" val="700*413"/>
  <p:tag name="TABLE_ENDDRAG_RECT" val="19*65*700*414"/>
  <p:tag name="KSO_WM_BEAUTIFY_FLAG" val=""/>
</p:tagLst>
</file>

<file path=ppt/theme/theme1.xml><?xml version="1.0" encoding="utf-8"?>
<a:theme xmlns:a="http://schemas.openxmlformats.org/drawingml/2006/main" name="1_Office 主题​​">
  <a:themeElements>
    <a:clrScheme name="">
      <a:dk1>
        <a:srgbClr val="000000"/>
      </a:dk1>
      <a:lt1>
        <a:srgbClr val="FFFFFF"/>
      </a:lt1>
      <a:dk2>
        <a:srgbClr val="E4F0E4"/>
      </a:dk2>
      <a:lt2>
        <a:srgbClr val="FFFFFF"/>
      </a:lt2>
      <a:accent1>
        <a:srgbClr val="8EAF98"/>
      </a:accent1>
      <a:accent2>
        <a:srgbClr val="99B596"/>
      </a:accent2>
      <a:accent3>
        <a:srgbClr val="A6BB92"/>
      </a:accent3>
      <a:accent4>
        <a:srgbClr val="B5C08E"/>
      </a:accent4>
      <a:accent5>
        <a:srgbClr val="C6C58C"/>
      </a:accent5>
      <a:accent6>
        <a:srgbClr val="D8C78B"/>
      </a:accent6>
      <a:hlink>
        <a:srgbClr val="99CCE3"/>
      </a:hlink>
      <a:folHlink>
        <a:srgbClr val="A27CA4"/>
      </a:folHlink>
    </a:clrScheme>
    <a:fontScheme name="自定义 1">
      <a:majorFont>
        <a:latin typeface="微软雅黑"/>
        <a:ea typeface="汉仪旗黑-85S"/>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主题​​">
  <a:themeElements>
    <a:clrScheme name="20180699">
      <a:dk1>
        <a:srgbClr val="404040"/>
      </a:dk1>
      <a:lt1>
        <a:srgbClr val="FFFFFF"/>
      </a:lt1>
      <a:dk2>
        <a:srgbClr val="ECECEC"/>
      </a:dk2>
      <a:lt2>
        <a:srgbClr val="FFFFFF"/>
      </a:lt2>
      <a:accent1>
        <a:srgbClr val="FFC000"/>
      </a:accent1>
      <a:accent2>
        <a:srgbClr val="E2C85F"/>
      </a:accent2>
      <a:accent3>
        <a:srgbClr val="BDCF95"/>
      </a:accent3>
      <a:accent4>
        <a:srgbClr val="92CCB7"/>
      </a:accent4>
      <a:accent5>
        <a:srgbClr val="68BFC6"/>
      </a:accent5>
      <a:accent6>
        <a:srgbClr val="00B2D5"/>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D:\Program Files\Microsoft Office\Templates\Presentation Designs\Notebook.pot</Template>
  <TotalTime>2331</TotalTime>
  <Words>6586</Words>
  <Application>Microsoft Office PowerPoint</Application>
  <PresentationFormat>全屏显示(4:3)</PresentationFormat>
  <Paragraphs>322</Paragraphs>
  <Slides>42</Slides>
  <Notes>0</Notes>
  <HiddenSlides>0</HiddenSlides>
  <MMClips>0</MMClips>
  <ScaleCrop>false</ScaleCrop>
  <HeadingPairs>
    <vt:vector size="8" baseType="variant">
      <vt:variant>
        <vt:lpstr>已用的字体</vt:lpstr>
      </vt:variant>
      <vt:variant>
        <vt:i4>12</vt:i4>
      </vt:variant>
      <vt:variant>
        <vt:lpstr>主题</vt:lpstr>
      </vt:variant>
      <vt:variant>
        <vt:i4>2</vt:i4>
      </vt:variant>
      <vt:variant>
        <vt:lpstr>嵌入 OLE 服务器</vt:lpstr>
      </vt:variant>
      <vt:variant>
        <vt:i4>1</vt:i4>
      </vt:variant>
      <vt:variant>
        <vt:lpstr>幻灯片标题</vt:lpstr>
      </vt:variant>
      <vt:variant>
        <vt:i4>42</vt:i4>
      </vt:variant>
    </vt:vector>
  </HeadingPairs>
  <TitlesOfParts>
    <vt:vector size="57" baseType="lpstr">
      <vt:lpstr>方正粗黑宋简体</vt:lpstr>
      <vt:lpstr>方正大标宋简体</vt:lpstr>
      <vt:lpstr>黑体</vt:lpstr>
      <vt:lpstr>华光彩云_CNKI</vt:lpstr>
      <vt:lpstr>华文楷体</vt:lpstr>
      <vt:lpstr>楷体</vt:lpstr>
      <vt:lpstr>宋体</vt:lpstr>
      <vt:lpstr>Arial</vt:lpstr>
      <vt:lpstr>Calibri</vt:lpstr>
      <vt:lpstr>Times New Roman</vt:lpstr>
      <vt:lpstr>Wingdings</vt:lpstr>
      <vt:lpstr>微软雅黑</vt:lpstr>
      <vt:lpstr>1_Office 主题​​</vt:lpstr>
      <vt:lpstr>3_Office 主题​​</vt:lpstr>
      <vt:lpstr>Acrobat Document</vt:lpstr>
      <vt:lpstr>《专业写作基础》 第4讲 专利写作</vt:lpstr>
      <vt:lpstr>课时安排与节点要求</vt:lpstr>
      <vt:lpstr>科研成果的形态</vt:lpstr>
      <vt:lpstr>华为公布对5G手机专利许可收费标准的启示</vt:lpstr>
      <vt:lpstr>专利写作</vt:lpstr>
      <vt:lpstr>专利写作</vt:lpstr>
      <vt:lpstr>专利交底书撰写</vt:lpstr>
      <vt:lpstr>专利交底书</vt:lpstr>
      <vt:lpstr>专利交底书</vt:lpstr>
      <vt:lpstr>专利写作</vt:lpstr>
      <vt:lpstr>专利写作</vt:lpstr>
      <vt:lpstr>专利写作</vt:lpstr>
      <vt:lpstr>专利写作</vt:lpstr>
      <vt:lpstr>PowerPoint 演示文稿</vt:lpstr>
      <vt:lpstr>专利写作</vt:lpstr>
      <vt:lpstr>专利写作</vt:lpstr>
      <vt:lpstr>专利写作</vt:lpstr>
      <vt:lpstr>专利写作</vt:lpstr>
      <vt:lpstr>专利写作</vt:lpstr>
      <vt:lpstr>专利写作</vt:lpstr>
      <vt:lpstr>专利写作</vt:lpstr>
      <vt:lpstr>专利写作</vt:lpstr>
      <vt:lpstr>PowerPoint 演示文稿</vt:lpstr>
      <vt:lpstr>专利写作</vt:lpstr>
      <vt:lpstr>专利写作</vt:lpstr>
      <vt:lpstr>专利写作</vt:lpstr>
      <vt:lpstr>专利写作</vt:lpstr>
      <vt:lpstr>专利写作</vt:lpstr>
      <vt:lpstr>专利写作</vt:lpstr>
      <vt:lpstr>专利写作</vt:lpstr>
      <vt:lpstr>PowerPoint 演示文稿</vt:lpstr>
      <vt:lpstr>PowerPoint 演示文稿</vt:lpstr>
      <vt:lpstr>PowerPoint 演示文稿</vt:lpstr>
      <vt:lpstr>PowerPoint 演示文稿</vt:lpstr>
      <vt:lpstr>专利写作</vt:lpstr>
      <vt:lpstr>PowerPoint 演示文稿</vt:lpstr>
      <vt:lpstr>PowerPoint 演示文稿</vt:lpstr>
      <vt:lpstr>专利写作</vt:lpstr>
      <vt:lpstr>专利写作</vt:lpstr>
      <vt:lpstr>专利写作</vt:lpstr>
      <vt:lpstr>专利写作</vt:lpstr>
      <vt:lpstr>专利写作</vt:lpstr>
    </vt:vector>
  </TitlesOfParts>
  <Company>dna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电子系统RF与天线</dc:title>
  <dc:creator>yyw</dc:creator>
  <cp:lastModifiedBy>Jiang Wu</cp:lastModifiedBy>
  <cp:revision>870</cp:revision>
  <dcterms:created xsi:type="dcterms:W3CDTF">2005-02-24T04:03:00Z</dcterms:created>
  <dcterms:modified xsi:type="dcterms:W3CDTF">2026-10-19T03:44:55Z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2052-12.1.0.18912</vt:lpwstr>
  </property>
  <property fmtid="{D5CDD505-2E9C-101B-9397-08002B2CF9AE}" pid="3" name="ICV">
    <vt:lpwstr>EFAC288604F1472C9F25B7881AF5CE61_13</vt:lpwstr>
  </property>
</Properties>
</file>
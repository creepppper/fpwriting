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3.xml" ContentType="application/vnd.openxmlformats-officedocument.theme+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media/image171.bin" ContentType="image/unknown"/>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2"/>
    <p:sldMasterId id="2147483683" r:id="rId3"/>
  </p:sldMasterIdLst>
  <p:notesMasterIdLst>
    <p:notesMasterId r:id="rId100"/>
  </p:notesMasterIdLst>
  <p:handoutMasterIdLst>
    <p:handoutMasterId r:id="rId101"/>
  </p:handoutMasterIdLst>
  <p:sldIdLst>
    <p:sldId id="924" r:id="rId4"/>
    <p:sldId id="891" r:id="rId5"/>
    <p:sldId id="1372" r:id="rId6"/>
    <p:sldId id="926" r:id="rId7"/>
    <p:sldId id="925" r:id="rId8"/>
    <p:sldId id="1368" r:id="rId9"/>
    <p:sldId id="931" r:id="rId10"/>
    <p:sldId id="895" r:id="rId11"/>
    <p:sldId id="896" r:id="rId12"/>
    <p:sldId id="897" r:id="rId13"/>
    <p:sldId id="898" r:id="rId14"/>
    <p:sldId id="899" r:id="rId15"/>
    <p:sldId id="900" r:id="rId16"/>
    <p:sldId id="901" r:id="rId17"/>
    <p:sldId id="902" r:id="rId18"/>
    <p:sldId id="903" r:id="rId19"/>
    <p:sldId id="904" r:id="rId20"/>
    <p:sldId id="905" r:id="rId21"/>
    <p:sldId id="906" r:id="rId22"/>
    <p:sldId id="936" r:id="rId23"/>
    <p:sldId id="907" r:id="rId24"/>
    <p:sldId id="908" r:id="rId25"/>
    <p:sldId id="909" r:id="rId26"/>
    <p:sldId id="910" r:id="rId27"/>
    <p:sldId id="911" r:id="rId28"/>
    <p:sldId id="912" r:id="rId29"/>
    <p:sldId id="913" r:id="rId30"/>
    <p:sldId id="914" r:id="rId31"/>
    <p:sldId id="915" r:id="rId32"/>
    <p:sldId id="916" r:id="rId33"/>
    <p:sldId id="917" r:id="rId34"/>
    <p:sldId id="918" r:id="rId35"/>
    <p:sldId id="919" r:id="rId36"/>
    <p:sldId id="938" r:id="rId37"/>
    <p:sldId id="737" r:id="rId38"/>
    <p:sldId id="738" r:id="rId39"/>
    <p:sldId id="739" r:id="rId40"/>
    <p:sldId id="1369" r:id="rId41"/>
    <p:sldId id="741" r:id="rId42"/>
    <p:sldId id="746" r:id="rId43"/>
    <p:sldId id="742" r:id="rId44"/>
    <p:sldId id="743" r:id="rId45"/>
    <p:sldId id="789" r:id="rId46"/>
    <p:sldId id="790" r:id="rId47"/>
    <p:sldId id="791" r:id="rId48"/>
    <p:sldId id="792" r:id="rId49"/>
    <p:sldId id="1370" r:id="rId50"/>
    <p:sldId id="747" r:id="rId51"/>
    <p:sldId id="1019" r:id="rId52"/>
    <p:sldId id="749" r:id="rId53"/>
    <p:sldId id="750" r:id="rId54"/>
    <p:sldId id="1113" r:id="rId55"/>
    <p:sldId id="751" r:id="rId56"/>
    <p:sldId id="752" r:id="rId57"/>
    <p:sldId id="753" r:id="rId58"/>
    <p:sldId id="754" r:id="rId59"/>
    <p:sldId id="755" r:id="rId60"/>
    <p:sldId id="756" r:id="rId61"/>
    <p:sldId id="855" r:id="rId62"/>
    <p:sldId id="757" r:id="rId63"/>
    <p:sldId id="758" r:id="rId64"/>
    <p:sldId id="759" r:id="rId65"/>
    <p:sldId id="1114" r:id="rId66"/>
    <p:sldId id="796" r:id="rId67"/>
    <p:sldId id="763" r:id="rId68"/>
    <p:sldId id="762" r:id="rId69"/>
    <p:sldId id="764" r:id="rId70"/>
    <p:sldId id="766" r:id="rId71"/>
    <p:sldId id="768" r:id="rId72"/>
    <p:sldId id="769" r:id="rId73"/>
    <p:sldId id="770" r:id="rId74"/>
    <p:sldId id="771" r:id="rId75"/>
    <p:sldId id="772" r:id="rId76"/>
    <p:sldId id="773" r:id="rId77"/>
    <p:sldId id="774" r:id="rId78"/>
    <p:sldId id="1117" r:id="rId79"/>
    <p:sldId id="775" r:id="rId80"/>
    <p:sldId id="776" r:id="rId81"/>
    <p:sldId id="777" r:id="rId82"/>
    <p:sldId id="778" r:id="rId83"/>
    <p:sldId id="779" r:id="rId84"/>
    <p:sldId id="780" r:id="rId85"/>
    <p:sldId id="856" r:id="rId86"/>
    <p:sldId id="781" r:id="rId87"/>
    <p:sldId id="857" r:id="rId88"/>
    <p:sldId id="858" r:id="rId89"/>
    <p:sldId id="782" r:id="rId90"/>
    <p:sldId id="783" r:id="rId91"/>
    <p:sldId id="784" r:id="rId92"/>
    <p:sldId id="785" r:id="rId93"/>
    <p:sldId id="786" r:id="rId94"/>
    <p:sldId id="798" r:id="rId95"/>
    <p:sldId id="799" r:id="rId96"/>
    <p:sldId id="800" r:id="rId97"/>
    <p:sldId id="927" r:id="rId98"/>
    <p:sldId id="1371" r:id="rId99"/>
  </p:sldIdLst>
  <p:sldSz cx="9144000" cy="6858000" type="screen4x3"/>
  <p:notesSz cx="6797675" cy="9926638"/>
  <p:custDataLst>
    <p:tags r:id="rId102"/>
  </p:custDataLst>
  <p:defaultTextStyle>
    <a:defPPr>
      <a:defRPr lang="zh-CN"/>
    </a:defPPr>
    <a:lvl1pPr algn="l" rtl="0" eaLnBrk="0" fontAlgn="base" hangingPunct="0">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3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32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32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32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32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4326" userDrawn="1">
          <p15:clr>
            <a:srgbClr val="A4A3A4"/>
          </p15:clr>
        </p15:guide>
        <p15:guide id="2" pos="5760" userDrawn="1">
          <p15:clr>
            <a:srgbClr val="A4A3A4"/>
          </p15:clr>
        </p15:guide>
      </p15:sldGuideLst>
    </p:ext>
    <p:ext uri="{2D200454-40CA-4A62-9FC3-DE9A4176ACB9}">
      <p15:notesGuideLst xmlns:p15="http://schemas.microsoft.com/office/powerpoint/2012/main">
        <p15:guide id="1" orient="horz" pos="3126">
          <p15:clr>
            <a:srgbClr val="A4A3A4"/>
          </p15:clr>
        </p15:guide>
        <p15:guide id="2" pos="214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zhou" initials="LZ" lastIdx="3" clrIdx="0"/>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77CCE"/>
    <a:srgbClr val="0033CC"/>
    <a:srgbClr val="0000FF"/>
    <a:srgbClr val="00FF00"/>
    <a:srgbClr val="000000"/>
    <a:srgbClr val="EBDEC9"/>
    <a:srgbClr val="BE3A3A"/>
    <a:srgbClr val="806858"/>
    <a:srgbClr val="735E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8361" autoAdjust="0"/>
  </p:normalViewPr>
  <p:slideViewPr>
    <p:cSldViewPr showGuides="1">
      <p:cViewPr>
        <p:scale>
          <a:sx n="75" d="100"/>
          <a:sy n="75" d="100"/>
        </p:scale>
        <p:origin x="1485" y="274"/>
      </p:cViewPr>
      <p:guideLst>
        <p:guide orient="horz" pos="4326"/>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2388"/>
    </p:cViewPr>
  </p:sorterViewPr>
  <p:notesViewPr>
    <p:cSldViewPr>
      <p:cViewPr varScale="1">
        <p:scale>
          <a:sx n="57" d="100"/>
          <a:sy n="57" d="100"/>
        </p:scale>
        <p:origin x="-1836" y="-84"/>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07" Type="http://schemas.openxmlformats.org/officeDocument/2006/relationships/tableStyles" Target="tableStyles.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tags" Target="tags/tag1.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commentAuthors" Target="commentAuthor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theme" Target="theme/theme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notesMaster" Target="notesMasters/notesMaster1.xml"/><Relationship Id="rId105"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4930"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a:defRPr/>
            </a:pPr>
            <a:endParaRPr lang="en-US" altLang="zh-CN"/>
          </a:p>
        </p:txBody>
      </p:sp>
      <p:sp>
        <p:nvSpPr>
          <p:cNvPr id="124931" name="Rectangle 3"/>
          <p:cNvSpPr>
            <a:spLocks noGrp="1" noChangeArrowheads="1"/>
          </p:cNvSpPr>
          <p:nvPr>
            <p:ph type="dt" sz="quarter" idx="1"/>
          </p:nvPr>
        </p:nvSpPr>
        <p:spPr bwMode="auto">
          <a:xfrm>
            <a:off x="3849688"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ea typeface="宋体" panose="02010600030101010101" pitchFamily="2" charset="-122"/>
              </a:defRPr>
            </a:lvl1pPr>
          </a:lstStyle>
          <a:p>
            <a:pPr>
              <a:defRPr/>
            </a:pPr>
            <a:endParaRPr lang="en-US" altLang="zh-CN"/>
          </a:p>
        </p:txBody>
      </p:sp>
      <p:sp>
        <p:nvSpPr>
          <p:cNvPr id="124932" name="Rectangle 4"/>
          <p:cNvSpPr>
            <a:spLocks noGrp="1" noChangeArrowheads="1"/>
          </p:cNvSpPr>
          <p:nvPr>
            <p:ph type="ftr" sz="quarter" idx="2"/>
          </p:nvPr>
        </p:nvSpPr>
        <p:spPr bwMode="auto">
          <a:xfrm>
            <a:off x="0" y="9428163"/>
            <a:ext cx="2946400" cy="496887"/>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a:defRPr/>
            </a:pPr>
            <a:endParaRPr lang="en-US" altLang="zh-CN"/>
          </a:p>
        </p:txBody>
      </p:sp>
      <p:sp>
        <p:nvSpPr>
          <p:cNvPr id="124933" name="Rectangle 5"/>
          <p:cNvSpPr>
            <a:spLocks noGrp="1" noChangeArrowheads="1"/>
          </p:cNvSpPr>
          <p:nvPr>
            <p:ph type="sldNum" sz="quarter" idx="3"/>
          </p:nvPr>
        </p:nvSpPr>
        <p:spPr bwMode="auto">
          <a:xfrm>
            <a:off x="3849688" y="9428163"/>
            <a:ext cx="29464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83DB450E-5FFA-41B5-9857-F85F88AC0764}" type="slidenum">
              <a:rPr lang="en-US" altLang="zh-CN"/>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1250"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a:defRPr/>
            </a:pPr>
            <a:endParaRPr lang="en-US" altLang="zh-CN"/>
          </a:p>
        </p:txBody>
      </p:sp>
      <p:sp>
        <p:nvSpPr>
          <p:cNvPr id="181251" name="Rectangle 3"/>
          <p:cNvSpPr>
            <a:spLocks noGrp="1" noChangeArrowheads="1"/>
          </p:cNvSpPr>
          <p:nvPr>
            <p:ph type="dt" idx="1"/>
          </p:nvPr>
        </p:nvSpPr>
        <p:spPr bwMode="auto">
          <a:xfrm>
            <a:off x="3849688"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ea typeface="宋体" panose="02010600030101010101" pitchFamily="2" charset="-122"/>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81253" name="Rectangle 5"/>
          <p:cNvSpPr>
            <a:spLocks noGrp="1" noChangeArrowheads="1"/>
          </p:cNvSpPr>
          <p:nvPr>
            <p:ph type="body" sz="quarter" idx="3"/>
          </p:nvPr>
        </p:nvSpPr>
        <p:spPr bwMode="auto">
          <a:xfrm>
            <a:off x="679450" y="4714875"/>
            <a:ext cx="5438775" cy="44672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81254" name="Rectangle 6"/>
          <p:cNvSpPr>
            <a:spLocks noGrp="1" noChangeArrowheads="1"/>
          </p:cNvSpPr>
          <p:nvPr>
            <p:ph type="ftr" sz="quarter" idx="4"/>
          </p:nvPr>
        </p:nvSpPr>
        <p:spPr bwMode="auto">
          <a:xfrm>
            <a:off x="0" y="9428163"/>
            <a:ext cx="2946400" cy="496887"/>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a:defRPr/>
            </a:pPr>
            <a:endParaRPr lang="en-US" altLang="zh-CN"/>
          </a:p>
        </p:txBody>
      </p:sp>
      <p:sp>
        <p:nvSpPr>
          <p:cNvPr id="181255" name="Rectangle 7"/>
          <p:cNvSpPr>
            <a:spLocks noGrp="1" noChangeArrowheads="1"/>
          </p:cNvSpPr>
          <p:nvPr>
            <p:ph type="sldNum" sz="quarter" idx="5"/>
          </p:nvPr>
        </p:nvSpPr>
        <p:spPr bwMode="auto">
          <a:xfrm>
            <a:off x="3849688" y="9428163"/>
            <a:ext cx="2946400" cy="4968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a:defRPr/>
            </a:pPr>
            <a:fld id="{CA57DED4-E007-4DFD-BE28-CB23B010D1B6}"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tags" Target="../tags/tag19.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slideMaster" Target="../slideMasters/slideMaster2.xml"/><Relationship Id="rId5" Type="http://schemas.openxmlformats.org/officeDocument/2006/relationships/tags" Target="../tags/tag25.xml"/><Relationship Id="rId4" Type="http://schemas.openxmlformats.org/officeDocument/2006/relationships/tags" Target="../tags/tag24.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45.xml"/><Relationship Id="rId3" Type="http://schemas.openxmlformats.org/officeDocument/2006/relationships/tags" Target="../tags/tag40.xml"/><Relationship Id="rId7" Type="http://schemas.openxmlformats.org/officeDocument/2006/relationships/tags" Target="../tags/tag44.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9"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slideMaster" Target="../slideMasters/slideMaster2.xml"/><Relationship Id="rId4" Type="http://schemas.openxmlformats.org/officeDocument/2006/relationships/tags" Target="../tags/tag49.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4"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55.xml"/><Relationship Id="rId7" Type="http://schemas.openxmlformats.org/officeDocument/2006/relationships/slideMaster" Target="../slideMasters/slideMaster2.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2.xml"/><Relationship Id="rId5" Type="http://schemas.openxmlformats.org/officeDocument/2006/relationships/tags" Target="../tags/tag63.xml"/><Relationship Id="rId4" Type="http://schemas.openxmlformats.org/officeDocument/2006/relationships/tags" Target="../tags/tag62.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slideMaster" Target="../slideMasters/slideMaster2.xml"/><Relationship Id="rId4" Type="http://schemas.openxmlformats.org/officeDocument/2006/relationships/tags" Target="../tags/tag67.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75.xml"/><Relationship Id="rId3" Type="http://schemas.openxmlformats.org/officeDocument/2006/relationships/tags" Target="../tags/tag70.xml"/><Relationship Id="rId7" Type="http://schemas.openxmlformats.org/officeDocument/2006/relationships/tags" Target="../tags/tag74.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9"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78.xml"/><Relationship Id="rId7"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s>
</file>

<file path=ppt/slideLayouts/_rels/slideLayout27.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84.xml"/><Relationship Id="rId7" Type="http://schemas.openxmlformats.org/officeDocument/2006/relationships/tags" Target="../tags/tag88.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96.xml"/><Relationship Id="rId3" Type="http://schemas.openxmlformats.org/officeDocument/2006/relationships/tags" Target="../tags/tag91.xml"/><Relationship Id="rId7" Type="http://schemas.openxmlformats.org/officeDocument/2006/relationships/tags" Target="../tags/tag95.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5" Type="http://schemas.openxmlformats.org/officeDocument/2006/relationships/tags" Target="../tags/tag93.xml"/><Relationship Id="rId10" Type="http://schemas.openxmlformats.org/officeDocument/2006/relationships/slideMaster" Target="../slideMasters/slideMaster2.xml"/><Relationship Id="rId4" Type="http://schemas.openxmlformats.org/officeDocument/2006/relationships/tags" Target="../tags/tag92.xml"/><Relationship Id="rId9" Type="http://schemas.openxmlformats.org/officeDocument/2006/relationships/tags" Target="../tags/tag97.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105.xml"/><Relationship Id="rId3" Type="http://schemas.openxmlformats.org/officeDocument/2006/relationships/tags" Target="../tags/tag100.xml"/><Relationship Id="rId7" Type="http://schemas.openxmlformats.org/officeDocument/2006/relationships/tags" Target="../tags/tag104.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tags" Target="../tags/tag103.xml"/><Relationship Id="rId5" Type="http://schemas.openxmlformats.org/officeDocument/2006/relationships/tags" Target="../tags/tag102.xml"/><Relationship Id="rId10" Type="http://schemas.openxmlformats.org/officeDocument/2006/relationships/slideMaster" Target="../slideMasters/slideMaster2.xml"/><Relationship Id="rId4" Type="http://schemas.openxmlformats.org/officeDocument/2006/relationships/tags" Target="../tags/tag101.xml"/><Relationship Id="rId9" Type="http://schemas.openxmlformats.org/officeDocument/2006/relationships/tags" Target="../tags/tag106.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114.xml"/><Relationship Id="rId3" Type="http://schemas.openxmlformats.org/officeDocument/2006/relationships/tags" Target="../tags/tag109.xml"/><Relationship Id="rId7" Type="http://schemas.openxmlformats.org/officeDocument/2006/relationships/tags" Target="../tags/tag113.xml"/><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9"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8" Type="http://schemas.openxmlformats.org/officeDocument/2006/relationships/tags" Target="../tags/tag122.xml"/><Relationship Id="rId3" Type="http://schemas.openxmlformats.org/officeDocument/2006/relationships/tags" Target="../tags/tag117.xml"/><Relationship Id="rId7" Type="http://schemas.openxmlformats.org/officeDocument/2006/relationships/tags" Target="../tags/tag121.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tags" Target="../tags/tag120.xml"/><Relationship Id="rId5" Type="http://schemas.openxmlformats.org/officeDocument/2006/relationships/tags" Target="../tags/tag119.xml"/><Relationship Id="rId10" Type="http://schemas.openxmlformats.org/officeDocument/2006/relationships/slideMaster" Target="../slideMasters/slideMaster2.xml"/><Relationship Id="rId4" Type="http://schemas.openxmlformats.org/officeDocument/2006/relationships/tags" Target="../tags/tag118.xml"/><Relationship Id="rId9" Type="http://schemas.openxmlformats.org/officeDocument/2006/relationships/tags" Target="../tags/tag123.xml"/></Relationships>
</file>

<file path=ppt/slideLayouts/_rels/slideLayout32.xml.rels><?xml version="1.0" encoding="UTF-8" standalone="yes"?>
<Relationships xmlns="http://schemas.openxmlformats.org/package/2006/relationships"><Relationship Id="rId3" Type="http://schemas.openxmlformats.org/officeDocument/2006/relationships/tags" Target="../tags/tag126.xml"/><Relationship Id="rId7" Type="http://schemas.openxmlformats.org/officeDocument/2006/relationships/slideMaster" Target="../slideMasters/slideMaster2.xml"/><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tags" Target="../tags/tag149.xml"/><Relationship Id="rId18" Type="http://schemas.openxmlformats.org/officeDocument/2006/relationships/image" Target="../media/image6.png"/><Relationship Id="rId3" Type="http://schemas.openxmlformats.org/officeDocument/2006/relationships/tags" Target="../tags/tag139.xml"/><Relationship Id="rId21" Type="http://schemas.openxmlformats.org/officeDocument/2006/relationships/image" Target="../media/image9.png"/><Relationship Id="rId7" Type="http://schemas.openxmlformats.org/officeDocument/2006/relationships/tags" Target="../tags/tag143.xml"/><Relationship Id="rId12" Type="http://schemas.openxmlformats.org/officeDocument/2006/relationships/tags" Target="../tags/tag148.xml"/><Relationship Id="rId17" Type="http://schemas.openxmlformats.org/officeDocument/2006/relationships/image" Target="../media/image5.jpeg"/><Relationship Id="rId25" Type="http://schemas.openxmlformats.org/officeDocument/2006/relationships/image" Target="../media/image13.png"/><Relationship Id="rId2" Type="http://schemas.openxmlformats.org/officeDocument/2006/relationships/tags" Target="../tags/tag138.xml"/><Relationship Id="rId16" Type="http://schemas.openxmlformats.org/officeDocument/2006/relationships/slideMaster" Target="../slideMasters/slideMaster3.xml"/><Relationship Id="rId20" Type="http://schemas.openxmlformats.org/officeDocument/2006/relationships/image" Target="../media/image8.png"/><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24" Type="http://schemas.openxmlformats.org/officeDocument/2006/relationships/image" Target="../media/image12.png"/><Relationship Id="rId5" Type="http://schemas.openxmlformats.org/officeDocument/2006/relationships/tags" Target="../tags/tag141.xml"/><Relationship Id="rId15" Type="http://schemas.openxmlformats.org/officeDocument/2006/relationships/tags" Target="../tags/tag151.xml"/><Relationship Id="rId23" Type="http://schemas.openxmlformats.org/officeDocument/2006/relationships/image" Target="../media/image11.png"/><Relationship Id="rId10" Type="http://schemas.openxmlformats.org/officeDocument/2006/relationships/tags" Target="../tags/tag146.xml"/><Relationship Id="rId19" Type="http://schemas.openxmlformats.org/officeDocument/2006/relationships/image" Target="../media/image7.png"/><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tags" Target="../tags/tag150.xml"/><Relationship Id="rId22" Type="http://schemas.openxmlformats.org/officeDocument/2006/relationships/image" Target="../media/image10.png"/></Relationships>
</file>

<file path=ppt/slideLayouts/_rels/slideLayout35.xml.rels><?xml version="1.0" encoding="UTF-8" standalone="yes"?>
<Relationships xmlns="http://schemas.openxmlformats.org/package/2006/relationships"><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slideMaster" Target="../slideMasters/slideMaster3.xml"/><Relationship Id="rId5" Type="http://schemas.openxmlformats.org/officeDocument/2006/relationships/tags" Target="../tags/tag156.xml"/><Relationship Id="rId4" Type="http://schemas.openxmlformats.org/officeDocument/2006/relationships/tags" Target="../tags/tag155.xml"/></Relationships>
</file>

<file path=ppt/slideLayouts/_rels/slideLayout36.xml.rels><?xml version="1.0" encoding="UTF-8" standalone="yes"?>
<Relationships xmlns="http://schemas.openxmlformats.org/package/2006/relationships"><Relationship Id="rId8" Type="http://schemas.openxmlformats.org/officeDocument/2006/relationships/tags" Target="../tags/tag164.xml"/><Relationship Id="rId3" Type="http://schemas.openxmlformats.org/officeDocument/2006/relationships/tags" Target="../tags/tag159.xml"/><Relationship Id="rId7" Type="http://schemas.openxmlformats.org/officeDocument/2006/relationships/tags" Target="../tags/tag163.xml"/><Relationship Id="rId2" Type="http://schemas.openxmlformats.org/officeDocument/2006/relationships/tags" Target="../tags/tag158.xml"/><Relationship Id="rId1" Type="http://schemas.openxmlformats.org/officeDocument/2006/relationships/tags" Target="../tags/tag157.xml"/><Relationship Id="rId6" Type="http://schemas.openxmlformats.org/officeDocument/2006/relationships/tags" Target="../tags/tag162.xml"/><Relationship Id="rId11" Type="http://schemas.openxmlformats.org/officeDocument/2006/relationships/image" Target="../media/image14.png"/><Relationship Id="rId5" Type="http://schemas.openxmlformats.org/officeDocument/2006/relationships/tags" Target="../tags/tag161.xml"/><Relationship Id="rId10" Type="http://schemas.openxmlformats.org/officeDocument/2006/relationships/slideMaster" Target="../slideMasters/slideMaster3.xml"/><Relationship Id="rId4" Type="http://schemas.openxmlformats.org/officeDocument/2006/relationships/tags" Target="../tags/tag160.xml"/><Relationship Id="rId9" Type="http://schemas.openxmlformats.org/officeDocument/2006/relationships/tags" Target="../tags/tag165.xml"/></Relationships>
</file>

<file path=ppt/slideLayouts/_rels/slideLayout37.xml.rels><?xml version="1.0" encoding="UTF-8" standalone="yes"?>
<Relationships xmlns="http://schemas.openxmlformats.org/package/2006/relationships"><Relationship Id="rId3" Type="http://schemas.openxmlformats.org/officeDocument/2006/relationships/tags" Target="../tags/tag168.xml"/><Relationship Id="rId7" Type="http://schemas.openxmlformats.org/officeDocument/2006/relationships/slideMaster" Target="../slideMasters/slideMaster3.xml"/><Relationship Id="rId2" Type="http://schemas.openxmlformats.org/officeDocument/2006/relationships/tags" Target="../tags/tag167.xml"/><Relationship Id="rId1" Type="http://schemas.openxmlformats.org/officeDocument/2006/relationships/tags" Target="../tags/tag166.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s>
</file>

<file path=ppt/slideLayouts/_rels/slideLayout38.xml.rels><?xml version="1.0" encoding="UTF-8" standalone="yes"?>
<Relationships xmlns="http://schemas.openxmlformats.org/package/2006/relationships"><Relationship Id="rId8" Type="http://schemas.openxmlformats.org/officeDocument/2006/relationships/tags" Target="../tags/tag179.xml"/><Relationship Id="rId3" Type="http://schemas.openxmlformats.org/officeDocument/2006/relationships/tags" Target="../tags/tag174.xml"/><Relationship Id="rId7" Type="http://schemas.openxmlformats.org/officeDocument/2006/relationships/tags" Target="../tags/tag178.xml"/><Relationship Id="rId2" Type="http://schemas.openxmlformats.org/officeDocument/2006/relationships/tags" Target="../tags/tag173.xml"/><Relationship Id="rId1" Type="http://schemas.openxmlformats.org/officeDocument/2006/relationships/tags" Target="../tags/tag172.xml"/><Relationship Id="rId6" Type="http://schemas.openxmlformats.org/officeDocument/2006/relationships/tags" Target="../tags/tag177.xml"/><Relationship Id="rId5" Type="http://schemas.openxmlformats.org/officeDocument/2006/relationships/tags" Target="../tags/tag176.xml"/><Relationship Id="rId4" Type="http://schemas.openxmlformats.org/officeDocument/2006/relationships/tags" Target="../tags/tag175.xml"/><Relationship Id="rId9"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 Id="rId5" Type="http://schemas.openxmlformats.org/officeDocument/2006/relationships/slideMaster" Target="../slideMasters/slideMaster3.xml"/><Relationship Id="rId4" Type="http://schemas.openxmlformats.org/officeDocument/2006/relationships/tags" Target="../tags/tag183.xml"/></Relationships>
</file>

<file path=ppt/slideLayouts/_rels/slideLayout40.xml.rels><?xml version="1.0" encoding="UTF-8" standalone="yes"?>
<Relationships xmlns="http://schemas.openxmlformats.org/package/2006/relationships"><Relationship Id="rId3" Type="http://schemas.openxmlformats.org/officeDocument/2006/relationships/tags" Target="../tags/tag186.xml"/><Relationship Id="rId2" Type="http://schemas.openxmlformats.org/officeDocument/2006/relationships/tags" Target="../tags/tag185.xml"/><Relationship Id="rId1" Type="http://schemas.openxmlformats.org/officeDocument/2006/relationships/tags" Target="../tags/tag184.xml"/><Relationship Id="rId4"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tags" Target="../tags/tag189.xml"/><Relationship Id="rId7" Type="http://schemas.openxmlformats.org/officeDocument/2006/relationships/slideMaster" Target="../slideMasters/slideMaster3.xml"/><Relationship Id="rId2" Type="http://schemas.openxmlformats.org/officeDocument/2006/relationships/tags" Target="../tags/tag188.xml"/><Relationship Id="rId1" Type="http://schemas.openxmlformats.org/officeDocument/2006/relationships/tags" Target="../tags/tag187.xml"/><Relationship Id="rId6" Type="http://schemas.openxmlformats.org/officeDocument/2006/relationships/tags" Target="../tags/tag192.xml"/><Relationship Id="rId5" Type="http://schemas.openxmlformats.org/officeDocument/2006/relationships/tags" Target="../tags/tag191.xml"/><Relationship Id="rId4" Type="http://schemas.openxmlformats.org/officeDocument/2006/relationships/tags" Target="../tags/tag190.xml"/></Relationships>
</file>

<file path=ppt/slideLayouts/_rels/slideLayout42.xml.rels><?xml version="1.0" encoding="UTF-8" standalone="yes"?>
<Relationships xmlns="http://schemas.openxmlformats.org/package/2006/relationships"><Relationship Id="rId3" Type="http://schemas.openxmlformats.org/officeDocument/2006/relationships/tags" Target="../tags/tag195.xml"/><Relationship Id="rId2" Type="http://schemas.openxmlformats.org/officeDocument/2006/relationships/tags" Target="../tags/tag194.xml"/><Relationship Id="rId1" Type="http://schemas.openxmlformats.org/officeDocument/2006/relationships/tags" Target="../tags/tag193.xml"/><Relationship Id="rId6" Type="http://schemas.openxmlformats.org/officeDocument/2006/relationships/slideMaster" Target="../slideMasters/slideMaster3.xml"/><Relationship Id="rId5" Type="http://schemas.openxmlformats.org/officeDocument/2006/relationships/tags" Target="../tags/tag197.xml"/><Relationship Id="rId4" Type="http://schemas.openxmlformats.org/officeDocument/2006/relationships/tags" Target="../tags/tag196.xml"/></Relationships>
</file>

<file path=ppt/slideLayouts/_rels/slideLayout43.xml.rels><?xml version="1.0" encoding="UTF-8" standalone="yes"?>
<Relationships xmlns="http://schemas.openxmlformats.org/package/2006/relationships"><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 Id="rId5" Type="http://schemas.openxmlformats.org/officeDocument/2006/relationships/slideMaster" Target="../slideMasters/slideMaster3.xml"/><Relationship Id="rId4" Type="http://schemas.openxmlformats.org/officeDocument/2006/relationships/tags" Target="../tags/tag201.xml"/></Relationships>
</file>

<file path=ppt/slideLayouts/_rels/slideLayout44.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204.xml"/><Relationship Id="rId7" Type="http://schemas.openxmlformats.org/officeDocument/2006/relationships/tags" Target="../tags/tag208.xml"/><Relationship Id="rId2" Type="http://schemas.openxmlformats.org/officeDocument/2006/relationships/tags" Target="../tags/tag203.xml"/><Relationship Id="rId1" Type="http://schemas.openxmlformats.org/officeDocument/2006/relationships/tags" Target="../tags/tag202.xml"/><Relationship Id="rId6" Type="http://schemas.openxmlformats.org/officeDocument/2006/relationships/tags" Target="../tags/tag207.xml"/><Relationship Id="rId5" Type="http://schemas.openxmlformats.org/officeDocument/2006/relationships/tags" Target="../tags/tag206.xml"/><Relationship Id="rId4" Type="http://schemas.openxmlformats.org/officeDocument/2006/relationships/tags" Target="../tags/tag205.xml"/><Relationship Id="rId9" Type="http://schemas.openxmlformats.org/officeDocument/2006/relationships/image" Target="../media/image15.png"/></Relationships>
</file>

<file path=ppt/slideLayouts/_rels/slideLayout45.xml.rels><?xml version="1.0" encoding="UTF-8" standalone="yes"?>
<Relationships xmlns="http://schemas.openxmlformats.org/package/2006/relationships"><Relationship Id="rId3" Type="http://schemas.openxmlformats.org/officeDocument/2006/relationships/tags" Target="../tags/tag211.xml"/><Relationship Id="rId7" Type="http://schemas.openxmlformats.org/officeDocument/2006/relationships/image" Target="../media/image16.png"/><Relationship Id="rId2" Type="http://schemas.openxmlformats.org/officeDocument/2006/relationships/tags" Target="../tags/tag210.xml"/><Relationship Id="rId1" Type="http://schemas.openxmlformats.org/officeDocument/2006/relationships/tags" Target="../tags/tag209.xml"/><Relationship Id="rId6" Type="http://schemas.openxmlformats.org/officeDocument/2006/relationships/slideMaster" Target="../slideMasters/slideMaster3.xml"/><Relationship Id="rId5" Type="http://schemas.openxmlformats.org/officeDocument/2006/relationships/tags" Target="../tags/tag213.xml"/><Relationship Id="rId4" Type="http://schemas.openxmlformats.org/officeDocument/2006/relationships/tags" Target="../tags/tag212.xml"/></Relationships>
</file>

<file path=ppt/slideLayouts/_rels/slideLayout46.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216.xml"/><Relationship Id="rId7" Type="http://schemas.openxmlformats.org/officeDocument/2006/relationships/tags" Target="../tags/tag220.xml"/><Relationship Id="rId2" Type="http://schemas.openxmlformats.org/officeDocument/2006/relationships/tags" Target="../tags/tag215.xml"/><Relationship Id="rId1" Type="http://schemas.openxmlformats.org/officeDocument/2006/relationships/tags" Target="../tags/tag214.xml"/><Relationship Id="rId6" Type="http://schemas.openxmlformats.org/officeDocument/2006/relationships/tags" Target="../tags/tag219.xml"/><Relationship Id="rId5" Type="http://schemas.openxmlformats.org/officeDocument/2006/relationships/tags" Target="../tags/tag218.xml"/><Relationship Id="rId4" Type="http://schemas.openxmlformats.org/officeDocument/2006/relationships/tags" Target="../tags/tag217.xml"/><Relationship Id="rId9" Type="http://schemas.openxmlformats.org/officeDocument/2006/relationships/image" Target="../media/image16.png"/></Relationships>
</file>

<file path=ppt/slideLayouts/_rels/slideLayout47.xml.rels><?xml version="1.0" encoding="UTF-8" standalone="yes"?>
<Relationships xmlns="http://schemas.openxmlformats.org/package/2006/relationships"><Relationship Id="rId8" Type="http://schemas.openxmlformats.org/officeDocument/2006/relationships/tags" Target="../tags/tag228.xml"/><Relationship Id="rId3" Type="http://schemas.openxmlformats.org/officeDocument/2006/relationships/tags" Target="../tags/tag223.xml"/><Relationship Id="rId7" Type="http://schemas.openxmlformats.org/officeDocument/2006/relationships/tags" Target="../tags/tag227.xml"/><Relationship Id="rId2" Type="http://schemas.openxmlformats.org/officeDocument/2006/relationships/tags" Target="../tags/tag222.xml"/><Relationship Id="rId1" Type="http://schemas.openxmlformats.org/officeDocument/2006/relationships/tags" Target="../tags/tag221.xml"/><Relationship Id="rId6" Type="http://schemas.openxmlformats.org/officeDocument/2006/relationships/tags" Target="../tags/tag226.xml"/><Relationship Id="rId5" Type="http://schemas.openxmlformats.org/officeDocument/2006/relationships/tags" Target="../tags/tag225.xml"/><Relationship Id="rId10" Type="http://schemas.openxmlformats.org/officeDocument/2006/relationships/image" Target="../media/image16.png"/><Relationship Id="rId4" Type="http://schemas.openxmlformats.org/officeDocument/2006/relationships/tags" Target="../tags/tag224.xml"/><Relationship Id="rId9"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8" Type="http://schemas.openxmlformats.org/officeDocument/2006/relationships/tags" Target="../tags/tag236.xml"/><Relationship Id="rId3" Type="http://schemas.openxmlformats.org/officeDocument/2006/relationships/tags" Target="../tags/tag231.xml"/><Relationship Id="rId7" Type="http://schemas.openxmlformats.org/officeDocument/2006/relationships/tags" Target="../tags/tag235.xml"/><Relationship Id="rId2" Type="http://schemas.openxmlformats.org/officeDocument/2006/relationships/tags" Target="../tags/tag230.xml"/><Relationship Id="rId1" Type="http://schemas.openxmlformats.org/officeDocument/2006/relationships/tags" Target="../tags/tag229.xml"/><Relationship Id="rId6" Type="http://schemas.openxmlformats.org/officeDocument/2006/relationships/tags" Target="../tags/tag234.xml"/><Relationship Id="rId5" Type="http://schemas.openxmlformats.org/officeDocument/2006/relationships/tags" Target="../tags/tag233.xml"/><Relationship Id="rId10" Type="http://schemas.openxmlformats.org/officeDocument/2006/relationships/image" Target="../media/image16.png"/><Relationship Id="rId4" Type="http://schemas.openxmlformats.org/officeDocument/2006/relationships/tags" Target="../tags/tag232.xml"/><Relationship Id="rId9"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8" Type="http://schemas.openxmlformats.org/officeDocument/2006/relationships/tags" Target="../tags/tag244.xml"/><Relationship Id="rId3" Type="http://schemas.openxmlformats.org/officeDocument/2006/relationships/tags" Target="../tags/tag239.xml"/><Relationship Id="rId7" Type="http://schemas.openxmlformats.org/officeDocument/2006/relationships/tags" Target="../tags/tag243.xml"/><Relationship Id="rId2" Type="http://schemas.openxmlformats.org/officeDocument/2006/relationships/tags" Target="../tags/tag238.xml"/><Relationship Id="rId1" Type="http://schemas.openxmlformats.org/officeDocument/2006/relationships/tags" Target="../tags/tag237.xml"/><Relationship Id="rId6" Type="http://schemas.openxmlformats.org/officeDocument/2006/relationships/tags" Target="../tags/tag242.xml"/><Relationship Id="rId5" Type="http://schemas.openxmlformats.org/officeDocument/2006/relationships/tags" Target="../tags/tag241.xml"/><Relationship Id="rId10" Type="http://schemas.openxmlformats.org/officeDocument/2006/relationships/image" Target="../media/image16.png"/><Relationship Id="rId4" Type="http://schemas.openxmlformats.org/officeDocument/2006/relationships/tags" Target="../tags/tag240.xml"/><Relationship Id="rId9"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8" Type="http://schemas.openxmlformats.org/officeDocument/2006/relationships/tags" Target="../tags/tag252.xml"/><Relationship Id="rId3" Type="http://schemas.openxmlformats.org/officeDocument/2006/relationships/tags" Target="../tags/tag247.xml"/><Relationship Id="rId7" Type="http://schemas.openxmlformats.org/officeDocument/2006/relationships/tags" Target="../tags/tag251.xml"/><Relationship Id="rId12" Type="http://schemas.openxmlformats.org/officeDocument/2006/relationships/image" Target="../media/image16.png"/><Relationship Id="rId2" Type="http://schemas.openxmlformats.org/officeDocument/2006/relationships/tags" Target="../tags/tag246.xml"/><Relationship Id="rId1" Type="http://schemas.openxmlformats.org/officeDocument/2006/relationships/tags" Target="../tags/tag245.xml"/><Relationship Id="rId6" Type="http://schemas.openxmlformats.org/officeDocument/2006/relationships/tags" Target="../tags/tag250.xml"/><Relationship Id="rId11" Type="http://schemas.openxmlformats.org/officeDocument/2006/relationships/slideMaster" Target="../slideMasters/slideMaster3.xml"/><Relationship Id="rId5" Type="http://schemas.openxmlformats.org/officeDocument/2006/relationships/tags" Target="../tags/tag249.xml"/><Relationship Id="rId10" Type="http://schemas.openxmlformats.org/officeDocument/2006/relationships/tags" Target="../tags/tag254.xml"/><Relationship Id="rId4" Type="http://schemas.openxmlformats.org/officeDocument/2006/relationships/tags" Target="../tags/tag248.xml"/><Relationship Id="rId9" Type="http://schemas.openxmlformats.org/officeDocument/2006/relationships/tags" Target="../tags/tag253.xml"/></Relationships>
</file>

<file path=ppt/slideLayouts/_rels/slideLayout51.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257.xml"/><Relationship Id="rId7" Type="http://schemas.openxmlformats.org/officeDocument/2006/relationships/tags" Target="../tags/tag261.xml"/><Relationship Id="rId2" Type="http://schemas.openxmlformats.org/officeDocument/2006/relationships/tags" Target="../tags/tag256.xml"/><Relationship Id="rId1" Type="http://schemas.openxmlformats.org/officeDocument/2006/relationships/tags" Target="../tags/tag255.xml"/><Relationship Id="rId6" Type="http://schemas.openxmlformats.org/officeDocument/2006/relationships/tags" Target="../tags/tag260.xml"/><Relationship Id="rId5" Type="http://schemas.openxmlformats.org/officeDocument/2006/relationships/tags" Target="../tags/tag259.xml"/><Relationship Id="rId4" Type="http://schemas.openxmlformats.org/officeDocument/2006/relationships/tags" Target="../tags/tag258.xml"/><Relationship Id="rId9" Type="http://schemas.openxmlformats.org/officeDocument/2006/relationships/image" Target="../media/image1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bwMode="ltGray">
      <p:bgPr>
        <a:solidFill>
          <a:srgbClr val="906D58"/>
        </a:solidFill>
        <a:effectLst/>
      </p:bgPr>
    </p:bg>
    <p:spTree>
      <p:nvGrpSpPr>
        <p:cNvPr id="1" name=""/>
        <p:cNvGrpSpPr/>
        <p:nvPr/>
      </p:nvGrpSpPr>
      <p:grpSpPr>
        <a:xfrm>
          <a:off x="0" y="0"/>
          <a:ext cx="0" cy="0"/>
          <a:chOff x="0" y="0"/>
          <a:chExt cx="0" cy="0"/>
        </a:xfrm>
      </p:grpSpPr>
      <p:sp>
        <p:nvSpPr>
          <p:cNvPr id="4" name="Rectangle 2" descr="Canvas"/>
          <p:cNvSpPr>
            <a:spLocks noChangeArrowheads="1"/>
          </p:cNvSpPr>
          <p:nvPr userDrawn="1"/>
        </p:nvSpPr>
        <p:spPr bwMode="white">
          <a:xfrm>
            <a:off x="550863" y="4763"/>
            <a:ext cx="8640762" cy="6892925"/>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lang="zh-CN" altLang="zh-CN" sz="2400"/>
          </a:p>
        </p:txBody>
      </p:sp>
      <p:pic>
        <p:nvPicPr>
          <p:cNvPr id="5" name="Picture 3" descr="minispi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36513" y="0"/>
            <a:ext cx="1181101" cy="437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minispir"/>
          <p:cNvPicPr>
            <a:picLocks noChangeAspect="1" noChangeArrowheads="1"/>
          </p:cNvPicPr>
          <p:nvPr/>
        </p:nvPicPr>
        <p:blipFill>
          <a:blip r:embed="rId3">
            <a:extLst>
              <a:ext uri="{28A0092B-C50C-407E-A947-70E740481C1C}">
                <a14:useLocalDpi xmlns:a14="http://schemas.microsoft.com/office/drawing/2010/main" val="0"/>
              </a:ext>
            </a:extLst>
          </a:blip>
          <a:srcRect t="39999"/>
          <a:stretch>
            <a:fillRect/>
          </a:stretch>
        </p:blipFill>
        <p:spPr bwMode="ltGray">
          <a:xfrm>
            <a:off x="-23813" y="4017963"/>
            <a:ext cx="1211263" cy="287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4" descr="Canvas"/>
          <p:cNvSpPr>
            <a:spLocks noChangeArrowheads="1"/>
          </p:cNvSpPr>
          <p:nvPr userDrawn="1"/>
        </p:nvSpPr>
        <p:spPr bwMode="white">
          <a:xfrm>
            <a:off x="539750" y="0"/>
            <a:ext cx="1041400" cy="188913"/>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lang="zh-CN" altLang="zh-CN" sz="2400"/>
          </a:p>
        </p:txBody>
      </p:sp>
      <p:sp>
        <p:nvSpPr>
          <p:cNvPr id="8" name="Rectangle 4" descr="Canvas"/>
          <p:cNvSpPr>
            <a:spLocks noChangeArrowheads="1"/>
          </p:cNvSpPr>
          <p:nvPr userDrawn="1"/>
        </p:nvSpPr>
        <p:spPr bwMode="white">
          <a:xfrm>
            <a:off x="582613" y="6707188"/>
            <a:ext cx="1041400" cy="188912"/>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lang="zh-CN" altLang="zh-CN" sz="2400"/>
          </a:p>
        </p:txBody>
      </p:sp>
      <p:sp>
        <p:nvSpPr>
          <p:cNvPr id="9" name="Rectangle 4" descr="Canvas"/>
          <p:cNvSpPr>
            <a:spLocks noChangeArrowheads="1"/>
          </p:cNvSpPr>
          <p:nvPr userDrawn="1"/>
        </p:nvSpPr>
        <p:spPr bwMode="white">
          <a:xfrm>
            <a:off x="1042988" y="4221163"/>
            <a:ext cx="576262" cy="215900"/>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lang="zh-CN" altLang="zh-CN" sz="2400"/>
          </a:p>
        </p:txBody>
      </p:sp>
      <p:sp>
        <p:nvSpPr>
          <p:cNvPr id="10" name="Rectangle 4" descr="Canvas"/>
          <p:cNvSpPr>
            <a:spLocks noChangeArrowheads="1"/>
          </p:cNvSpPr>
          <p:nvPr userDrawn="1"/>
        </p:nvSpPr>
        <p:spPr bwMode="white">
          <a:xfrm>
            <a:off x="611188" y="4221163"/>
            <a:ext cx="576262" cy="63500"/>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lang="zh-CN" altLang="zh-CN" sz="2400"/>
          </a:p>
        </p:txBody>
      </p:sp>
      <p:sp>
        <p:nvSpPr>
          <p:cNvPr id="11" name="Rectangle 4" descr="Canvas"/>
          <p:cNvSpPr>
            <a:spLocks noChangeArrowheads="1"/>
          </p:cNvSpPr>
          <p:nvPr userDrawn="1"/>
        </p:nvSpPr>
        <p:spPr bwMode="white">
          <a:xfrm>
            <a:off x="582613" y="4221163"/>
            <a:ext cx="142875" cy="360362"/>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lang="zh-CN" altLang="zh-CN" sz="2400"/>
          </a:p>
        </p:txBody>
      </p:sp>
      <p:sp>
        <p:nvSpPr>
          <p:cNvPr id="12" name="Rectangle 4" descr="Canvas"/>
          <p:cNvSpPr>
            <a:spLocks noChangeArrowheads="1"/>
          </p:cNvSpPr>
          <p:nvPr userDrawn="1"/>
        </p:nvSpPr>
        <p:spPr bwMode="white">
          <a:xfrm>
            <a:off x="971550" y="4283075"/>
            <a:ext cx="215900" cy="153988"/>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algn="ctr" eaLnBrk="1" hangingPunct="1">
              <a:defRPr/>
            </a:pPr>
            <a:endParaRPr lang="zh-CN" altLang="zh-CN" sz="2400"/>
          </a:p>
        </p:txBody>
      </p:sp>
      <p:sp>
        <p:nvSpPr>
          <p:cNvPr id="4102" name="Rectangle 6"/>
          <p:cNvSpPr>
            <a:spLocks noGrp="1" noChangeArrowheads="1"/>
          </p:cNvSpPr>
          <p:nvPr>
            <p:ph type="ctrTitle"/>
          </p:nvPr>
        </p:nvSpPr>
        <p:spPr>
          <a:xfrm>
            <a:off x="914400" y="2057400"/>
            <a:ext cx="7721600" cy="1143000"/>
          </a:xfrm>
        </p:spPr>
        <p:txBody>
          <a:bodyPr/>
          <a:lstStyle>
            <a:lvl1pPr>
              <a:defRPr/>
            </a:lvl1pPr>
          </a:lstStyle>
          <a:p>
            <a:r>
              <a:rPr lang="zh-CN" altLang="en-US"/>
              <a:t>单击此处编辑母版标题样式</a:t>
            </a:r>
          </a:p>
        </p:txBody>
      </p:sp>
      <p:sp>
        <p:nvSpPr>
          <p:cNvPr id="4103" name="Rectangle 7"/>
          <p:cNvSpPr>
            <a:spLocks noGrp="1" noChangeArrowheads="1"/>
          </p:cNvSpPr>
          <p:nvPr>
            <p:ph type="subTitle" idx="1"/>
          </p:nvPr>
        </p:nvSpPr>
        <p:spPr>
          <a:xfrm>
            <a:off x="1625600" y="3886200"/>
            <a:ext cx="6400800" cy="1771650"/>
          </a:xfrm>
        </p:spPr>
        <p:txBody>
          <a:bodyPr/>
          <a:lstStyle>
            <a:lvl1pPr marL="0" indent="0" algn="ctr">
              <a:buFontTx/>
              <a:buNone/>
              <a:defRPr/>
            </a:lvl1pPr>
          </a:lstStyle>
          <a:p>
            <a:r>
              <a:rPr lang="zh-CN" altLang="en-US"/>
              <a:t>单击此处编辑母版副标题样式</a:t>
            </a:r>
          </a:p>
        </p:txBody>
      </p:sp>
      <p:sp>
        <p:nvSpPr>
          <p:cNvPr id="13" name="Rectangle 8"/>
          <p:cNvSpPr>
            <a:spLocks noGrp="1" noChangeArrowheads="1"/>
          </p:cNvSpPr>
          <p:nvPr>
            <p:ph type="dt" sz="quarter" idx="10"/>
          </p:nvPr>
        </p:nvSpPr>
        <p:spPr>
          <a:xfrm>
            <a:off x="1084263" y="6096000"/>
            <a:ext cx="1905000" cy="457200"/>
          </a:xfrm>
        </p:spPr>
        <p:txBody>
          <a:bodyPr/>
          <a:lstStyle>
            <a:lvl1pPr>
              <a:defRPr/>
            </a:lvl1pPr>
          </a:lstStyle>
          <a:p>
            <a:pPr>
              <a:defRPr/>
            </a:pPr>
            <a:endParaRPr lang="en-US" altLang="zh-CN"/>
          </a:p>
        </p:txBody>
      </p:sp>
      <p:sp>
        <p:nvSpPr>
          <p:cNvPr id="14" name="Rectangle 9"/>
          <p:cNvSpPr>
            <a:spLocks noGrp="1" noChangeArrowheads="1"/>
          </p:cNvSpPr>
          <p:nvPr>
            <p:ph type="ftr" sz="quarter" idx="11"/>
          </p:nvPr>
        </p:nvSpPr>
        <p:spPr>
          <a:xfrm>
            <a:off x="3522663" y="6096000"/>
            <a:ext cx="2895600" cy="457200"/>
          </a:xfrm>
        </p:spPr>
        <p:txBody>
          <a:bodyPr/>
          <a:lstStyle>
            <a:lvl1pPr>
              <a:defRPr/>
            </a:lvl1pPr>
          </a:lstStyle>
          <a:p>
            <a:pPr>
              <a:defRPr/>
            </a:pPr>
            <a:endParaRPr lang="en-US" altLang="zh-CN"/>
          </a:p>
        </p:txBody>
      </p:sp>
      <p:sp>
        <p:nvSpPr>
          <p:cNvPr id="15" name="Rectangle 10"/>
          <p:cNvSpPr>
            <a:spLocks noGrp="1" noChangeArrowheads="1"/>
          </p:cNvSpPr>
          <p:nvPr>
            <p:ph type="sldNum" sz="quarter" idx="12"/>
          </p:nvPr>
        </p:nvSpPr>
        <p:spPr>
          <a:xfrm>
            <a:off x="6951663" y="6096000"/>
            <a:ext cx="1905000" cy="457200"/>
          </a:xfrm>
        </p:spPr>
        <p:txBody>
          <a:bodyPr/>
          <a:lstStyle>
            <a:lvl1pPr>
              <a:defRPr/>
            </a:lvl1pPr>
          </a:lstStyle>
          <a:p>
            <a:pPr>
              <a:defRPr/>
            </a:pPr>
            <a:fld id="{39709320-BBAF-4053-8967-942067E37E76}"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dt" sz="half" idx="10"/>
          </p:nvPr>
        </p:nvSpPr>
        <p:spPr/>
        <p:txBody>
          <a:bodyPr/>
          <a:lstStyle>
            <a:lvl1pPr>
              <a:defRPr/>
            </a:lvl1pPr>
          </a:lstStyle>
          <a:p>
            <a:pPr>
              <a:defRPr/>
            </a:pPr>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4C21688C-5B52-4BD3-834B-6160E83B77D2}"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8"/>
          <p:cNvSpPr>
            <a:spLocks noGrp="1" noChangeArrowheads="1"/>
          </p:cNvSpPr>
          <p:nvPr>
            <p:ph type="dt" sz="half" idx="10"/>
          </p:nvPr>
        </p:nvSpPr>
        <p:spPr/>
        <p:txBody>
          <a:bodyPr/>
          <a:lstStyle>
            <a:lvl1pPr>
              <a:defRPr/>
            </a:lvl1pPr>
          </a:lstStyle>
          <a:p>
            <a:pPr>
              <a:defRPr/>
            </a:pPr>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9D778AC4-0413-4B2A-9B67-9BC65E5FE716}"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066800" y="1268413"/>
            <a:ext cx="3733800" cy="45989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953000" y="1268413"/>
            <a:ext cx="3733800" cy="45989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8"/>
          <p:cNvSpPr>
            <a:spLocks noGrp="1" noChangeArrowheads="1"/>
          </p:cNvSpPr>
          <p:nvPr>
            <p:ph type="dt" sz="half" idx="10"/>
          </p:nvPr>
        </p:nvSpPr>
        <p:spPr/>
        <p:txBody>
          <a:bodyPr/>
          <a:lstStyle>
            <a:lvl1pPr>
              <a:defRPr/>
            </a:lvl1pPr>
          </a:lstStyle>
          <a:p>
            <a:pPr>
              <a:defRPr/>
            </a:pPr>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5CBBD23F-9B29-440D-B579-84D3B0F72E85}"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8"/>
          <p:cNvSpPr>
            <a:spLocks noGrp="1" noChangeArrowheads="1"/>
          </p:cNvSpPr>
          <p:nvPr>
            <p:ph type="dt" sz="half" idx="10"/>
          </p:nvPr>
        </p:nvSpPr>
        <p:spPr/>
        <p:txBody>
          <a:bodyPr/>
          <a:lstStyle>
            <a:lvl1pPr>
              <a:defRPr/>
            </a:lvl1pPr>
          </a:lstStyle>
          <a:p>
            <a:pPr>
              <a:defRPr/>
            </a:pPr>
            <a:endParaRPr lang="en-US" altLang="zh-CN"/>
          </a:p>
        </p:txBody>
      </p:sp>
      <p:sp>
        <p:nvSpPr>
          <p:cNvPr id="8" name="Rectangle 9"/>
          <p:cNvSpPr>
            <a:spLocks noGrp="1" noChangeArrowheads="1"/>
          </p:cNvSpPr>
          <p:nvPr>
            <p:ph type="ftr" sz="quarter" idx="11"/>
          </p:nvPr>
        </p:nvSpPr>
        <p:spPr/>
        <p:txBody>
          <a:bodyPr/>
          <a:lstStyle>
            <a:lvl1pPr>
              <a:defRPr/>
            </a:lvl1pPr>
          </a:lstStyle>
          <a:p>
            <a:pPr>
              <a:defRPr/>
            </a:pPr>
            <a:endParaRPr lang="en-US" altLang="zh-CN"/>
          </a:p>
        </p:txBody>
      </p:sp>
      <p:sp>
        <p:nvSpPr>
          <p:cNvPr id="9" name="Rectangle 10"/>
          <p:cNvSpPr>
            <a:spLocks noGrp="1" noChangeArrowheads="1"/>
          </p:cNvSpPr>
          <p:nvPr>
            <p:ph type="sldNum" sz="quarter" idx="12"/>
          </p:nvPr>
        </p:nvSpPr>
        <p:spPr/>
        <p:txBody>
          <a:bodyPr/>
          <a:lstStyle>
            <a:lvl1pPr>
              <a:defRPr/>
            </a:lvl1pPr>
          </a:lstStyle>
          <a:p>
            <a:pPr>
              <a:defRPr/>
            </a:pPr>
            <a:fld id="{8E486576-787A-41CA-9E41-7EE651E9620E}"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8"/>
          <p:cNvSpPr>
            <a:spLocks noGrp="1" noChangeArrowheads="1"/>
          </p:cNvSpPr>
          <p:nvPr>
            <p:ph type="dt" sz="half" idx="10"/>
          </p:nvPr>
        </p:nvSpPr>
        <p:spPr/>
        <p:txBody>
          <a:bodyPr/>
          <a:lstStyle>
            <a:lvl1pPr>
              <a:defRPr/>
            </a:lvl1pPr>
          </a:lstStyle>
          <a:p>
            <a:pPr>
              <a:defRPr/>
            </a:pPr>
            <a:endParaRPr lang="en-US" altLang="zh-CN"/>
          </a:p>
        </p:txBody>
      </p:sp>
      <p:sp>
        <p:nvSpPr>
          <p:cNvPr id="4" name="Rectangle 9"/>
          <p:cNvSpPr>
            <a:spLocks noGrp="1" noChangeArrowheads="1"/>
          </p:cNvSpPr>
          <p:nvPr>
            <p:ph type="ftr" sz="quarter" idx="11"/>
          </p:nvPr>
        </p:nvSpPr>
        <p:spPr/>
        <p:txBody>
          <a:bodyPr/>
          <a:lstStyle>
            <a:lvl1pPr>
              <a:defRPr/>
            </a:lvl1pPr>
          </a:lstStyle>
          <a:p>
            <a:pPr>
              <a:defRPr/>
            </a:pPr>
            <a:endParaRPr lang="en-US" altLang="zh-CN"/>
          </a:p>
        </p:txBody>
      </p:sp>
      <p:sp>
        <p:nvSpPr>
          <p:cNvPr id="5" name="Rectangle 10"/>
          <p:cNvSpPr>
            <a:spLocks noGrp="1" noChangeArrowheads="1"/>
          </p:cNvSpPr>
          <p:nvPr>
            <p:ph type="sldNum" sz="quarter" idx="12"/>
          </p:nvPr>
        </p:nvSpPr>
        <p:spPr/>
        <p:txBody>
          <a:bodyPr/>
          <a:lstStyle>
            <a:lvl1pPr>
              <a:defRPr/>
            </a:lvl1pPr>
          </a:lstStyle>
          <a:p>
            <a:pPr>
              <a:defRPr/>
            </a:pPr>
            <a:fld id="{5DE70897-EBD0-430B-B36D-019FD9CC335A}"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p:txBody>
          <a:bodyPr/>
          <a:lstStyle>
            <a:lvl1pPr>
              <a:defRPr/>
            </a:lvl1pPr>
          </a:lstStyle>
          <a:p>
            <a:pPr>
              <a:defRPr/>
            </a:pPr>
            <a:endParaRPr lang="en-US" altLang="zh-CN"/>
          </a:p>
        </p:txBody>
      </p:sp>
      <p:sp>
        <p:nvSpPr>
          <p:cNvPr id="3" name="Rectangle 9"/>
          <p:cNvSpPr>
            <a:spLocks noGrp="1" noChangeArrowheads="1"/>
          </p:cNvSpPr>
          <p:nvPr>
            <p:ph type="ftr" sz="quarter" idx="11"/>
          </p:nvPr>
        </p:nvSpPr>
        <p:spPr/>
        <p:txBody>
          <a:bodyPr/>
          <a:lstStyle>
            <a:lvl1pPr>
              <a:defRPr/>
            </a:lvl1pPr>
          </a:lstStyle>
          <a:p>
            <a:pPr>
              <a:defRPr/>
            </a:pPr>
            <a:endParaRPr lang="en-US" altLang="zh-CN"/>
          </a:p>
        </p:txBody>
      </p:sp>
      <p:sp>
        <p:nvSpPr>
          <p:cNvPr id="4" name="Rectangle 10"/>
          <p:cNvSpPr>
            <a:spLocks noGrp="1" noChangeArrowheads="1"/>
          </p:cNvSpPr>
          <p:nvPr>
            <p:ph type="sldNum" sz="quarter" idx="12"/>
          </p:nvPr>
        </p:nvSpPr>
        <p:spPr/>
        <p:txBody>
          <a:bodyPr/>
          <a:lstStyle>
            <a:lvl1pPr>
              <a:defRPr/>
            </a:lvl1pPr>
          </a:lstStyle>
          <a:p>
            <a:pPr>
              <a:defRPr/>
            </a:pPr>
            <a:fld id="{669F32EB-EB52-496C-8041-1CB6674F8A2C}"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p:cNvSpPr>
            <a:spLocks noGrp="1" noChangeArrowheads="1"/>
          </p:cNvSpPr>
          <p:nvPr>
            <p:ph type="dt" sz="half" idx="10"/>
          </p:nvPr>
        </p:nvSpPr>
        <p:spPr/>
        <p:txBody>
          <a:bodyPr/>
          <a:lstStyle>
            <a:lvl1pPr>
              <a:defRPr/>
            </a:lvl1pPr>
          </a:lstStyle>
          <a:p>
            <a:pPr>
              <a:defRPr/>
            </a:pPr>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9C1CF63F-6B6B-47C7-B2C1-BB359F9F97B7}"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p:cNvSpPr>
            <a:spLocks noGrp="1" noChangeArrowheads="1"/>
          </p:cNvSpPr>
          <p:nvPr>
            <p:ph type="dt" sz="half" idx="10"/>
          </p:nvPr>
        </p:nvSpPr>
        <p:spPr/>
        <p:txBody>
          <a:bodyPr/>
          <a:lstStyle>
            <a:lvl1pPr>
              <a:defRPr/>
            </a:lvl1pPr>
          </a:lstStyle>
          <a:p>
            <a:pPr>
              <a:defRPr/>
            </a:pPr>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33DA3EE0-AE70-4BEA-85C3-995C61324B05}"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dt" sz="half" idx="10"/>
          </p:nvPr>
        </p:nvSpPr>
        <p:spPr/>
        <p:txBody>
          <a:bodyPr/>
          <a:lstStyle>
            <a:lvl1pPr>
              <a:defRPr/>
            </a:lvl1pPr>
          </a:lstStyle>
          <a:p>
            <a:pPr>
              <a:defRPr/>
            </a:pPr>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1DDCAF55-3CE8-4AE8-9F3A-634B64585D30}"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381000"/>
            <a:ext cx="19050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066800" y="381000"/>
            <a:ext cx="55626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dt" sz="half" idx="10"/>
          </p:nvPr>
        </p:nvSpPr>
        <p:spPr/>
        <p:txBody>
          <a:bodyPr/>
          <a:lstStyle>
            <a:lvl1pPr>
              <a:defRPr/>
            </a:lvl1pPr>
          </a:lstStyle>
          <a:p>
            <a:pPr>
              <a:defRPr/>
            </a:pPr>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2D0B2B01-1B09-4DCA-A8FD-F0611556256F}"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066800" y="381000"/>
            <a:ext cx="76200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8"/>
          <p:cNvSpPr>
            <a:spLocks noGrp="1" noChangeArrowheads="1"/>
          </p:cNvSpPr>
          <p:nvPr>
            <p:ph type="dt" sz="half" idx="10"/>
          </p:nvPr>
        </p:nvSpPr>
        <p:spPr/>
        <p:txBody>
          <a:bodyPr/>
          <a:lstStyle>
            <a:lvl1pPr>
              <a:defRPr/>
            </a:lvl1pPr>
          </a:lstStyle>
          <a:p>
            <a:pPr>
              <a:defRPr/>
            </a:pPr>
            <a:endParaRPr lang="en-US" altLang="zh-CN"/>
          </a:p>
        </p:txBody>
      </p:sp>
      <p:sp>
        <p:nvSpPr>
          <p:cNvPr id="4" name="Rectangle 9"/>
          <p:cNvSpPr>
            <a:spLocks noGrp="1" noChangeArrowheads="1"/>
          </p:cNvSpPr>
          <p:nvPr>
            <p:ph type="ftr" sz="quarter" idx="11"/>
          </p:nvPr>
        </p:nvSpPr>
        <p:spPr/>
        <p:txBody>
          <a:bodyPr/>
          <a:lstStyle>
            <a:lvl1pPr>
              <a:defRPr/>
            </a:lvl1pPr>
          </a:lstStyle>
          <a:p>
            <a:pPr>
              <a:defRPr/>
            </a:pPr>
            <a:endParaRPr lang="en-US" altLang="zh-CN"/>
          </a:p>
        </p:txBody>
      </p:sp>
      <p:sp>
        <p:nvSpPr>
          <p:cNvPr id="5" name="Rectangle 10"/>
          <p:cNvSpPr>
            <a:spLocks noGrp="1" noChangeArrowheads="1"/>
          </p:cNvSpPr>
          <p:nvPr>
            <p:ph type="sldNum" sz="quarter" idx="12"/>
          </p:nvPr>
        </p:nvSpPr>
        <p:spPr/>
        <p:txBody>
          <a:bodyPr/>
          <a:lstStyle>
            <a:lvl1pPr>
              <a:defRPr/>
            </a:lvl1pPr>
          </a:lstStyle>
          <a:p>
            <a:pPr>
              <a:defRPr/>
            </a:pPr>
            <a:fld id="{D6C5E15E-AF38-429D-A120-E34F56A51711}"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066800" y="381000"/>
            <a:ext cx="7620000" cy="815975"/>
          </a:xfrm>
        </p:spPr>
        <p:txBody>
          <a:bodyPr/>
          <a:lstStyle/>
          <a:p>
            <a:r>
              <a:rPr lang="zh-CN" altLang="en-US"/>
              <a:t>单击此处编辑母版标题样式</a:t>
            </a:r>
          </a:p>
        </p:txBody>
      </p:sp>
      <p:sp>
        <p:nvSpPr>
          <p:cNvPr id="3" name="文本占位符 2"/>
          <p:cNvSpPr>
            <a:spLocks noGrp="1"/>
          </p:cNvSpPr>
          <p:nvPr>
            <p:ph type="body" sz="half" idx="1"/>
          </p:nvPr>
        </p:nvSpPr>
        <p:spPr>
          <a:xfrm>
            <a:off x="1066800" y="1268413"/>
            <a:ext cx="3733800" cy="45989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953000" y="1268413"/>
            <a:ext cx="3733800" cy="22225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953000" y="3643313"/>
            <a:ext cx="3733800" cy="22240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8"/>
          <p:cNvSpPr>
            <a:spLocks noGrp="1" noChangeArrowheads="1"/>
          </p:cNvSpPr>
          <p:nvPr>
            <p:ph type="dt" sz="half" idx="10"/>
          </p:nvPr>
        </p:nvSpPr>
        <p:spPr/>
        <p:txBody>
          <a:bodyPr/>
          <a:lstStyle>
            <a:lvl1pPr>
              <a:defRPr/>
            </a:lvl1pPr>
          </a:lstStyle>
          <a:p>
            <a:pPr>
              <a:defRPr/>
            </a:pPr>
            <a:endParaRPr lang="en-US" altLang="zh-CN"/>
          </a:p>
        </p:txBody>
      </p:sp>
      <p:sp>
        <p:nvSpPr>
          <p:cNvPr id="7" name="Rectangle 9"/>
          <p:cNvSpPr>
            <a:spLocks noGrp="1" noChangeArrowheads="1"/>
          </p:cNvSpPr>
          <p:nvPr>
            <p:ph type="ftr" sz="quarter" idx="11"/>
          </p:nvPr>
        </p:nvSpPr>
        <p:spPr/>
        <p:txBody>
          <a:bodyPr/>
          <a:lstStyle>
            <a:lvl1pPr>
              <a:defRPr/>
            </a:lvl1pPr>
          </a:lstStyle>
          <a:p>
            <a:pPr>
              <a:defRPr/>
            </a:pPr>
            <a:endParaRPr lang="en-US" altLang="zh-CN"/>
          </a:p>
        </p:txBody>
      </p:sp>
      <p:sp>
        <p:nvSpPr>
          <p:cNvPr id="8" name="Rectangle 10"/>
          <p:cNvSpPr>
            <a:spLocks noGrp="1" noChangeArrowheads="1"/>
          </p:cNvSpPr>
          <p:nvPr>
            <p:ph type="sldNum" sz="quarter" idx="12"/>
          </p:nvPr>
        </p:nvSpPr>
        <p:spPr/>
        <p:txBody>
          <a:bodyPr/>
          <a:lstStyle>
            <a:lvl1pPr>
              <a:defRPr/>
            </a:lvl1pPr>
          </a:lstStyle>
          <a:p>
            <a:pPr>
              <a:defRPr/>
            </a:pPr>
            <a:fld id="{E3D2ADC2-2817-45CA-B473-9CFC2839E452}" type="slidenum">
              <a:rPr lang="en-US" altLang="zh-CN"/>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29150" y="1825625"/>
            <a:ext cx="3886200" cy="2098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29150" y="4076700"/>
            <a:ext cx="3886200" cy="21002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7" name="页脚占位符 6"/>
          <p:cNvSpPr>
            <a:spLocks noGrp="1"/>
          </p:cNvSpPr>
          <p:nvPr>
            <p:ph type="ftr" sz="quarter" idx="11"/>
          </p:nvPr>
        </p:nvSpPr>
        <p:spPr/>
        <p:txBody>
          <a:bodyPr/>
          <a:lstStyle/>
          <a:p>
            <a:pPr lvl="0"/>
            <a:endParaRPr lang="zh-CN" altLang="en-US" dirty="0"/>
          </a:p>
        </p:txBody>
      </p:sp>
      <p:sp>
        <p:nvSpPr>
          <p:cNvPr id="8" name="灯片编号占位符 7"/>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205740" y="812576"/>
            <a:ext cx="8762591" cy="294789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highlight>
                <a:srgbClr val="1171F1"/>
              </a:highlight>
            </a:endParaRPr>
          </a:p>
        </p:txBody>
      </p:sp>
      <p:sp>
        <p:nvSpPr>
          <p:cNvPr id="8" name="任意形状 8"/>
          <p:cNvSpPr/>
          <p:nvPr userDrawn="1">
            <p:custDataLst>
              <p:tags r:id="rId2"/>
            </p:custDataLst>
          </p:nvPr>
        </p:nvSpPr>
        <p:spPr>
          <a:xfrm>
            <a:off x="7117678" y="621663"/>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highlight>
                <a:srgbClr val="1171F1"/>
              </a:highlight>
            </a:endParaRPr>
          </a:p>
        </p:txBody>
      </p:sp>
      <p:sp>
        <p:nvSpPr>
          <p:cNvPr id="9" name="任意形状 9"/>
          <p:cNvSpPr/>
          <p:nvPr userDrawn="1">
            <p:custDataLst>
              <p:tags r:id="rId3"/>
            </p:custDataLst>
          </p:nvPr>
        </p:nvSpPr>
        <p:spPr>
          <a:xfrm rot="10800000">
            <a:off x="195761" y="2641685"/>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highlight>
                <a:srgbClr val="1171F1"/>
              </a:highlight>
            </a:endParaRPr>
          </a:p>
        </p:txBody>
      </p:sp>
      <p:sp>
        <p:nvSpPr>
          <p:cNvPr id="10" name="矩形 9"/>
          <p:cNvSpPr/>
          <p:nvPr userDrawn="1">
            <p:custDataLst>
              <p:tags r:id="rId4"/>
            </p:custDataLst>
          </p:nvPr>
        </p:nvSpPr>
        <p:spPr>
          <a:xfrm>
            <a:off x="7103269" y="6264275"/>
            <a:ext cx="1350169"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矩形 10"/>
          <p:cNvSpPr/>
          <p:nvPr userDrawn="1">
            <p:custDataLst>
              <p:tags r:id="rId5"/>
            </p:custDataLst>
          </p:nvPr>
        </p:nvSpPr>
        <p:spPr>
          <a:xfrm flipV="1">
            <a:off x="562928" y="6315075"/>
            <a:ext cx="53673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p:nvPr userDrawn="1">
            <p:custDataLst>
              <p:tags r:id="rId6"/>
            </p:custDataLst>
          </p:nvPr>
        </p:nvSpPr>
        <p:spPr>
          <a:xfrm>
            <a:off x="1166336" y="6316345"/>
            <a:ext cx="66675"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矩形 12"/>
          <p:cNvSpPr/>
          <p:nvPr userDrawn="1">
            <p:custDataLst>
              <p:tags r:id="rId7"/>
            </p:custDataLst>
          </p:nvPr>
        </p:nvSpPr>
        <p:spPr>
          <a:xfrm>
            <a:off x="1298258" y="6316345"/>
            <a:ext cx="19002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日期占位符 15"/>
          <p:cNvSpPr>
            <a:spLocks noGrp="1"/>
          </p:cNvSpPr>
          <p:nvPr>
            <p:ph type="dt" sz="half" idx="10"/>
            <p:custDataLst>
              <p:tags r:id="rId8"/>
            </p:custDataLst>
          </p:nvPr>
        </p:nvSpPr>
        <p:spPr>
          <a:xfrm>
            <a:off x="322307" y="6349833"/>
            <a:ext cx="2700000" cy="316800"/>
          </a:xfrm>
        </p:spPr>
        <p:txBody>
          <a:bodyPr/>
          <a:lstStyle/>
          <a:p>
            <a:fld id="{760FBDFE-C587-4B4C-A407-44438C67B59E}" type="datetimeFigureOut">
              <a:rPr lang="zh-CN" altLang="en-US" smtClean="0"/>
              <a:t>2026/9/18</a:t>
            </a:fld>
            <a:endParaRPr lang="zh-CN" altLang="en-US"/>
          </a:p>
        </p:txBody>
      </p:sp>
      <p:sp>
        <p:nvSpPr>
          <p:cNvPr id="17" name="页脚占位符 16"/>
          <p:cNvSpPr>
            <a:spLocks noGrp="1"/>
          </p:cNvSpPr>
          <p:nvPr>
            <p:ph type="ftr" sz="quarter" idx="11"/>
            <p:custDataLst>
              <p:tags r:id="rId9"/>
            </p:custDataLst>
          </p:nvPr>
        </p:nvSpPr>
        <p:spPr>
          <a:xfrm>
            <a:off x="2592000" y="6349833"/>
            <a:ext cx="3960000" cy="316800"/>
          </a:xfrm>
        </p:spPr>
        <p:txBody>
          <a:bodyPr/>
          <a:lstStyle/>
          <a:p>
            <a:endParaRPr lang="zh-CN" altLang="en-US" dirty="0"/>
          </a:p>
        </p:txBody>
      </p:sp>
      <p:sp>
        <p:nvSpPr>
          <p:cNvPr id="18" name="灯片编号占位符 17"/>
          <p:cNvSpPr>
            <a:spLocks noGrp="1"/>
          </p:cNvSpPr>
          <p:nvPr>
            <p:ph type="sldNum" sz="quarter" idx="12"/>
            <p:custDataLst>
              <p:tags r:id="rId10"/>
            </p:custDataLst>
          </p:nvPr>
        </p:nvSpPr>
        <p:spPr>
          <a:xfrm>
            <a:off x="6120450" y="6349833"/>
            <a:ext cx="2700000" cy="316800"/>
          </a:xfrm>
        </p:spPr>
        <p:txBody>
          <a:bodyPr/>
          <a:lstStyle/>
          <a:p>
            <a:fld id="{49AE70B2-8BF9-45C0-BB95-33D1B9D3A854}" type="slidenum">
              <a:rPr lang="zh-CN" altLang="en-US" smtClean="0"/>
              <a:t>‹#›</a:t>
            </a:fld>
            <a:endParaRPr lang="zh-CN" altLang="en-US" dirty="0"/>
          </a:p>
        </p:txBody>
      </p:sp>
      <p:sp>
        <p:nvSpPr>
          <p:cNvPr id="2" name="标题 1"/>
          <p:cNvSpPr>
            <a:spLocks noGrp="1"/>
          </p:cNvSpPr>
          <p:nvPr>
            <p:ph type="ctrTitle" hasCustomPrompt="1"/>
            <p:custDataLst>
              <p:tags r:id="rId11"/>
            </p:custDataLst>
          </p:nvPr>
        </p:nvSpPr>
        <p:spPr>
          <a:xfrm>
            <a:off x="662733" y="1046220"/>
            <a:ext cx="6858000" cy="1422559"/>
          </a:xfrm>
        </p:spPr>
        <p:txBody>
          <a:bodyPr lIns="91440" tIns="45720" rIns="91440" bIns="0" anchor="b" anchorCtr="0">
            <a:normAutofit/>
          </a:bodyPr>
          <a:lstStyle>
            <a:lvl1pPr algn="l">
              <a:defRPr sz="4950" b="1" spc="600" baseline="0">
                <a:latin typeface="Arial" panose="020B0604020202020204" pitchFamily="34" charset="0"/>
              </a:defRPr>
            </a:lvl1pPr>
          </a:lstStyle>
          <a:p>
            <a:r>
              <a:rPr lang="zh-CN" altLang="en-US" dirty="0"/>
              <a:t>单击此处编辑标题</a:t>
            </a:r>
          </a:p>
        </p:txBody>
      </p:sp>
      <p:sp>
        <p:nvSpPr>
          <p:cNvPr id="3" name="副标题 2"/>
          <p:cNvSpPr>
            <a:spLocks noGrp="1"/>
          </p:cNvSpPr>
          <p:nvPr>
            <p:ph type="subTitle" idx="1" hasCustomPrompt="1"/>
            <p:custDataLst>
              <p:tags r:id="rId12"/>
            </p:custDataLst>
          </p:nvPr>
        </p:nvSpPr>
        <p:spPr>
          <a:xfrm>
            <a:off x="662732" y="3128804"/>
            <a:ext cx="6858000" cy="667703"/>
          </a:xfrm>
        </p:spPr>
        <p:txBody>
          <a:bodyPr lIns="91440" tIns="0" rIns="91440" bIns="45720">
            <a:normAutofit/>
          </a:bodyPr>
          <a:lstStyle>
            <a:lvl1pPr marL="0" indent="0" algn="l" eaLnBrk="1" fontAlgn="auto" latinLnBrk="0" hangingPunct="1">
              <a:lnSpc>
                <a:spcPct val="100000"/>
              </a:lnSpc>
              <a:buNone/>
              <a:defRPr sz="1800" u="none" strike="noStrike" kern="1200" cap="none" spc="200" normalizeH="0" baseline="0">
                <a:solidFill>
                  <a:schemeClr val="tx1">
                    <a:lumMod val="75000"/>
                    <a:lumOff val="25000"/>
                  </a:schemeClr>
                </a:solidFill>
                <a:uFillTx/>
                <a:latin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p>
        </p:txBody>
      </p:sp>
      <p:sp>
        <p:nvSpPr>
          <p:cNvPr id="5" name="文本占位符 4"/>
          <p:cNvSpPr>
            <a:spLocks noGrp="1"/>
          </p:cNvSpPr>
          <p:nvPr>
            <p:ph type="body" sz="quarter" idx="13" hasCustomPrompt="1"/>
            <p:custDataLst>
              <p:tags r:id="rId13"/>
            </p:custDataLst>
          </p:nvPr>
        </p:nvSpPr>
        <p:spPr>
          <a:xfrm>
            <a:off x="662733" y="5122890"/>
            <a:ext cx="2524073" cy="434743"/>
          </a:xfrm>
        </p:spPr>
        <p:txBody>
          <a:bodyPr lIns="91440" tIns="45720" rIns="91440" bIns="45720">
            <a:normAutofit/>
          </a:bodyPr>
          <a:lstStyle>
            <a:lvl1pPr marL="0" indent="0">
              <a:buNone/>
              <a:defRPr sz="1800" baseline="0">
                <a:solidFill>
                  <a:schemeClr val="accent1"/>
                </a:solidFill>
                <a:latin typeface="Arial" panose="020B0604020202020204" pitchFamily="34" charset="0"/>
              </a:defRPr>
            </a:lvl1pPr>
          </a:lstStyle>
          <a:p>
            <a:pPr lvl="0"/>
            <a:r>
              <a:rPr lang="zh-CN" altLang="en-US" dirty="0"/>
              <a:t>编辑文本</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285" y="28575"/>
            <a:ext cx="8139430" cy="801370"/>
          </a:xfrm>
        </p:spPr>
        <p:txBody>
          <a:bodyPr vert="horz" lIns="101600" tIns="38100" rIns="76200" bIns="38100" rtlCol="0" anchor="t" anchorCtr="0">
            <a:noAutofit/>
          </a:bodyPr>
          <a:lstStyle>
            <a:lvl1pPr marL="0" marR="0" algn="ctr" defTabSz="914400" rtl="0" eaLnBrk="1" fontAlgn="auto" latinLnBrk="0" hangingPunct="1">
              <a:lnSpc>
                <a:spcPct val="100000"/>
              </a:lnSpc>
              <a:buNone/>
              <a:defRPr kumimoji="0" lang="zh-CN" altLang="en-US" sz="36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502285" y="824230"/>
            <a:ext cx="8139430" cy="48437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800" b="1"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1" i="0" u="none" strike="noStrike" kern="1200" cap="none" spc="150" normalizeH="0" baseline="0" noProof="1" dirty="0">
                <a:solidFill>
                  <a:srgbClr val="0000FF"/>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1" i="0" u="none" strike="noStrike" kern="1200" cap="none" spc="150" normalizeH="0" baseline="0" noProof="1" dirty="0">
                <a:gradFill>
                  <a:gsLst>
                    <a:gs pos="0">
                      <a:srgbClr val="7B32B2"/>
                    </a:gs>
                    <a:gs pos="100000">
                      <a:srgbClr val="401A5D"/>
                    </a:gs>
                  </a:gsLst>
                  <a:lin scaled="0"/>
                </a:gra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1" i="0" u="none" strike="noStrike" kern="1200" cap="none" spc="150" normalizeH="0" baseline="0" noProof="1" dirty="0">
                <a:gradFill>
                  <a:gsLst>
                    <a:gs pos="0">
                      <a:srgbClr val="14CD68"/>
                    </a:gs>
                    <a:gs pos="100000">
                      <a:srgbClr val="0B6E38"/>
                    </a:gs>
                  </a:gsLst>
                  <a:lin scaled="0"/>
                </a:gra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1" i="0" u="none" strike="noStrike" kern="1200" cap="none" spc="150" normalizeH="0" baseline="0" noProof="1" dirty="0">
                <a:solidFill>
                  <a:srgbClr val="FF0000"/>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a:xfrm>
            <a:off x="322307" y="6349833"/>
            <a:ext cx="2700000" cy="316800"/>
          </a:xfrm>
        </p:spPr>
        <p:txBody>
          <a:bodyPr/>
          <a:lstStyle/>
          <a:p>
            <a:fld id="{760FBDFE-C587-4B4C-A407-44438C67B59E}" type="datetimeFigureOut">
              <a:rPr lang="zh-CN" altLang="en-US" smtClean="0"/>
              <a:t>2026/9/18</a:t>
            </a:fld>
            <a:endParaRPr lang="zh-CN" altLang="en-US"/>
          </a:p>
        </p:txBody>
      </p:sp>
      <p:sp>
        <p:nvSpPr>
          <p:cNvPr id="5" name="页脚占位符 4"/>
          <p:cNvSpPr>
            <a:spLocks noGrp="1"/>
          </p:cNvSpPr>
          <p:nvPr>
            <p:ph type="ftr" sz="quarter" idx="11"/>
            <p:custDataLst>
              <p:tags r:id="rId4"/>
            </p:custDataLst>
          </p:nvPr>
        </p:nvSpPr>
        <p:spPr>
          <a:xfrm>
            <a:off x="2592000" y="6349833"/>
            <a:ext cx="3960000" cy="316800"/>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120450" y="6349833"/>
            <a:ext cx="2700000" cy="3168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6474460"/>
            <a:ext cx="9186863"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highlight>
                <a:srgbClr val="1171F1"/>
              </a:highlight>
            </a:endParaRPr>
          </a:p>
        </p:txBody>
      </p:sp>
      <p:sp>
        <p:nvSpPr>
          <p:cNvPr id="2" name="标题 1"/>
          <p:cNvSpPr>
            <a:spLocks noGrp="1"/>
          </p:cNvSpPr>
          <p:nvPr>
            <p:ph type="title" hasCustomPrompt="1"/>
            <p:custDataLst>
              <p:tags r:id="rId2"/>
            </p:custDataLst>
          </p:nvPr>
        </p:nvSpPr>
        <p:spPr>
          <a:xfrm>
            <a:off x="3507581" y="2175010"/>
            <a:ext cx="4682831" cy="691516"/>
          </a:xfrm>
        </p:spPr>
        <p:txBody>
          <a:bodyPr lIns="91440" tIns="45720" rIns="91440" bIns="0" anchor="b" anchorCtr="0">
            <a:normAutofit/>
          </a:bodyPr>
          <a:lstStyle>
            <a:lvl1pPr>
              <a:defRPr sz="4050" u="none" strike="noStrike" kern="1200" cap="none" spc="300" normalizeH="0" baseline="0">
                <a:solidFill>
                  <a:schemeClr val="accent1"/>
                </a:solidFill>
                <a:uFillTx/>
                <a:latin typeface="Arial" panose="020B0604020202020204" pitchFamily="34" charset="0"/>
                <a:ea typeface="微软雅黑" panose="020B0503020204020204" charset="-122"/>
              </a:defRPr>
            </a:lvl1pPr>
          </a:lstStyle>
          <a:p>
            <a:r>
              <a:rPr lang="zh-CN" altLang="en-US" dirty="0"/>
              <a:t>单击此处编辑标题</a:t>
            </a:r>
          </a:p>
        </p:txBody>
      </p:sp>
      <p:sp>
        <p:nvSpPr>
          <p:cNvPr id="3" name="文本占位符 2"/>
          <p:cNvSpPr>
            <a:spLocks noGrp="1"/>
          </p:cNvSpPr>
          <p:nvPr>
            <p:ph type="body" idx="1" hasCustomPrompt="1"/>
            <p:custDataLst>
              <p:tags r:id="rId3"/>
            </p:custDataLst>
          </p:nvPr>
        </p:nvSpPr>
        <p:spPr>
          <a:xfrm>
            <a:off x="3507581" y="3277722"/>
            <a:ext cx="4682831" cy="1050755"/>
          </a:xfrm>
        </p:spPr>
        <p:txBody>
          <a:bodyPr lIns="91440" tIns="0" rIns="91440" bIns="45720">
            <a:normAutofit/>
          </a:bodyPr>
          <a:lstStyle>
            <a:lvl1pPr marL="0" indent="0" eaLnBrk="1" fontAlgn="auto" latinLnBrk="0" hangingPunct="1">
              <a:buNone/>
              <a:defRPr kumimoji="0" lang="zh-CN" altLang="en-US" sz="135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4"/>
            </p:custDataLst>
          </p:nvPr>
        </p:nvSpPr>
        <p:spPr>
          <a:xfrm>
            <a:off x="322307" y="6349833"/>
            <a:ext cx="2700000" cy="316800"/>
          </a:xfrm>
        </p:spPr>
        <p:txBody>
          <a:bodyPr/>
          <a:lstStyle/>
          <a:p>
            <a:fld id="{760FBDFE-C587-4B4C-A407-44438C67B59E}" type="datetimeFigureOut">
              <a:rPr lang="zh-CN" altLang="en-US" smtClean="0"/>
              <a:t>2026/9/18</a:t>
            </a:fld>
            <a:endParaRPr lang="zh-CN" altLang="en-US"/>
          </a:p>
        </p:txBody>
      </p:sp>
      <p:sp>
        <p:nvSpPr>
          <p:cNvPr id="5" name="页脚占位符 4"/>
          <p:cNvSpPr>
            <a:spLocks noGrp="1"/>
          </p:cNvSpPr>
          <p:nvPr>
            <p:ph type="ftr" sz="quarter" idx="11"/>
            <p:custDataLst>
              <p:tags r:id="rId5"/>
            </p:custDataLst>
          </p:nvPr>
        </p:nvSpPr>
        <p:spPr>
          <a:xfrm>
            <a:off x="2592000" y="6349833"/>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120450" y="6349833"/>
            <a:ext cx="2700000" cy="3168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507210" y="1626121"/>
            <a:ext cx="3962432"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4683920" y="1626121"/>
            <a:ext cx="3962432" cy="4041680"/>
          </a:xfrm>
        </p:spPr>
        <p:txBody>
          <a:bodyPr>
            <a:noAutofit/>
          </a:bodyPr>
          <a:lstStyle>
            <a:lvl1pPr>
              <a:defRPr sz="1200" baseline="0">
                <a:solidFill>
                  <a:schemeClr val="tx1">
                    <a:lumMod val="75000"/>
                    <a:lumOff val="25000"/>
                  </a:schemeClr>
                </a:solidFill>
                <a:latin typeface="Arial" panose="020B0604020202020204" pitchFamily="34" charset="0"/>
                <a:ea typeface="微软雅黑" panose="020B0503020204020204" charset="-122"/>
              </a:defRPr>
            </a:lvl1pPr>
            <a:lvl2pPr>
              <a:defRPr sz="1200" baseline="0">
                <a:solidFill>
                  <a:schemeClr val="tx1">
                    <a:lumMod val="75000"/>
                    <a:lumOff val="25000"/>
                  </a:schemeClr>
                </a:solidFill>
                <a:latin typeface="Arial" panose="020B0604020202020204" pitchFamily="34" charset="0"/>
                <a:ea typeface="微软雅黑" panose="020B0503020204020204" charset="-122"/>
              </a:defRPr>
            </a:lvl2pPr>
            <a:lvl3pPr>
              <a:defRPr sz="1200" baseline="0">
                <a:solidFill>
                  <a:schemeClr val="tx1">
                    <a:lumMod val="75000"/>
                    <a:lumOff val="25000"/>
                  </a:schemeClr>
                </a:solidFill>
                <a:latin typeface="Arial" panose="020B0604020202020204" pitchFamily="34" charset="0"/>
                <a:ea typeface="微软雅黑" panose="020B0503020204020204" charset="-122"/>
              </a:defRPr>
            </a:lvl3pPr>
            <a:lvl4pPr>
              <a:defRPr sz="1200" baseline="0">
                <a:solidFill>
                  <a:schemeClr val="tx1">
                    <a:lumMod val="75000"/>
                    <a:lumOff val="25000"/>
                  </a:schemeClr>
                </a:solidFill>
                <a:latin typeface="Arial" panose="020B0604020202020204" pitchFamily="34" charset="0"/>
                <a:ea typeface="微软雅黑" panose="020B0503020204020204" charset="-122"/>
              </a:defRPr>
            </a:lvl4pPr>
            <a:lvl5pPr>
              <a:defRPr sz="1200"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a:xfrm>
            <a:off x="322307" y="6349833"/>
            <a:ext cx="2700000" cy="316800"/>
          </a:xfrm>
        </p:spPr>
        <p:txBody>
          <a:bodyPr/>
          <a:lstStyle/>
          <a:p>
            <a:fld id="{760FBDFE-C587-4B4C-A407-44438C67B59E}" type="datetimeFigureOut">
              <a:rPr lang="zh-CN" altLang="en-US" smtClean="0"/>
              <a:t>2026/9/18</a:t>
            </a:fld>
            <a:endParaRPr lang="zh-CN" altLang="en-US"/>
          </a:p>
        </p:txBody>
      </p:sp>
      <p:sp>
        <p:nvSpPr>
          <p:cNvPr id="6" name="页脚占位符 5"/>
          <p:cNvSpPr>
            <a:spLocks noGrp="1"/>
          </p:cNvSpPr>
          <p:nvPr>
            <p:ph type="ftr" sz="quarter" idx="11"/>
            <p:custDataLst>
              <p:tags r:id="rId5"/>
            </p:custDataLst>
          </p:nvPr>
        </p:nvSpPr>
        <p:spPr>
          <a:xfrm>
            <a:off x="2592000" y="6349833"/>
            <a:ext cx="3960000" cy="316800"/>
          </a:xfrm>
        </p:spPr>
        <p:txBody>
          <a:bodyPr/>
          <a:lstStyle/>
          <a:p>
            <a:endParaRPr lang="zh-CN" altLang="en-US"/>
          </a:p>
        </p:txBody>
      </p:sp>
      <p:sp>
        <p:nvSpPr>
          <p:cNvPr id="7" name="灯片编号占位符 6"/>
          <p:cNvSpPr>
            <a:spLocks noGrp="1"/>
          </p:cNvSpPr>
          <p:nvPr>
            <p:ph type="sldNum" sz="quarter" idx="12"/>
            <p:custDataLst>
              <p:tags r:id="rId6"/>
            </p:custDataLst>
          </p:nvPr>
        </p:nvSpPr>
        <p:spPr>
          <a:xfrm>
            <a:off x="6120450" y="6349833"/>
            <a:ext cx="2700000" cy="3168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502447" y="1000133"/>
            <a:ext cx="3962432" cy="285752"/>
          </a:xfrm>
        </p:spPr>
        <p:txBody>
          <a:bodyPr lIns="101600" tIns="38100" rIns="76200" bIns="38100" anchor="t" anchorCtr="0">
            <a:no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502444" y="2023369"/>
            <a:ext cx="3962400"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4676812" y="1000133"/>
            <a:ext cx="3962432" cy="285752"/>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4676812" y="2023369"/>
            <a:ext cx="3962432"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a:xfrm>
            <a:off x="322307" y="6349833"/>
            <a:ext cx="2700000" cy="316800"/>
          </a:xfrm>
        </p:spPr>
        <p:txBody>
          <a:bodyPr/>
          <a:lstStyle/>
          <a:p>
            <a:fld id="{760FBDFE-C587-4B4C-A407-44438C67B59E}" type="datetimeFigureOut">
              <a:rPr lang="zh-CN" altLang="en-US" smtClean="0"/>
              <a:t>2026/9/18</a:t>
            </a:fld>
            <a:endParaRPr lang="zh-CN" altLang="en-US"/>
          </a:p>
        </p:txBody>
      </p:sp>
      <p:sp>
        <p:nvSpPr>
          <p:cNvPr id="8" name="页脚占位符 7"/>
          <p:cNvSpPr>
            <a:spLocks noGrp="1"/>
          </p:cNvSpPr>
          <p:nvPr>
            <p:ph type="ftr" sz="quarter" idx="11"/>
            <p:custDataLst>
              <p:tags r:id="rId7"/>
            </p:custDataLst>
          </p:nvPr>
        </p:nvSpPr>
        <p:spPr>
          <a:xfrm>
            <a:off x="2592000" y="6349833"/>
            <a:ext cx="3960000" cy="316800"/>
          </a:xfrm>
        </p:spPr>
        <p:txBody>
          <a:bodyPr/>
          <a:lstStyle/>
          <a:p>
            <a:endParaRPr lang="zh-CN" altLang="en-US"/>
          </a:p>
        </p:txBody>
      </p:sp>
      <p:sp>
        <p:nvSpPr>
          <p:cNvPr id="9" name="灯片编号占位符 8"/>
          <p:cNvSpPr>
            <a:spLocks noGrp="1"/>
          </p:cNvSpPr>
          <p:nvPr>
            <p:ph type="sldNum" sz="quarter" idx="12"/>
            <p:custDataLst>
              <p:tags r:id="rId8"/>
            </p:custDataLst>
          </p:nvPr>
        </p:nvSpPr>
        <p:spPr>
          <a:xfrm>
            <a:off x="6120450" y="6349833"/>
            <a:ext cx="2700000" cy="3168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6"/>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a:xfrm>
            <a:off x="322307" y="6349833"/>
            <a:ext cx="2700000" cy="316800"/>
          </a:xfrm>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3"/>
            </p:custDataLst>
          </p:nvPr>
        </p:nvSpPr>
        <p:spPr>
          <a:xfrm>
            <a:off x="2592000" y="6349833"/>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120450" y="6349833"/>
            <a:ext cx="2700000" cy="3168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322307" y="6349833"/>
            <a:ext cx="2700000" cy="316800"/>
          </a:xfrm>
        </p:spPr>
        <p:txBody>
          <a:bodyPr/>
          <a:lstStyle/>
          <a:p>
            <a:fld id="{760FBDFE-C587-4B4C-A407-44438C67B59E}" type="datetimeFigureOut">
              <a:rPr lang="zh-CN" altLang="en-US" smtClean="0"/>
              <a:t>2026/9/18</a:t>
            </a:fld>
            <a:endParaRPr lang="zh-CN" altLang="en-US"/>
          </a:p>
        </p:txBody>
      </p:sp>
      <p:sp>
        <p:nvSpPr>
          <p:cNvPr id="3" name="页脚占位符 2"/>
          <p:cNvSpPr>
            <a:spLocks noGrp="1"/>
          </p:cNvSpPr>
          <p:nvPr>
            <p:ph type="ftr" sz="quarter" idx="11"/>
            <p:custDataLst>
              <p:tags r:id="rId2"/>
            </p:custDataLst>
          </p:nvPr>
        </p:nvSpPr>
        <p:spPr>
          <a:xfrm>
            <a:off x="2592000" y="6349833"/>
            <a:ext cx="3960000" cy="316800"/>
          </a:xfrm>
        </p:spPr>
        <p:txBody>
          <a:bodyPr/>
          <a:lstStyle/>
          <a:p>
            <a:endParaRPr lang="zh-CN" altLang="en-US"/>
          </a:p>
        </p:txBody>
      </p:sp>
      <p:sp>
        <p:nvSpPr>
          <p:cNvPr id="4" name="灯片编号占位符 3"/>
          <p:cNvSpPr>
            <a:spLocks noGrp="1"/>
          </p:cNvSpPr>
          <p:nvPr>
            <p:ph type="sldNum" sz="quarter" idx="12"/>
            <p:custDataLst>
              <p:tags r:id="rId3"/>
            </p:custDataLst>
          </p:nvPr>
        </p:nvSpPr>
        <p:spPr>
          <a:xfrm>
            <a:off x="6120450" y="6349833"/>
            <a:ext cx="2700000" cy="3168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47"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502447" y="1626121"/>
            <a:ext cx="3962432" cy="404168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4679194" y="1626121"/>
            <a:ext cx="3962432" cy="404168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a:xfrm>
            <a:off x="322307" y="6349833"/>
            <a:ext cx="2700000" cy="316800"/>
          </a:xfrm>
        </p:spPr>
        <p:txBody>
          <a:bodyPr/>
          <a:lstStyle/>
          <a:p>
            <a:fld id="{9EFD9D74-47D9-4702-A33C-335B63B48DBF}" type="datetimeFigureOut">
              <a:rPr lang="zh-CN" altLang="en-US" smtClean="0"/>
              <a:t>2026/9/18</a:t>
            </a:fld>
            <a:endParaRPr lang="zh-CN" altLang="en-US" dirty="0"/>
          </a:p>
        </p:txBody>
      </p:sp>
      <p:sp>
        <p:nvSpPr>
          <p:cNvPr id="6" name="页脚占位符 5"/>
          <p:cNvSpPr>
            <a:spLocks noGrp="1"/>
          </p:cNvSpPr>
          <p:nvPr>
            <p:ph type="ftr" sz="quarter" idx="11"/>
            <p:custDataLst>
              <p:tags r:id="rId5"/>
            </p:custDataLst>
          </p:nvPr>
        </p:nvSpPr>
        <p:spPr>
          <a:xfrm>
            <a:off x="2592000" y="6349833"/>
            <a:ext cx="3960000" cy="316800"/>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6120450" y="6349833"/>
            <a:ext cx="2700000" cy="316800"/>
          </a:xfrm>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7928351" y="1626121"/>
            <a:ext cx="713238" cy="4041680"/>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502444" y="1626113"/>
            <a:ext cx="7371076" cy="4041680"/>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a:xfrm>
            <a:off x="322307" y="6349833"/>
            <a:ext cx="2700000" cy="316800"/>
          </a:xfrm>
        </p:spPr>
        <p:txBody>
          <a:bodyPr/>
          <a:lstStyle/>
          <a:p>
            <a:fld id="{760FBDFE-C587-4B4C-A407-44438C67B59E}" type="datetimeFigureOut">
              <a:rPr lang="zh-CN" altLang="en-US" smtClean="0"/>
              <a:t>2026/9/18</a:t>
            </a:fld>
            <a:endParaRPr lang="zh-CN" altLang="en-US"/>
          </a:p>
        </p:txBody>
      </p:sp>
      <p:sp>
        <p:nvSpPr>
          <p:cNvPr id="5" name="页脚占位符 4"/>
          <p:cNvSpPr>
            <a:spLocks noGrp="1"/>
          </p:cNvSpPr>
          <p:nvPr>
            <p:ph type="ftr" sz="quarter" idx="11"/>
            <p:custDataLst>
              <p:tags r:id="rId4"/>
            </p:custDataLst>
          </p:nvPr>
        </p:nvSpPr>
        <p:spPr>
          <a:xfrm>
            <a:off x="2592000" y="6349833"/>
            <a:ext cx="3960000" cy="316800"/>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120450" y="6349833"/>
            <a:ext cx="2700000" cy="3168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a:xfrm>
            <a:off x="322307" y="6349833"/>
            <a:ext cx="2700000" cy="316800"/>
          </a:xfrm>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2"/>
            </p:custDataLst>
          </p:nvPr>
        </p:nvSpPr>
        <p:spPr>
          <a:xfrm>
            <a:off x="2592000" y="6349833"/>
            <a:ext cx="3960000" cy="316800"/>
          </a:xfrm>
        </p:spPr>
        <p:txBody>
          <a:bodyPr/>
          <a:lstStyle/>
          <a:p>
            <a:endParaRPr lang="zh-CN" altLang="en-US"/>
          </a:p>
        </p:txBody>
      </p:sp>
      <p:sp>
        <p:nvSpPr>
          <p:cNvPr id="5" name="灯片编号占位符 4"/>
          <p:cNvSpPr>
            <a:spLocks noGrp="1"/>
          </p:cNvSpPr>
          <p:nvPr>
            <p:ph type="sldNum" sz="quarter" idx="12"/>
            <p:custDataLst>
              <p:tags r:id="rId3"/>
            </p:custDataLst>
          </p:nvPr>
        </p:nvSpPr>
        <p:spPr>
          <a:xfrm>
            <a:off x="6120450" y="6349833"/>
            <a:ext cx="2700000" cy="316800"/>
          </a:xfrm>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502447" y="1626121"/>
            <a:ext cx="8139178" cy="4041680"/>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1"/>
            </p:custDataLst>
          </p:nvPr>
        </p:nvSpPr>
        <p:spPr>
          <a:xfrm>
            <a:off x="199549" y="1018064"/>
            <a:ext cx="8762524" cy="4226243"/>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highlight>
                <a:srgbClr val="1171F1"/>
              </a:highlight>
            </a:endParaRPr>
          </a:p>
        </p:txBody>
      </p:sp>
      <p:sp>
        <p:nvSpPr>
          <p:cNvPr id="9" name="矩形 8"/>
          <p:cNvSpPr/>
          <p:nvPr userDrawn="1">
            <p:custDataLst>
              <p:tags r:id="rId2"/>
            </p:custDataLst>
          </p:nvPr>
        </p:nvSpPr>
        <p:spPr>
          <a:xfrm>
            <a:off x="1066800" y="4065588"/>
            <a:ext cx="3962400" cy="9525"/>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任意形状 8"/>
          <p:cNvSpPr/>
          <p:nvPr userDrawn="1">
            <p:custDataLst>
              <p:tags r:id="rId3"/>
            </p:custDataLst>
          </p:nvPr>
        </p:nvSpPr>
        <p:spPr>
          <a:xfrm>
            <a:off x="7110534" y="613408"/>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highlight>
                <a:srgbClr val="1171F1"/>
              </a:highlight>
            </a:endParaRPr>
          </a:p>
        </p:txBody>
      </p:sp>
      <p:sp>
        <p:nvSpPr>
          <p:cNvPr id="8" name="任意形状 9"/>
          <p:cNvSpPr/>
          <p:nvPr userDrawn="1">
            <p:custDataLst>
              <p:tags r:id="rId4"/>
            </p:custDataLst>
          </p:nvPr>
        </p:nvSpPr>
        <p:spPr>
          <a:xfrm rot="10800000">
            <a:off x="195761" y="4343043"/>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highlight>
                <a:srgbClr val="1171F1"/>
              </a:highlight>
            </a:endParaRPr>
          </a:p>
        </p:txBody>
      </p:sp>
      <p:sp>
        <p:nvSpPr>
          <p:cNvPr id="2" name="标题 1"/>
          <p:cNvSpPr>
            <a:spLocks noGrp="1"/>
          </p:cNvSpPr>
          <p:nvPr>
            <p:ph type="title" hasCustomPrompt="1"/>
            <p:custDataLst>
              <p:tags r:id="rId5"/>
            </p:custDataLst>
          </p:nvPr>
        </p:nvSpPr>
        <p:spPr>
          <a:xfrm>
            <a:off x="990599" y="2577631"/>
            <a:ext cx="4990201" cy="1205503"/>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7200" b="1" i="0" u="none" strike="noStrike" kern="1200" cap="none" spc="6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6"/>
            </p:custDataLst>
          </p:nvPr>
        </p:nvSpPr>
        <p:spPr>
          <a:xfrm>
            <a:off x="322307" y="6349833"/>
            <a:ext cx="2700000" cy="316800"/>
          </a:xfrm>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7"/>
            </p:custDataLst>
          </p:nvPr>
        </p:nvSpPr>
        <p:spPr>
          <a:xfrm>
            <a:off x="2592000" y="6349833"/>
            <a:ext cx="3960000" cy="316800"/>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6120450" y="6349833"/>
            <a:ext cx="2700000" cy="3168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highlight>
                <a:srgbClr val="1171F1"/>
              </a:highlight>
            </a:endParaRPr>
          </a:p>
        </p:txBody>
      </p:sp>
      <p:sp>
        <p:nvSpPr>
          <p:cNvPr id="6"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highlight>
                <a:srgbClr val="1171F1"/>
              </a:highlight>
            </a:endParaRPr>
          </a:p>
        </p:txBody>
      </p:sp>
      <p:sp>
        <p:nvSpPr>
          <p:cNvPr id="2" name="标题 1"/>
          <p:cNvSpPr>
            <a:spLocks noGrp="1"/>
          </p:cNvSpPr>
          <p:nvPr>
            <p:ph type="title"/>
            <p:custDataLst>
              <p:tags r:id="rId3"/>
            </p:custDataLst>
          </p:nvPr>
        </p:nvSpPr>
        <p:spPr>
          <a:xfrm>
            <a:off x="502411" y="498476"/>
            <a:ext cx="8139178" cy="331473"/>
          </a:xfrm>
        </p:spPr>
        <p:txBody>
          <a:bodyPr>
            <a:normAutofit/>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322307" y="6349833"/>
            <a:ext cx="2700000" cy="316800"/>
          </a:xfrm>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5"/>
            </p:custDataLst>
          </p:nvPr>
        </p:nvSpPr>
        <p:spPr>
          <a:xfrm>
            <a:off x="2592000" y="6349833"/>
            <a:ext cx="3960000" cy="3168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120450" y="6349833"/>
            <a:ext cx="2700000" cy="3168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9144476"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userDrawn="1">
            <p:custDataLst>
              <p:tags r:id="rId2"/>
            </p:custDataLst>
          </p:nvPr>
        </p:nvSpPr>
        <p:spPr>
          <a:xfrm>
            <a:off x="219600" y="304200"/>
            <a:ext cx="87048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hasCustomPrompt="1"/>
            <p:custDataLst>
              <p:tags r:id="rId3"/>
            </p:custDataLst>
          </p:nvPr>
        </p:nvSpPr>
        <p:spPr>
          <a:xfrm>
            <a:off x="961200" y="1339650"/>
            <a:ext cx="7219800" cy="542700"/>
          </a:xfrm>
        </p:spPr>
        <p:txBody>
          <a:bodyPr anchor="ctr">
            <a:normAutofit/>
          </a:bodyPr>
          <a:lstStyle>
            <a:lvl1pPr>
              <a:defRPr sz="24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960835" y="2594250"/>
            <a:ext cx="7219950" cy="25839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a:xfrm>
            <a:off x="322307" y="6349833"/>
            <a:ext cx="2700000" cy="316800"/>
          </a:xfrm>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6"/>
            </p:custDataLst>
          </p:nvPr>
        </p:nvSpPr>
        <p:spPr>
          <a:xfrm>
            <a:off x="2592000" y="6349833"/>
            <a:ext cx="3960000" cy="3168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120450" y="6349833"/>
            <a:ext cx="2700000" cy="3168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3617595"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dirty="0">
              <a:sym typeface="+mn-ea"/>
            </a:endParaRPr>
          </a:p>
        </p:txBody>
      </p:sp>
      <p:sp>
        <p:nvSpPr>
          <p:cNvPr id="6" name="任意形状 8"/>
          <p:cNvSpPr/>
          <p:nvPr userDrawn="1">
            <p:custDataLst>
              <p:tags r:id="rId2"/>
            </p:custDataLst>
          </p:nvPr>
        </p:nvSpPr>
        <p:spPr>
          <a:xfrm rot="16200000">
            <a:off x="-233919" y="238101"/>
            <a:ext cx="1741805" cy="1273969"/>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highlight>
                <a:srgbClr val="1171F1"/>
              </a:highlight>
            </a:endParaRPr>
          </a:p>
        </p:txBody>
      </p:sp>
      <p:sp>
        <p:nvSpPr>
          <p:cNvPr id="10" name="任意形状 9"/>
          <p:cNvSpPr/>
          <p:nvPr userDrawn="1">
            <p:custDataLst>
              <p:tags r:id="rId3"/>
            </p:custDataLst>
          </p:nvPr>
        </p:nvSpPr>
        <p:spPr>
          <a:xfrm rot="10800000">
            <a:off x="0" y="5913755"/>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highlight>
                <a:srgbClr val="1171F1"/>
              </a:highlight>
            </a:endParaRPr>
          </a:p>
        </p:txBody>
      </p:sp>
      <p:sp>
        <p:nvSpPr>
          <p:cNvPr id="2" name="标题 1"/>
          <p:cNvSpPr>
            <a:spLocks noGrp="1"/>
          </p:cNvSpPr>
          <p:nvPr>
            <p:ph type="title" hasCustomPrompt="1"/>
            <p:custDataLst>
              <p:tags r:id="rId4"/>
            </p:custDataLst>
          </p:nvPr>
        </p:nvSpPr>
        <p:spPr>
          <a:xfrm>
            <a:off x="437400" y="880650"/>
            <a:ext cx="2970000" cy="661500"/>
          </a:xfrm>
        </p:spPr>
        <p:txBody>
          <a:bodyPr anchor="ctr">
            <a:normAutofit/>
          </a:bodyPr>
          <a:lstStyle>
            <a:lvl1pPr>
              <a:defRPr sz="2700" baseline="0">
                <a:solidFill>
                  <a:schemeClr val="accent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a:xfrm>
            <a:off x="322307" y="6349833"/>
            <a:ext cx="2700000" cy="316800"/>
          </a:xfrm>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6"/>
            </p:custDataLst>
          </p:nvPr>
        </p:nvSpPr>
        <p:spPr>
          <a:xfrm>
            <a:off x="2592000" y="6349833"/>
            <a:ext cx="3960000" cy="3168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120450" y="6349833"/>
            <a:ext cx="2700000" cy="3168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40100" y="2275650"/>
            <a:ext cx="2967300" cy="30699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3825900" y="1405930"/>
            <a:ext cx="4860000" cy="3815953"/>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sym typeface="+mn-ea"/>
            </a:endParaRPr>
          </a:p>
        </p:txBody>
      </p:sp>
      <p:sp>
        <p:nvSpPr>
          <p:cNvPr id="8" name="任意形状 9"/>
          <p:cNvSpPr/>
          <p:nvPr userDrawn="1">
            <p:custDataLst>
              <p:tags r:id="rId2"/>
            </p:custDataLst>
          </p:nvPr>
        </p:nvSpPr>
        <p:spPr>
          <a:xfrm rot="16200000">
            <a:off x="-169283" y="166926"/>
            <a:ext cx="1243965" cy="910114"/>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highlight>
                <a:srgbClr val="1171F1"/>
              </a:highlight>
            </a:endParaRPr>
          </a:p>
        </p:txBody>
      </p:sp>
      <p:sp>
        <p:nvSpPr>
          <p:cNvPr id="6" name="任意形状 8"/>
          <p:cNvSpPr/>
          <p:nvPr userDrawn="1">
            <p:custDataLst>
              <p:tags r:id="rId3"/>
            </p:custDataLst>
          </p:nvPr>
        </p:nvSpPr>
        <p:spPr>
          <a:xfrm>
            <a:off x="7758589" y="0"/>
            <a:ext cx="1385411"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highlight>
                <a:srgbClr val="1171F1"/>
              </a:highlight>
            </a:endParaRPr>
          </a:p>
        </p:txBody>
      </p:sp>
      <p:sp>
        <p:nvSpPr>
          <p:cNvPr id="2" name="标题 1"/>
          <p:cNvSpPr>
            <a:spLocks noGrp="1"/>
          </p:cNvSpPr>
          <p:nvPr>
            <p:ph type="title"/>
            <p:custDataLst>
              <p:tags r:id="rId4"/>
            </p:custDataLst>
          </p:nvPr>
        </p:nvSpPr>
        <p:spPr>
          <a:xfrm>
            <a:off x="459000" y="859500"/>
            <a:ext cx="8232300" cy="469800"/>
          </a:xfrm>
        </p:spPr>
        <p:txBody>
          <a:bodyPr anchor="ctr">
            <a:normAutofit/>
          </a:bodyPr>
          <a:lstStyle>
            <a:lvl1pPr algn="ctr">
              <a:defRPr sz="27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322307" y="6349833"/>
            <a:ext cx="2700000" cy="316800"/>
          </a:xfrm>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6"/>
            </p:custDataLst>
          </p:nvPr>
        </p:nvSpPr>
        <p:spPr>
          <a:xfrm>
            <a:off x="2592000" y="6349833"/>
            <a:ext cx="3960000" cy="3168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120450" y="6349833"/>
            <a:ext cx="2700000" cy="3168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459000" y="1763100"/>
            <a:ext cx="8231981" cy="621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459581" y="3236850"/>
            <a:ext cx="8224200" cy="25731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2858" y="5029201"/>
            <a:ext cx="9144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sym typeface="+mn-ea"/>
            </a:endParaRPr>
          </a:p>
        </p:txBody>
      </p:sp>
      <p:sp>
        <p:nvSpPr>
          <p:cNvPr id="10" name="任意形状 9"/>
          <p:cNvSpPr/>
          <p:nvPr userDrawn="1">
            <p:custDataLst>
              <p:tags r:id="rId2"/>
            </p:custDataLst>
          </p:nvPr>
        </p:nvSpPr>
        <p:spPr>
          <a:xfrm rot="10800000">
            <a:off x="2857" y="5905500"/>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highlight>
                <a:srgbClr val="1171F1"/>
              </a:highlight>
            </a:endParaRPr>
          </a:p>
        </p:txBody>
      </p:sp>
      <p:sp>
        <p:nvSpPr>
          <p:cNvPr id="2" name="标题 1"/>
          <p:cNvSpPr>
            <a:spLocks noGrp="1"/>
          </p:cNvSpPr>
          <p:nvPr>
            <p:ph type="title"/>
            <p:custDataLst>
              <p:tags r:id="rId3"/>
            </p:custDataLst>
          </p:nvPr>
        </p:nvSpPr>
        <p:spPr>
          <a:xfrm>
            <a:off x="453600" y="740250"/>
            <a:ext cx="8232300" cy="423900"/>
          </a:xfrm>
        </p:spPr>
        <p:txBody>
          <a:bodyPr anchor="ctr">
            <a:normAutofit/>
          </a:bodyPr>
          <a:lstStyle>
            <a:lvl1pPr algn="ctr">
              <a:defRPr sz="24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322307" y="6349833"/>
            <a:ext cx="2700000" cy="316800"/>
          </a:xfrm>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5"/>
            </p:custDataLst>
          </p:nvPr>
        </p:nvSpPr>
        <p:spPr>
          <a:xfrm>
            <a:off x="2592000" y="6349833"/>
            <a:ext cx="3960000" cy="3168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120450" y="6349833"/>
            <a:ext cx="2700000" cy="316800"/>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628" y="2082600"/>
            <a:ext cx="8243100" cy="2408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445500" y="5306850"/>
            <a:ext cx="8251200" cy="7587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3492"/>
            <a:ext cx="9144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sym typeface="+mn-ea"/>
            </a:endParaRPr>
          </a:p>
        </p:txBody>
      </p:sp>
      <p:sp>
        <p:nvSpPr>
          <p:cNvPr id="2" name="标题 1"/>
          <p:cNvSpPr>
            <a:spLocks noGrp="1"/>
          </p:cNvSpPr>
          <p:nvPr>
            <p:ph type="title"/>
            <p:custDataLst>
              <p:tags r:id="rId2"/>
            </p:custDataLst>
          </p:nvPr>
        </p:nvSpPr>
        <p:spPr>
          <a:xfrm>
            <a:off x="434816" y="258207"/>
            <a:ext cx="8278178" cy="391001"/>
          </a:xfrm>
        </p:spPr>
        <p:txBody>
          <a:bodyPr>
            <a:noAutofit/>
          </a:bodyPr>
          <a:lstStyle>
            <a:lvl1pPr>
              <a:defRPr sz="21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a:xfrm>
            <a:off x="322307" y="6349833"/>
            <a:ext cx="2700000" cy="316800"/>
          </a:xfrm>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4"/>
            </p:custDataLst>
          </p:nvPr>
        </p:nvSpPr>
        <p:spPr>
          <a:xfrm>
            <a:off x="2592000" y="6349833"/>
            <a:ext cx="3960000" cy="3168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120450" y="6349833"/>
            <a:ext cx="2700000" cy="316800"/>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434700" y="2025000"/>
            <a:ext cx="40068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4681800" y="2025000"/>
            <a:ext cx="40257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429300" y="4914450"/>
            <a:ext cx="40068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4689900" y="4910850"/>
            <a:ext cx="40257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1576668"/>
            <a:ext cx="9144000" cy="3704665"/>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sym typeface="+mn-ea"/>
            </a:endParaRPr>
          </a:p>
        </p:txBody>
      </p:sp>
      <p:sp>
        <p:nvSpPr>
          <p:cNvPr id="2" name="标题 1"/>
          <p:cNvSpPr>
            <a:spLocks noGrp="1"/>
          </p:cNvSpPr>
          <p:nvPr>
            <p:ph type="title" hasCustomPrompt="1"/>
            <p:custDataLst>
              <p:tags r:id="rId2"/>
            </p:custDataLst>
          </p:nvPr>
        </p:nvSpPr>
        <p:spPr>
          <a:xfrm>
            <a:off x="1142100" y="1637550"/>
            <a:ext cx="6858000" cy="1790100"/>
          </a:xfrm>
        </p:spPr>
        <p:txBody>
          <a:bodyPr anchor="b">
            <a:normAutofit/>
          </a:bodyPr>
          <a:lstStyle>
            <a:lvl1pPr algn="ctr">
              <a:defRPr sz="45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a:xfrm>
            <a:off x="322307" y="6349833"/>
            <a:ext cx="2700000" cy="316800"/>
          </a:xfrm>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4"/>
            </p:custDataLst>
          </p:nvPr>
        </p:nvSpPr>
        <p:spPr>
          <a:xfrm>
            <a:off x="2592000" y="6349833"/>
            <a:ext cx="3960000" cy="3168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120450" y="6349833"/>
            <a:ext cx="2700000" cy="3168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141810" y="4069800"/>
            <a:ext cx="6858000" cy="1242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17">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grpSp>
        <p:nvGrpSpPr>
          <p:cNvPr id="13" name="组合 12"/>
          <p:cNvGrpSpPr/>
          <p:nvPr>
            <p:custDataLst>
              <p:tags r:id="rId1"/>
            </p:custDataLst>
          </p:nvPr>
        </p:nvGrpSpPr>
        <p:grpSpPr>
          <a:xfrm>
            <a:off x="0" y="0"/>
            <a:ext cx="9144000" cy="6858000"/>
            <a:chOff x="0" y="0"/>
            <a:chExt cx="12192000" cy="6858000"/>
          </a:xfrm>
        </p:grpSpPr>
        <p:grpSp>
          <p:nvGrpSpPr>
            <p:cNvPr id="7" name="组合 6"/>
            <p:cNvGrpSpPr/>
            <p:nvPr/>
          </p:nvGrpSpPr>
          <p:grpSpPr>
            <a:xfrm>
              <a:off x="0" y="0"/>
              <a:ext cx="12192000" cy="6858000"/>
              <a:chOff x="0" y="0"/>
              <a:chExt cx="12192000" cy="6858000"/>
            </a:xfrm>
          </p:grpSpPr>
          <p:grpSp>
            <p:nvGrpSpPr>
              <p:cNvPr id="8" name="组合 7"/>
              <p:cNvGrpSpPr/>
              <p:nvPr/>
            </p:nvGrpSpPr>
            <p:grpSpPr>
              <a:xfrm>
                <a:off x="8545007" y="0"/>
                <a:ext cx="3646993" cy="6858000"/>
                <a:chOff x="8545007" y="0"/>
                <a:chExt cx="3646993" cy="6858000"/>
              </a:xfrm>
            </p:grpSpPr>
            <p:pic>
              <p:nvPicPr>
                <p:cNvPr id="10" name="图片 9"/>
                <p:cNvPicPr>
                  <a:picLocks noChangeAspect="1"/>
                </p:cNvPicPr>
                <p:nvPr>
                  <p:custDataLst>
                    <p:tags r:id="rId14"/>
                  </p:custDataLst>
                </p:nvPr>
              </p:nvPicPr>
              <p:blipFill>
                <a:blip r:embed="rId18"/>
                <a:stretch>
                  <a:fillRect/>
                </a:stretch>
              </p:blipFill>
              <p:spPr>
                <a:xfrm>
                  <a:off x="8545007" y="0"/>
                  <a:ext cx="3646993" cy="2982191"/>
                </a:xfrm>
                <a:prstGeom prst="rect">
                  <a:avLst/>
                </a:prstGeom>
              </p:spPr>
            </p:pic>
            <p:pic>
              <p:nvPicPr>
                <p:cNvPr id="11" name="图片 10"/>
                <p:cNvPicPr>
                  <a:picLocks noChangeAspect="1"/>
                </p:cNvPicPr>
                <p:nvPr>
                  <p:custDataLst>
                    <p:tags r:id="rId15"/>
                  </p:custDataLst>
                </p:nvPr>
              </p:nvPicPr>
              <p:blipFill>
                <a:blip r:embed="rId19" cstate="print">
                  <a:extLst>
                    <a:ext uri="{28A0092B-C50C-407E-A947-70E740481C1C}">
                      <a14:useLocalDpi xmlns:a14="http://schemas.microsoft.com/office/drawing/2010/main" val="0"/>
                    </a:ext>
                  </a:extLst>
                </a:blip>
                <a:stretch>
                  <a:fillRect/>
                </a:stretch>
              </p:blipFill>
              <p:spPr>
                <a:xfrm>
                  <a:off x="9102436" y="4066720"/>
                  <a:ext cx="2925924" cy="2791280"/>
                </a:xfrm>
                <a:prstGeom prst="rect">
                  <a:avLst/>
                </a:prstGeom>
              </p:spPr>
            </p:pic>
          </p:grpSp>
          <p:pic>
            <p:nvPicPr>
              <p:cNvPr id="9" name="图片 8"/>
              <p:cNvPicPr>
                <a:picLocks noChangeAspect="1"/>
              </p:cNvPicPr>
              <p:nvPr>
                <p:custDataLst>
                  <p:tags r:id="rId13"/>
                </p:custDataLst>
              </p:nvPr>
            </p:nvPicPr>
            <p:blipFill>
              <a:blip r:embed="rId20"/>
              <a:stretch>
                <a:fillRect/>
              </a:stretch>
            </p:blipFill>
            <p:spPr>
              <a:xfrm>
                <a:off x="0" y="0"/>
                <a:ext cx="7137443" cy="6858000"/>
              </a:xfrm>
              <a:prstGeom prst="rect">
                <a:avLst/>
              </a:prstGeom>
            </p:spPr>
          </p:pic>
        </p:grpSp>
        <p:pic>
          <p:nvPicPr>
            <p:cNvPr id="12" name="图片 11"/>
            <p:cNvPicPr>
              <a:picLocks noChangeAspect="1"/>
            </p:cNvPicPr>
            <p:nvPr>
              <p:custDataLst>
                <p:tags r:id="rId12"/>
              </p:custDataLst>
            </p:nvPr>
          </p:nvPicPr>
          <p:blipFill>
            <a:blip r:embed="rId21"/>
            <a:stretch>
              <a:fillRect/>
            </a:stretch>
          </p:blipFill>
          <p:spPr>
            <a:xfrm>
              <a:off x="812461" y="1029461"/>
              <a:ext cx="4909467" cy="4653606"/>
            </a:xfrm>
            <a:prstGeom prst="rect">
              <a:avLst/>
            </a:prstGeom>
          </p:spPr>
        </p:pic>
      </p:grpSp>
      <p:sp>
        <p:nvSpPr>
          <p:cNvPr id="4" name="日期占位符 3"/>
          <p:cNvSpPr>
            <a:spLocks noGrp="1"/>
          </p:cNvSpPr>
          <p:nvPr>
            <p:ph type="dt" sz="half" idx="10"/>
            <p:custDataLst>
              <p:tags r:id="rId2"/>
            </p:custDataLst>
          </p:nvPr>
        </p:nvSpPr>
        <p:spPr>
          <a:xfrm>
            <a:off x="628650" y="6401991"/>
            <a:ext cx="2057400" cy="273844"/>
          </a:xfrm>
        </p:spPr>
        <p:txBody>
          <a:bodyPr/>
          <a:lstStyle/>
          <a:p>
            <a:fld id="{3B358A95-C3A6-445A-9253-6EEA2DB226D8}" type="datetimeFigureOut">
              <a:rPr lang="zh-CN" altLang="en-US" smtClean="0"/>
              <a:t>2026/9/18</a:t>
            </a:fld>
            <a:endParaRPr lang="zh-CN" altLang="en-US"/>
          </a:p>
        </p:txBody>
      </p:sp>
      <p:sp>
        <p:nvSpPr>
          <p:cNvPr id="5" name="页脚占位符 4"/>
          <p:cNvSpPr>
            <a:spLocks noGrp="1"/>
          </p:cNvSpPr>
          <p:nvPr>
            <p:ph type="ftr" sz="quarter" idx="11"/>
            <p:custDataLst>
              <p:tags r:id="rId3"/>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4"/>
            </p:custDataLst>
          </p:nvPr>
        </p:nvSpPr>
        <p:spPr>
          <a:xfrm>
            <a:off x="6457950" y="6401991"/>
            <a:ext cx="2057400" cy="273844"/>
          </a:xfrm>
        </p:spPr>
        <p:txBody>
          <a:bodyPr/>
          <a:lstStyle/>
          <a:p>
            <a:fld id="{EB8C49CF-321A-4DB1-9C29-37DB43122813}" type="slidenum">
              <a:rPr lang="zh-CN" altLang="en-US" smtClean="0"/>
              <a:t>‹#›</a:t>
            </a:fld>
            <a:endParaRPr lang="zh-CN" altLang="en-US"/>
          </a:p>
        </p:txBody>
      </p:sp>
      <p:grpSp>
        <p:nvGrpSpPr>
          <p:cNvPr id="14" name="组合 13"/>
          <p:cNvGrpSpPr/>
          <p:nvPr>
            <p:custDataLst>
              <p:tags r:id="rId5"/>
            </p:custDataLst>
          </p:nvPr>
        </p:nvGrpSpPr>
        <p:grpSpPr>
          <a:xfrm>
            <a:off x="3586441" y="2188860"/>
            <a:ext cx="4894709" cy="1030733"/>
            <a:chOff x="4781921" y="2017071"/>
            <a:chExt cx="6526279" cy="1374310"/>
          </a:xfrm>
        </p:grpSpPr>
        <p:pic>
          <p:nvPicPr>
            <p:cNvPr id="15" name="图片 14"/>
            <p:cNvPicPr>
              <a:picLocks noChangeAspect="1"/>
            </p:cNvPicPr>
            <p:nvPr>
              <p:custDataLst>
                <p:tags r:id="rId10"/>
              </p:custDataLst>
            </p:nvPr>
          </p:nvPicPr>
          <p:blipFill>
            <a:blip r:embed="rId22"/>
            <a:stretch>
              <a:fillRect/>
            </a:stretch>
          </p:blipFill>
          <p:spPr>
            <a:xfrm>
              <a:off x="4931680" y="2017071"/>
              <a:ext cx="6376520" cy="595076"/>
            </a:xfrm>
            <a:prstGeom prst="rect">
              <a:avLst/>
            </a:prstGeom>
          </p:spPr>
        </p:pic>
        <p:pic>
          <p:nvPicPr>
            <p:cNvPr id="16" name="图片 15"/>
            <p:cNvPicPr>
              <a:picLocks noChangeAspect="1"/>
            </p:cNvPicPr>
            <p:nvPr>
              <p:custDataLst>
                <p:tags r:id="rId11"/>
              </p:custDataLst>
            </p:nvPr>
          </p:nvPicPr>
          <p:blipFill>
            <a:blip r:embed="rId23"/>
            <a:stretch>
              <a:fillRect/>
            </a:stretch>
          </p:blipFill>
          <p:spPr>
            <a:xfrm>
              <a:off x="4781921" y="2943045"/>
              <a:ext cx="6462076" cy="448336"/>
            </a:xfrm>
            <a:prstGeom prst="rect">
              <a:avLst/>
            </a:prstGeom>
          </p:spPr>
        </p:pic>
      </p:grpSp>
      <p:pic>
        <p:nvPicPr>
          <p:cNvPr id="17" name="图片 16"/>
          <p:cNvPicPr>
            <a:picLocks noChangeAspect="1"/>
          </p:cNvPicPr>
          <p:nvPr>
            <p:custDataLst>
              <p:tags r:id="rId6"/>
            </p:custDataLst>
          </p:nvPr>
        </p:nvPicPr>
        <p:blipFill>
          <a:blip r:embed="rId24"/>
          <a:stretch>
            <a:fillRect/>
          </a:stretch>
        </p:blipFill>
        <p:spPr>
          <a:xfrm>
            <a:off x="3276286" y="2666598"/>
            <a:ext cx="5059183" cy="1179623"/>
          </a:xfrm>
          <a:prstGeom prst="rect">
            <a:avLst/>
          </a:prstGeom>
        </p:spPr>
      </p:pic>
      <p:pic>
        <p:nvPicPr>
          <p:cNvPr id="18" name="图片 17"/>
          <p:cNvPicPr>
            <a:picLocks noChangeAspect="1"/>
          </p:cNvPicPr>
          <p:nvPr>
            <p:custDataLst>
              <p:tags r:id="rId7"/>
            </p:custDataLst>
          </p:nvPr>
        </p:nvPicPr>
        <p:blipFill>
          <a:blip r:embed="rId25"/>
          <a:stretch>
            <a:fillRect/>
          </a:stretch>
        </p:blipFill>
        <p:spPr>
          <a:xfrm rot="10800000" flipV="1">
            <a:off x="3524259" y="3233189"/>
            <a:ext cx="112112" cy="225369"/>
          </a:xfrm>
          <a:prstGeom prst="rect">
            <a:avLst/>
          </a:prstGeom>
        </p:spPr>
      </p:pic>
      <p:sp>
        <p:nvSpPr>
          <p:cNvPr id="3" name="副标题 2"/>
          <p:cNvSpPr>
            <a:spLocks noGrp="1"/>
          </p:cNvSpPr>
          <p:nvPr>
            <p:ph type="subTitle" idx="1" hasCustomPrompt="1"/>
            <p:custDataLst>
              <p:tags r:id="rId8"/>
            </p:custDataLst>
          </p:nvPr>
        </p:nvSpPr>
        <p:spPr>
          <a:xfrm>
            <a:off x="3627905" y="3552912"/>
            <a:ext cx="4761279" cy="509267"/>
          </a:xfrm>
        </p:spPr>
        <p:txBody>
          <a:bodyPr>
            <a:normAutofit/>
          </a:bodyPr>
          <a:lstStyle>
            <a:lvl1pPr marL="0" indent="0" algn="ctr">
              <a:buNone/>
              <a:defRPr sz="1015">
                <a:solidFill>
                  <a:schemeClr val="bg1"/>
                </a:solidFill>
              </a:defRPr>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a:t>编辑副标题</a:t>
            </a:r>
          </a:p>
        </p:txBody>
      </p:sp>
      <p:sp>
        <p:nvSpPr>
          <p:cNvPr id="2" name="标题 1"/>
          <p:cNvSpPr>
            <a:spLocks noGrp="1"/>
          </p:cNvSpPr>
          <p:nvPr>
            <p:ph type="ctrTitle" hasCustomPrompt="1"/>
            <p:custDataLst>
              <p:tags r:id="rId9"/>
            </p:custDataLst>
          </p:nvPr>
        </p:nvSpPr>
        <p:spPr>
          <a:xfrm>
            <a:off x="3627905" y="2335611"/>
            <a:ext cx="4761279" cy="779977"/>
          </a:xfrm>
        </p:spPr>
        <p:txBody>
          <a:bodyPr anchor="ctr">
            <a:normAutofit/>
          </a:bodyPr>
          <a:lstStyle>
            <a:lvl1pPr algn="ctr">
              <a:defRPr sz="2700" b="1">
                <a:solidFill>
                  <a:schemeClr val="bg1"/>
                </a:solidFill>
                <a:effectLst/>
              </a:defRPr>
            </a:lvl1pPr>
          </a:lstStyle>
          <a:p>
            <a:r>
              <a:rPr lang="zh-CN" altLang="en-US" dirty="0"/>
              <a:t>编辑标题</a:t>
            </a:r>
          </a:p>
        </p:txBody>
      </p:sp>
    </p:spTree>
    <p:extLst>
      <p:ext uri="{BB962C8B-B14F-4D97-AF65-F5344CB8AC3E}">
        <p14:creationId xmlns:p14="http://schemas.microsoft.com/office/powerpoint/2010/main" val="39048628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35610" y="0"/>
            <a:ext cx="8079740" cy="994410"/>
          </a:xfrm>
        </p:spPr>
        <p:txBody>
          <a:bodyPr/>
          <a:lstStyle>
            <a:lvl1pPr>
              <a:defRPr>
                <a:latin typeface="方正粗黑宋简体" panose="02000000000000000000" charset="-122"/>
                <a:ea typeface="方正粗黑宋简体" panose="02000000000000000000" charset="-122"/>
              </a:defRPr>
            </a:lvl1pPr>
          </a:lstStyle>
          <a:p>
            <a:r>
              <a:rPr lang="zh-CN" altLang="en-US"/>
              <a:t>单击此处编辑母版标题样式</a:t>
            </a:r>
          </a:p>
        </p:txBody>
      </p:sp>
      <p:sp>
        <p:nvSpPr>
          <p:cNvPr id="3" name="内容占位符 2"/>
          <p:cNvSpPr>
            <a:spLocks noGrp="1"/>
          </p:cNvSpPr>
          <p:nvPr>
            <p:ph idx="1"/>
            <p:custDataLst>
              <p:tags r:id="rId2"/>
            </p:custDataLst>
          </p:nvPr>
        </p:nvSpPr>
        <p:spPr>
          <a:xfrm>
            <a:off x="461010" y="1014730"/>
            <a:ext cx="8655050" cy="5358130"/>
          </a:xfrm>
        </p:spPr>
        <p:txBody>
          <a:bodyPr/>
          <a:lstStyle>
            <a:lvl1pPr eaLnBrk="1" fontAlgn="auto" latinLnBrk="0" hangingPunct="1">
              <a:lnSpc>
                <a:spcPct val="100000"/>
              </a:lnSpc>
              <a:spcBef>
                <a:spcPts val="600"/>
              </a:spcBef>
              <a:defRPr sz="2400">
                <a:solidFill>
                  <a:srgbClr val="0000FF"/>
                </a:solidFill>
              </a:defRPr>
            </a:lvl1pPr>
            <a:lvl2pPr eaLnBrk="1" fontAlgn="auto" latinLnBrk="0" hangingPunct="1">
              <a:lnSpc>
                <a:spcPct val="100000"/>
              </a:lnSpc>
              <a:spcBef>
                <a:spcPts val="600"/>
              </a:spcBef>
              <a:defRPr sz="2000">
                <a:gradFill>
                  <a:gsLst>
                    <a:gs pos="0">
                      <a:srgbClr val="012D86"/>
                    </a:gs>
                    <a:gs pos="100000">
                      <a:srgbClr val="0E2557"/>
                    </a:gs>
                  </a:gsLst>
                  <a:lin scaled="0"/>
                </a:gradFill>
              </a:defRPr>
            </a:lvl2pPr>
            <a:lvl3pPr eaLnBrk="1" fontAlgn="auto" latinLnBrk="0" hangingPunct="1">
              <a:lnSpc>
                <a:spcPct val="100000"/>
              </a:lnSpc>
              <a:spcBef>
                <a:spcPts val="600"/>
              </a:spcBef>
              <a:defRPr sz="1800">
                <a:solidFill>
                  <a:srgbClr val="FF0000"/>
                </a:solidFill>
              </a:defRPr>
            </a:lvl3pPr>
            <a:lvl4pPr eaLnBrk="1" fontAlgn="auto" latinLnBrk="0" hangingPunct="1">
              <a:lnSpc>
                <a:spcPct val="100000"/>
              </a:lnSpc>
              <a:spcBef>
                <a:spcPts val="600"/>
              </a:spcBef>
              <a:defRPr sz="1600">
                <a:solidFill>
                  <a:srgbClr val="BE3A3A"/>
                </a:solidFill>
              </a:defRPr>
            </a:lvl4pPr>
            <a:lvl5pPr eaLnBrk="1" fontAlgn="auto" latinLnBrk="0" hangingPunct="1">
              <a:lnSpc>
                <a:spcPct val="100000"/>
              </a:lnSpc>
              <a:spcBef>
                <a:spcPts val="600"/>
              </a:spcBef>
              <a:defRPr sz="1400">
                <a:gradFill>
                  <a:gsLst>
                    <a:gs pos="0">
                      <a:srgbClr val="7B32B2"/>
                    </a:gs>
                    <a:gs pos="100000">
                      <a:srgbClr val="401A5D"/>
                    </a:gs>
                  </a:gsLst>
                  <a:lin scaled="0"/>
                </a:gra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a:xfrm>
            <a:off x="628650" y="6401991"/>
            <a:ext cx="2057400" cy="273844"/>
          </a:xfrm>
        </p:spPr>
        <p:txBody>
          <a:bodyPr/>
          <a:lstStyle/>
          <a:p>
            <a:fld id="{3B358A95-C3A6-445A-9253-6EEA2DB226D8}" type="datetimeFigureOut">
              <a:rPr lang="zh-CN" altLang="en-US" smtClean="0"/>
              <a:t>2026/9/18</a:t>
            </a:fld>
            <a:endParaRPr lang="zh-CN" altLang="en-US"/>
          </a:p>
        </p:txBody>
      </p:sp>
      <p:sp>
        <p:nvSpPr>
          <p:cNvPr id="5" name="页脚占位符 4"/>
          <p:cNvSpPr>
            <a:spLocks noGrp="1"/>
          </p:cNvSpPr>
          <p:nvPr>
            <p:ph type="ftr" sz="quarter" idx="11"/>
            <p:custDataLst>
              <p:tags r:id="rId4"/>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extLst>
      <p:ext uri="{BB962C8B-B14F-4D97-AF65-F5344CB8AC3E}">
        <p14:creationId xmlns:p14="http://schemas.microsoft.com/office/powerpoint/2010/main" val="16159089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椭圆 6"/>
          <p:cNvSpPr/>
          <p:nvPr>
            <p:custDataLst>
              <p:tags r:id="rId1"/>
            </p:custDataLst>
          </p:nvPr>
        </p:nvSpPr>
        <p:spPr>
          <a:xfrm>
            <a:off x="1174711" y="2326714"/>
            <a:ext cx="2204573" cy="220457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pic>
        <p:nvPicPr>
          <p:cNvPr id="8" name="图片 7"/>
          <p:cNvPicPr>
            <a:picLocks noChangeAspect="1"/>
          </p:cNvPicPr>
          <p:nvPr>
            <p:custDataLst>
              <p:tags r:id="rId2"/>
            </p:custDataLst>
          </p:nvPr>
        </p:nvPicPr>
        <p:blipFill>
          <a:blip r:embed="rId11"/>
          <a:stretch>
            <a:fillRect/>
          </a:stretch>
        </p:blipFill>
        <p:spPr>
          <a:xfrm>
            <a:off x="508538" y="1877974"/>
            <a:ext cx="3272606" cy="3102052"/>
          </a:xfrm>
          <a:prstGeom prst="rect">
            <a:avLst/>
          </a:prstGeom>
          <a:noFill/>
        </p:spPr>
      </p:pic>
      <p:sp>
        <p:nvSpPr>
          <p:cNvPr id="11" name="文本框 10"/>
          <p:cNvSpPr txBox="1"/>
          <p:nvPr>
            <p:custDataLst>
              <p:tags r:id="rId3"/>
            </p:custDataLst>
          </p:nvPr>
        </p:nvSpPr>
        <p:spPr>
          <a:xfrm>
            <a:off x="1104212" y="2369798"/>
            <a:ext cx="2226298" cy="2364710"/>
          </a:xfrm>
          <a:prstGeom prst="rect">
            <a:avLst/>
          </a:prstGeom>
          <a:noFill/>
        </p:spPr>
        <p:txBody>
          <a:bodyPr wrap="square" rtlCol="0" anchor="ctr">
            <a:normAutofit/>
          </a:bodyPr>
          <a:lstStyle/>
          <a:p>
            <a:pPr marL="0" marR="0" indent="0" algn="ctr" defTabSz="914400" rtl="0" eaLnBrk="1" fontAlgn="auto" latinLnBrk="0" hangingPunct="1">
              <a:lnSpc>
                <a:spcPct val="100000"/>
              </a:lnSpc>
              <a:spcBef>
                <a:spcPts val="0"/>
              </a:spcBef>
              <a:spcAft>
                <a:spcPts val="0"/>
              </a:spcAft>
              <a:buClrTx/>
              <a:buSzTx/>
              <a:buFontTx/>
              <a:buNone/>
            </a:pPr>
            <a:r>
              <a:rPr lang="en-US" altLang="zh-CN" sz="9340" b="1" dirty="0">
                <a:solidFill>
                  <a:schemeClr val="accent1"/>
                </a:solidFill>
                <a:effectLst>
                  <a:outerShdw blurRad="38100" dist="38100" dir="2700000" algn="tl">
                    <a:srgbClr val="000000">
                      <a:alpha val="43137"/>
                    </a:srgbClr>
                  </a:outerShdw>
                </a:effectLst>
                <a:latin typeface="+mn-lt"/>
                <a:ea typeface="微软雅黑" panose="020B0503020204020204" charset="-122"/>
                <a:cs typeface="Times New Roman" panose="02020603050405020304" pitchFamily="18" charset="0"/>
              </a:rPr>
              <a:t>1</a:t>
            </a:r>
            <a:endParaRPr lang="zh-CN" altLang="en-US" sz="9340" b="1" dirty="0">
              <a:solidFill>
                <a:schemeClr val="accent1"/>
              </a:solidFill>
              <a:effectLst>
                <a:outerShdw blurRad="38100" dist="38100" dir="2700000" algn="tl">
                  <a:srgbClr val="000000">
                    <a:alpha val="43137"/>
                  </a:srgbClr>
                </a:outerShdw>
              </a:effectLst>
              <a:latin typeface="+mn-lt"/>
              <a:ea typeface="微软雅黑" panose="020B0503020204020204" charset="-122"/>
              <a:cs typeface="Times New Roman" panose="02020603050405020304" pitchFamily="18" charset="0"/>
            </a:endParaRPr>
          </a:p>
          <a:p>
            <a:pPr algn="ctr"/>
            <a:endParaRPr lang="zh-CN" altLang="en-US" sz="1575" dirty="0">
              <a:solidFill>
                <a:schemeClr val="accent1"/>
              </a:solidFill>
              <a:latin typeface="+mn-lt"/>
            </a:endParaRPr>
          </a:p>
        </p:txBody>
      </p:sp>
      <p:sp>
        <p:nvSpPr>
          <p:cNvPr id="4" name="日期占位符 3"/>
          <p:cNvSpPr>
            <a:spLocks noGrp="1"/>
          </p:cNvSpPr>
          <p:nvPr>
            <p:ph type="dt" sz="half" idx="10"/>
            <p:custDataLst>
              <p:tags r:id="rId4"/>
            </p:custDataLst>
          </p:nvPr>
        </p:nvSpPr>
        <p:spPr>
          <a:xfrm>
            <a:off x="628650" y="6401991"/>
            <a:ext cx="2057400" cy="273844"/>
          </a:xfrm>
        </p:spPr>
        <p:txBody>
          <a:bodyPr/>
          <a:lstStyle/>
          <a:p>
            <a:fld id="{3B358A95-C3A6-445A-9253-6EEA2DB226D8}" type="datetimeFigureOut">
              <a:rPr lang="zh-CN" altLang="en-US" smtClean="0"/>
              <a:t>2026/9/18</a:t>
            </a:fld>
            <a:endParaRPr lang="zh-CN" altLang="en-US"/>
          </a:p>
        </p:txBody>
      </p:sp>
      <p:sp>
        <p:nvSpPr>
          <p:cNvPr id="5" name="页脚占位符 4"/>
          <p:cNvSpPr>
            <a:spLocks noGrp="1"/>
          </p:cNvSpPr>
          <p:nvPr>
            <p:ph type="ftr" sz="quarter" idx="11"/>
            <p:custDataLst>
              <p:tags r:id="rId5"/>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401991"/>
            <a:ext cx="2057400" cy="273844"/>
          </a:xfrm>
        </p:spPr>
        <p:txBody>
          <a:bodyPr/>
          <a:lstStyle/>
          <a:p>
            <a:fld id="{EB8C49CF-321A-4DB1-9C29-37DB43122813}" type="slidenum">
              <a:rPr lang="zh-CN" altLang="en-US" smtClean="0"/>
              <a:t>‹#›</a:t>
            </a:fld>
            <a:endParaRPr lang="zh-CN" altLang="en-US"/>
          </a:p>
        </p:txBody>
      </p:sp>
      <p:cxnSp>
        <p:nvCxnSpPr>
          <p:cNvPr id="10" name="直接连接符 9"/>
          <p:cNvCxnSpPr/>
          <p:nvPr>
            <p:custDataLst>
              <p:tags r:id="rId7"/>
            </p:custDataLst>
          </p:nvPr>
        </p:nvCxnSpPr>
        <p:spPr>
          <a:xfrm>
            <a:off x="3771792" y="3510454"/>
            <a:ext cx="465259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文本占位符 2"/>
          <p:cNvSpPr>
            <a:spLocks noGrp="1"/>
          </p:cNvSpPr>
          <p:nvPr>
            <p:ph type="body" idx="1" hasCustomPrompt="1"/>
            <p:custDataLst>
              <p:tags r:id="rId8"/>
            </p:custDataLst>
          </p:nvPr>
        </p:nvSpPr>
        <p:spPr>
          <a:xfrm>
            <a:off x="3413349" y="3695478"/>
            <a:ext cx="5378830" cy="621410"/>
          </a:xfrm>
        </p:spPr>
        <p:txBody>
          <a:bodyPr>
            <a:normAutofit/>
          </a:bodyPr>
          <a:lstStyle>
            <a:lvl1pPr marL="0" indent="0" algn="ctr">
              <a:buNone/>
              <a:defRPr sz="1015">
                <a:solidFill>
                  <a:schemeClr val="tx1"/>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zh-CN" altLang="en-US"/>
              <a:t>单击此处编辑副标题</a:t>
            </a:r>
          </a:p>
        </p:txBody>
      </p:sp>
      <p:sp>
        <p:nvSpPr>
          <p:cNvPr id="2" name="标题 1"/>
          <p:cNvSpPr>
            <a:spLocks noGrp="1"/>
          </p:cNvSpPr>
          <p:nvPr>
            <p:ph type="title" hasCustomPrompt="1"/>
            <p:custDataLst>
              <p:tags r:id="rId9"/>
            </p:custDataLst>
          </p:nvPr>
        </p:nvSpPr>
        <p:spPr>
          <a:xfrm>
            <a:off x="3413349" y="1619469"/>
            <a:ext cx="5378830" cy="1551026"/>
          </a:xfrm>
        </p:spPr>
        <p:txBody>
          <a:bodyPr anchor="b">
            <a:normAutofit/>
          </a:bodyPr>
          <a:lstStyle>
            <a:lvl1pPr algn="ctr">
              <a:defRPr sz="3715" b="1">
                <a:effectLst/>
              </a:defRPr>
            </a:lvl1pPr>
          </a:lstStyle>
          <a:p>
            <a:r>
              <a:rPr lang="zh-CN" altLang="en-US" dirty="0"/>
              <a:t>单击此处编辑标题</a:t>
            </a:r>
          </a:p>
        </p:txBody>
      </p:sp>
    </p:spTree>
    <p:extLst>
      <p:ext uri="{BB962C8B-B14F-4D97-AF65-F5344CB8AC3E}">
        <p14:creationId xmlns:p14="http://schemas.microsoft.com/office/powerpoint/2010/main" val="2707012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60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8650" y="530820"/>
            <a:ext cx="7886700" cy="994172"/>
          </a:xfrm>
        </p:spPr>
        <p:txBody>
          <a:bodyPr/>
          <a:lstStyle/>
          <a:p>
            <a:r>
              <a:rPr lang="zh-CN" altLang="en-US"/>
              <a:t>单击此处编辑母版标题样式</a:t>
            </a:r>
          </a:p>
        </p:txBody>
      </p:sp>
      <p:sp>
        <p:nvSpPr>
          <p:cNvPr id="3" name="内容占位符 2"/>
          <p:cNvSpPr>
            <a:spLocks noGrp="1"/>
          </p:cNvSpPr>
          <p:nvPr>
            <p:ph sz="half" idx="1"/>
            <p:custDataLst>
              <p:tags r:id="rId2"/>
            </p:custDataLst>
          </p:nvPr>
        </p:nvSpPr>
        <p:spPr>
          <a:xfrm>
            <a:off x="628650" y="2369542"/>
            <a:ext cx="3886200" cy="326350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custDataLst>
              <p:tags r:id="rId3"/>
            </p:custDataLst>
          </p:nvPr>
        </p:nvSpPr>
        <p:spPr>
          <a:xfrm>
            <a:off x="4629150" y="2369542"/>
            <a:ext cx="3886200" cy="3263503"/>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a:xfrm>
            <a:off x="628650" y="6401991"/>
            <a:ext cx="2057400" cy="273844"/>
          </a:xfrm>
        </p:spPr>
        <p:txBody>
          <a:bodyPr/>
          <a:lstStyle/>
          <a:p>
            <a:fld id="{3B358A95-C3A6-445A-9253-6EEA2DB226D8}" type="datetimeFigureOut">
              <a:rPr lang="zh-CN" altLang="en-US" smtClean="0"/>
              <a:t>2026/9/18</a:t>
            </a:fld>
            <a:endParaRPr lang="zh-CN" altLang="en-US"/>
          </a:p>
        </p:txBody>
      </p:sp>
      <p:sp>
        <p:nvSpPr>
          <p:cNvPr id="6" name="页脚占位符 5"/>
          <p:cNvSpPr>
            <a:spLocks noGrp="1"/>
          </p:cNvSpPr>
          <p:nvPr>
            <p:ph type="ftr" sz="quarter" idx="11"/>
            <p:custDataLst>
              <p:tags r:id="rId5"/>
            </p:custDataLst>
          </p:nvPr>
        </p:nvSpPr>
        <p:spPr>
          <a:xfrm>
            <a:off x="3028950" y="6401991"/>
            <a:ext cx="3086100" cy="273844"/>
          </a:xfrm>
        </p:spPr>
        <p:txBody>
          <a:bodyPr/>
          <a:lstStyle/>
          <a:p>
            <a:endParaRPr lang="zh-CN" altLang="en-US"/>
          </a:p>
        </p:txBody>
      </p:sp>
      <p:sp>
        <p:nvSpPr>
          <p:cNvPr id="7" name="灯片编号占位符 6"/>
          <p:cNvSpPr>
            <a:spLocks noGrp="1"/>
          </p:cNvSpPr>
          <p:nvPr>
            <p:ph type="sldNum" sz="quarter" idx="12"/>
            <p:custDataLst>
              <p:tags r:id="rId6"/>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extLst>
      <p:ext uri="{BB962C8B-B14F-4D97-AF65-F5344CB8AC3E}">
        <p14:creationId xmlns:p14="http://schemas.microsoft.com/office/powerpoint/2010/main" val="26914757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9841" y="530820"/>
            <a:ext cx="7886700" cy="994172"/>
          </a:xfrm>
        </p:spPr>
        <p:txBody>
          <a:bodyPr/>
          <a:lstStyle/>
          <a:p>
            <a:r>
              <a:rPr lang="zh-CN" altLang="en-US"/>
              <a:t>单击此处编辑母版标题样式</a:t>
            </a:r>
          </a:p>
        </p:txBody>
      </p:sp>
      <p:sp>
        <p:nvSpPr>
          <p:cNvPr id="3" name="文本占位符 2"/>
          <p:cNvSpPr>
            <a:spLocks noGrp="1"/>
          </p:cNvSpPr>
          <p:nvPr>
            <p:ph type="body" idx="1"/>
            <p:custDataLst>
              <p:tags r:id="rId2"/>
            </p:custDataLst>
          </p:nvPr>
        </p:nvSpPr>
        <p:spPr>
          <a:xfrm>
            <a:off x="629841" y="1848026"/>
            <a:ext cx="3868340" cy="485775"/>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dirty="0"/>
              <a:t>单击此处编辑母版文本样式</a:t>
            </a:r>
          </a:p>
        </p:txBody>
      </p:sp>
      <p:sp>
        <p:nvSpPr>
          <p:cNvPr id="4" name="内容占位符 3"/>
          <p:cNvSpPr>
            <a:spLocks noGrp="1"/>
          </p:cNvSpPr>
          <p:nvPr>
            <p:ph sz="half" idx="2"/>
            <p:custDataLst>
              <p:tags r:id="rId3"/>
            </p:custDataLst>
          </p:nvPr>
        </p:nvSpPr>
        <p:spPr>
          <a:xfrm>
            <a:off x="629841" y="2965649"/>
            <a:ext cx="3868340" cy="2763441"/>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custDataLst>
              <p:tags r:id="rId4"/>
            </p:custDataLst>
          </p:nvPr>
        </p:nvSpPr>
        <p:spPr>
          <a:xfrm>
            <a:off x="4629150" y="1848026"/>
            <a:ext cx="3887391" cy="485775"/>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dirty="0"/>
              <a:t>单击此处编辑母版文本样式</a:t>
            </a:r>
          </a:p>
        </p:txBody>
      </p:sp>
      <p:sp>
        <p:nvSpPr>
          <p:cNvPr id="6" name="内容占位符 5"/>
          <p:cNvSpPr>
            <a:spLocks noGrp="1"/>
          </p:cNvSpPr>
          <p:nvPr>
            <p:ph sz="quarter" idx="4"/>
            <p:custDataLst>
              <p:tags r:id="rId5"/>
            </p:custDataLst>
          </p:nvPr>
        </p:nvSpPr>
        <p:spPr>
          <a:xfrm>
            <a:off x="4629150" y="2965649"/>
            <a:ext cx="3887391" cy="2763441"/>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custDataLst>
              <p:tags r:id="rId6"/>
            </p:custDataLst>
          </p:nvPr>
        </p:nvSpPr>
        <p:spPr>
          <a:xfrm>
            <a:off x="628650" y="6401991"/>
            <a:ext cx="2057400" cy="273844"/>
          </a:xfrm>
        </p:spPr>
        <p:txBody>
          <a:bodyPr/>
          <a:lstStyle/>
          <a:p>
            <a:fld id="{3B358A95-C3A6-445A-9253-6EEA2DB226D8}" type="datetimeFigureOut">
              <a:rPr lang="zh-CN" altLang="en-US" smtClean="0"/>
              <a:t>2026/9/18</a:t>
            </a:fld>
            <a:endParaRPr lang="zh-CN" altLang="en-US"/>
          </a:p>
        </p:txBody>
      </p:sp>
      <p:sp>
        <p:nvSpPr>
          <p:cNvPr id="8" name="页脚占位符 7"/>
          <p:cNvSpPr>
            <a:spLocks noGrp="1"/>
          </p:cNvSpPr>
          <p:nvPr>
            <p:ph type="ftr" sz="quarter" idx="11"/>
            <p:custDataLst>
              <p:tags r:id="rId7"/>
            </p:custDataLst>
          </p:nvPr>
        </p:nvSpPr>
        <p:spPr>
          <a:xfrm>
            <a:off x="3028950" y="6401991"/>
            <a:ext cx="3086100" cy="273844"/>
          </a:xfrm>
        </p:spPr>
        <p:txBody>
          <a:bodyPr/>
          <a:lstStyle/>
          <a:p>
            <a:endParaRPr lang="zh-CN" altLang="en-US"/>
          </a:p>
        </p:txBody>
      </p:sp>
      <p:sp>
        <p:nvSpPr>
          <p:cNvPr id="9" name="灯片编号占位符 8"/>
          <p:cNvSpPr>
            <a:spLocks noGrp="1"/>
          </p:cNvSpPr>
          <p:nvPr>
            <p:ph type="sldNum" sz="quarter" idx="12"/>
            <p:custDataLst>
              <p:tags r:id="rId8"/>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extLst>
      <p:ext uri="{BB962C8B-B14F-4D97-AF65-F5344CB8AC3E}">
        <p14:creationId xmlns:p14="http://schemas.microsoft.com/office/powerpoint/2010/main" val="30257521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8650" y="132080"/>
            <a:ext cx="7886700" cy="657225"/>
          </a:xfrm>
        </p:spPr>
        <p:txBody>
          <a:bodyPr vert="horz" lIns="101600" tIns="38100" rIns="76200" bIns="38100" rtlCol="0" anchor="t" anchorCtr="0">
            <a:noAutofit/>
          </a:bodyPr>
          <a:lstStyle>
            <a:lvl1pPr marL="0" marR="0" lvl="0" algn="l" defTabSz="514350" rtl="0" eaLnBrk="1" fontAlgn="auto" latinLnBrk="0" hangingPunct="1">
              <a:lnSpc>
                <a:spcPct val="90000"/>
              </a:lnSpc>
              <a:spcBef>
                <a:spcPct val="0"/>
              </a:spcBef>
              <a:buClrTx/>
              <a:buSzTx/>
              <a:buFontTx/>
              <a:buNone/>
              <a:defRPr kumimoji="0" lang="zh-CN" altLang="en-US" sz="2800" b="0" i="0" u="none" strike="noStrike" kern="1200" cap="none" spc="0" normalizeH="0" baseline="0" noProof="1" dirty="0">
                <a:solidFill>
                  <a:schemeClr val="tx1"/>
                </a:solidFill>
                <a:uFillTx/>
                <a:latin typeface="方正粗黑宋简体" panose="02000000000000000000" charset="-122"/>
                <a:ea typeface="方正粗黑宋简体" panose="02000000000000000000"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a:xfrm>
            <a:off x="628650" y="6401991"/>
            <a:ext cx="2057400" cy="273844"/>
          </a:xfrm>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3"/>
            </p:custDataLst>
          </p:nvPr>
        </p:nvSpPr>
        <p:spPr>
          <a:xfrm>
            <a:off x="3028950" y="6401991"/>
            <a:ext cx="3086100" cy="273844"/>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401991"/>
            <a:ext cx="2057400" cy="273844"/>
          </a:xfrm>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62955245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628650" y="6401991"/>
            <a:ext cx="2057400" cy="273844"/>
          </a:xfrm>
        </p:spPr>
        <p:txBody>
          <a:bodyPr/>
          <a:lstStyle/>
          <a:p>
            <a:fld id="{3B358A95-C3A6-445A-9253-6EEA2DB226D8}" type="datetimeFigureOut">
              <a:rPr lang="zh-CN" altLang="en-US" smtClean="0"/>
              <a:t>2026/9/18</a:t>
            </a:fld>
            <a:endParaRPr lang="zh-CN" altLang="en-US"/>
          </a:p>
        </p:txBody>
      </p:sp>
      <p:sp>
        <p:nvSpPr>
          <p:cNvPr id="3" name="页脚占位符 2"/>
          <p:cNvSpPr>
            <a:spLocks noGrp="1"/>
          </p:cNvSpPr>
          <p:nvPr>
            <p:ph type="ftr" sz="quarter" idx="11"/>
            <p:custDataLst>
              <p:tags r:id="rId2"/>
            </p:custDataLst>
          </p:nvPr>
        </p:nvSpPr>
        <p:spPr>
          <a:xfrm>
            <a:off x="3028950" y="6401991"/>
            <a:ext cx="3086100" cy="273844"/>
          </a:xfrm>
        </p:spPr>
        <p:txBody>
          <a:bodyPr/>
          <a:lstStyle/>
          <a:p>
            <a:endParaRPr lang="zh-CN" altLang="en-US"/>
          </a:p>
        </p:txBody>
      </p:sp>
      <p:sp>
        <p:nvSpPr>
          <p:cNvPr id="4" name="灯片编号占位符 3"/>
          <p:cNvSpPr>
            <a:spLocks noGrp="1"/>
          </p:cNvSpPr>
          <p:nvPr>
            <p:ph type="sldNum" sz="quarter" idx="12"/>
            <p:custDataLst>
              <p:tags r:id="rId3"/>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extLst>
      <p:ext uri="{BB962C8B-B14F-4D97-AF65-F5344CB8AC3E}">
        <p14:creationId xmlns:p14="http://schemas.microsoft.com/office/powerpoint/2010/main" val="3889344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9840" y="657225"/>
            <a:ext cx="3123900" cy="1200150"/>
          </a:xfrm>
        </p:spPr>
        <p:txBody>
          <a:bodyPr anchor="t" anchorCtr="0">
            <a:normAutofit/>
          </a:bodyPr>
          <a:lstStyle>
            <a:lvl1pPr>
              <a:defRPr sz="2475"/>
            </a:lvl1pPr>
          </a:lstStyle>
          <a:p>
            <a:r>
              <a:rPr lang="zh-CN" altLang="en-US" dirty="0"/>
              <a:t>单击此处编辑母版标题样式</a:t>
            </a:r>
          </a:p>
        </p:txBody>
      </p:sp>
      <p:sp>
        <p:nvSpPr>
          <p:cNvPr id="3" name="图片占位符 2"/>
          <p:cNvSpPr>
            <a:spLocks noGrp="1" noChangeAspect="1"/>
          </p:cNvSpPr>
          <p:nvPr>
            <p:ph type="pic" idx="1"/>
            <p:custDataLst>
              <p:tags r:id="rId2"/>
            </p:custDataLst>
          </p:nvPr>
        </p:nvSpPr>
        <p:spPr>
          <a:xfrm>
            <a:off x="3888000" y="1132650"/>
            <a:ext cx="4627800" cy="4052700"/>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zh-CN" altLang="en-US" dirty="0"/>
          </a:p>
        </p:txBody>
      </p:sp>
      <p:sp>
        <p:nvSpPr>
          <p:cNvPr id="4" name="文本占位符 3"/>
          <p:cNvSpPr>
            <a:spLocks noGrp="1"/>
          </p:cNvSpPr>
          <p:nvPr>
            <p:ph type="body" sz="half" idx="2"/>
            <p:custDataLst>
              <p:tags r:id="rId3"/>
            </p:custDataLst>
          </p:nvPr>
        </p:nvSpPr>
        <p:spPr>
          <a:xfrm>
            <a:off x="629840" y="2592397"/>
            <a:ext cx="3123900" cy="2801489"/>
          </a:xfrm>
        </p:spPr>
        <p:txBody>
          <a:bodyPr>
            <a:normAutofit/>
          </a:bodyPr>
          <a:lstStyle>
            <a:lvl1pPr marL="0" indent="0">
              <a:buNone/>
              <a:defRPr sz="1015"/>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zh-CN" altLang="en-US" dirty="0"/>
              <a:t>单击此处编辑母版文本样式</a:t>
            </a:r>
          </a:p>
        </p:txBody>
      </p:sp>
      <p:sp>
        <p:nvSpPr>
          <p:cNvPr id="5" name="日期占位符 4"/>
          <p:cNvSpPr>
            <a:spLocks noGrp="1"/>
          </p:cNvSpPr>
          <p:nvPr>
            <p:ph type="dt" sz="half" idx="10"/>
            <p:custDataLst>
              <p:tags r:id="rId4"/>
            </p:custDataLst>
          </p:nvPr>
        </p:nvSpPr>
        <p:spPr>
          <a:xfrm>
            <a:off x="628650" y="6401991"/>
            <a:ext cx="2057400" cy="273844"/>
          </a:xfrm>
        </p:spPr>
        <p:txBody>
          <a:bodyPr/>
          <a:lstStyle/>
          <a:p>
            <a:fld id="{9EFD9D74-47D9-4702-A33C-335B63B48DBF}" type="datetimeFigureOut">
              <a:rPr lang="zh-CN" altLang="en-US" smtClean="0"/>
              <a:t>2026/9/18</a:t>
            </a:fld>
            <a:endParaRPr lang="zh-CN" altLang="en-US" dirty="0"/>
          </a:p>
        </p:txBody>
      </p:sp>
      <p:sp>
        <p:nvSpPr>
          <p:cNvPr id="6" name="页脚占位符 5"/>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6457950" y="6401991"/>
            <a:ext cx="2057400" cy="273844"/>
          </a:xfrm>
        </p:spPr>
        <p:txBody>
          <a:bodyPr/>
          <a:lstStyle/>
          <a:p>
            <a:fld id="{FABC47A4-756D-490B-A52F-7D9E2C9FC05F}" type="slidenum">
              <a:rPr lang="zh-CN" altLang="en-US" smtClean="0"/>
              <a:t>‹#›</a:t>
            </a:fld>
            <a:endParaRPr lang="zh-CN" altLang="en-US"/>
          </a:p>
        </p:txBody>
      </p:sp>
    </p:spTree>
    <p:extLst>
      <p:ext uri="{BB962C8B-B14F-4D97-AF65-F5344CB8AC3E}">
        <p14:creationId xmlns:p14="http://schemas.microsoft.com/office/powerpoint/2010/main" val="158224440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7725747" y="1091605"/>
            <a:ext cx="789603" cy="4358879"/>
          </a:xfrm>
        </p:spPr>
        <p:txBody>
          <a:bodyPr vert="eaVert">
            <a:normAutofit/>
          </a:bodyPr>
          <a:lstStyle>
            <a:lvl1pPr>
              <a:defRPr sz="2025"/>
            </a:lvl1pPr>
          </a:lstStyle>
          <a:p>
            <a:r>
              <a:rPr lang="zh-CN" altLang="en-US"/>
              <a:t>单击此处编辑母版标题样式</a:t>
            </a:r>
          </a:p>
        </p:txBody>
      </p:sp>
      <p:sp>
        <p:nvSpPr>
          <p:cNvPr id="3" name="竖排文字占位符 2"/>
          <p:cNvSpPr>
            <a:spLocks noGrp="1"/>
          </p:cNvSpPr>
          <p:nvPr>
            <p:ph type="body" orient="vert" idx="1"/>
            <p:custDataLst>
              <p:tags r:id="rId2"/>
            </p:custDataLst>
          </p:nvPr>
        </p:nvSpPr>
        <p:spPr>
          <a:xfrm>
            <a:off x="628650" y="1091605"/>
            <a:ext cx="6803183"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a:xfrm>
            <a:off x="628650" y="6401991"/>
            <a:ext cx="2057400" cy="273844"/>
          </a:xfrm>
        </p:spPr>
        <p:txBody>
          <a:bodyPr/>
          <a:lstStyle/>
          <a:p>
            <a:fld id="{D997B5FA-0921-464F-AAE1-844C04324D75}" type="datetimeFigureOut">
              <a:rPr lang="zh-CN" altLang="en-US" smtClean="0"/>
              <a:t>2026/9/18</a:t>
            </a:fld>
            <a:endParaRPr lang="zh-CN" altLang="en-US"/>
          </a:p>
        </p:txBody>
      </p:sp>
      <p:sp>
        <p:nvSpPr>
          <p:cNvPr id="5" name="页脚占位符 4"/>
          <p:cNvSpPr>
            <a:spLocks noGrp="1"/>
          </p:cNvSpPr>
          <p:nvPr>
            <p:ph type="ftr" sz="quarter" idx="11"/>
            <p:custDataLst>
              <p:tags r:id="rId4"/>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401991"/>
            <a:ext cx="2057400" cy="273844"/>
          </a:xfrm>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5710840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a:xfrm>
            <a:off x="628650" y="6401991"/>
            <a:ext cx="2057400" cy="273844"/>
          </a:xfrm>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2"/>
            </p:custDataLst>
          </p:nvPr>
        </p:nvSpPr>
        <p:spPr>
          <a:xfrm>
            <a:off x="3028950" y="6401991"/>
            <a:ext cx="3086100" cy="273844"/>
          </a:xfrm>
        </p:spPr>
        <p:txBody>
          <a:bodyPr/>
          <a:lstStyle/>
          <a:p>
            <a:endParaRPr lang="zh-CN" altLang="en-US"/>
          </a:p>
        </p:txBody>
      </p:sp>
      <p:sp>
        <p:nvSpPr>
          <p:cNvPr id="5" name="灯片编号占位符 4"/>
          <p:cNvSpPr>
            <a:spLocks noGrp="1"/>
          </p:cNvSpPr>
          <p:nvPr>
            <p:ph type="sldNum" sz="quarter" idx="12"/>
            <p:custDataLst>
              <p:tags r:id="rId3"/>
            </p:custDataLst>
          </p:nvPr>
        </p:nvSpPr>
        <p:spPr>
          <a:xfrm>
            <a:off x="6457950" y="6401991"/>
            <a:ext cx="2057400" cy="273844"/>
          </a:xfrm>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28650" y="1246414"/>
            <a:ext cx="7886700" cy="4169228"/>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13573035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3293369" y="2495952"/>
            <a:ext cx="4404947" cy="994172"/>
          </a:xfrm>
        </p:spPr>
        <p:txBody>
          <a:bodyPr anchor="b">
            <a:normAutofit/>
          </a:bodyPr>
          <a:lstStyle>
            <a:lvl1pPr algn="l">
              <a:defRPr sz="3040" b="1">
                <a:solidFill>
                  <a:schemeClr val="tx1"/>
                </a:solidFill>
              </a:defRPr>
            </a:lvl1pPr>
          </a:lstStyle>
          <a:p>
            <a:r>
              <a:rPr lang="zh-CN" altLang="en-US" dirty="0"/>
              <a:t>单击此处编辑标题</a:t>
            </a:r>
          </a:p>
        </p:txBody>
      </p:sp>
      <p:sp>
        <p:nvSpPr>
          <p:cNvPr id="3" name="日期占位符 2"/>
          <p:cNvSpPr>
            <a:spLocks noGrp="1"/>
          </p:cNvSpPr>
          <p:nvPr>
            <p:ph type="dt" sz="half" idx="10"/>
            <p:custDataLst>
              <p:tags r:id="rId2"/>
            </p:custDataLst>
          </p:nvPr>
        </p:nvSpPr>
        <p:spPr>
          <a:xfrm>
            <a:off x="628650" y="6401991"/>
            <a:ext cx="2057400" cy="273844"/>
          </a:xfrm>
        </p:spPr>
        <p:txBody>
          <a:bodyPr/>
          <a:lstStyle/>
          <a:p>
            <a:fld id="{3B358A95-C3A6-445A-9253-6EEA2DB226D8}" type="datetimeFigureOut">
              <a:rPr lang="zh-CN" altLang="en-US" smtClean="0"/>
              <a:t>2026/9/18</a:t>
            </a:fld>
            <a:endParaRPr lang="zh-CN" altLang="en-US"/>
          </a:p>
        </p:txBody>
      </p:sp>
      <p:sp>
        <p:nvSpPr>
          <p:cNvPr id="4" name="页脚占位符 3"/>
          <p:cNvSpPr>
            <a:spLocks noGrp="1"/>
          </p:cNvSpPr>
          <p:nvPr>
            <p:ph type="ftr" sz="quarter" idx="11"/>
            <p:custDataLst>
              <p:tags r:id="rId3"/>
            </p:custDataLst>
          </p:nvPr>
        </p:nvSpPr>
        <p:spPr>
          <a:xfrm>
            <a:off x="3028950" y="6401991"/>
            <a:ext cx="3086100" cy="273844"/>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401991"/>
            <a:ext cx="2057400" cy="273844"/>
          </a:xfrm>
        </p:spPr>
        <p:txBody>
          <a:bodyPr/>
          <a:lstStyle/>
          <a:p>
            <a:fld id="{EB8C49CF-321A-4DB1-9C29-37DB43122813}" type="slidenum">
              <a:rPr lang="zh-CN" altLang="en-US" smtClean="0"/>
              <a:t>‹#›</a:t>
            </a:fld>
            <a:endParaRPr lang="zh-CN" altLang="en-US"/>
          </a:p>
        </p:txBody>
      </p:sp>
      <p:pic>
        <p:nvPicPr>
          <p:cNvPr id="6" name="图片 5"/>
          <p:cNvPicPr>
            <a:picLocks noChangeAspect="1"/>
          </p:cNvPicPr>
          <p:nvPr>
            <p:custDataLst>
              <p:tags r:id="rId5"/>
            </p:custDataLst>
          </p:nvPr>
        </p:nvPicPr>
        <p:blipFill>
          <a:blip r:embed="rId9"/>
          <a:stretch>
            <a:fillRect/>
          </a:stretch>
        </p:blipFill>
        <p:spPr>
          <a:xfrm>
            <a:off x="1901536" y="2349199"/>
            <a:ext cx="2456303" cy="2328291"/>
          </a:xfrm>
          <a:prstGeom prst="rect">
            <a:avLst/>
          </a:prstGeom>
        </p:spPr>
      </p:pic>
      <p:cxnSp>
        <p:nvCxnSpPr>
          <p:cNvPr id="7" name="直接连接符 6"/>
          <p:cNvCxnSpPr/>
          <p:nvPr>
            <p:custDataLst>
              <p:tags r:id="rId6"/>
            </p:custDataLst>
          </p:nvPr>
        </p:nvCxnSpPr>
        <p:spPr>
          <a:xfrm>
            <a:off x="3344169" y="3729639"/>
            <a:ext cx="246852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副标题 2"/>
          <p:cNvSpPr>
            <a:spLocks noGrp="1"/>
          </p:cNvSpPr>
          <p:nvPr>
            <p:ph type="subTitle" idx="1" hasCustomPrompt="1"/>
            <p:custDataLst>
              <p:tags r:id="rId7"/>
            </p:custDataLst>
          </p:nvPr>
        </p:nvSpPr>
        <p:spPr>
          <a:xfrm>
            <a:off x="3293369" y="3888337"/>
            <a:ext cx="4404947" cy="509267"/>
          </a:xfrm>
        </p:spPr>
        <p:txBody>
          <a:bodyPr>
            <a:normAutofit/>
          </a:bodyPr>
          <a:lstStyle>
            <a:lvl1pPr marL="0" indent="0" algn="l">
              <a:buNone/>
              <a:defRPr sz="1015">
                <a:solidFill>
                  <a:schemeClr val="tx1"/>
                </a:solidFill>
              </a:defRPr>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a:t>单击编辑副标题</a:t>
            </a:r>
          </a:p>
        </p:txBody>
      </p:sp>
    </p:spTree>
    <p:extLst>
      <p:ext uri="{BB962C8B-B14F-4D97-AF65-F5344CB8AC3E}">
        <p14:creationId xmlns:p14="http://schemas.microsoft.com/office/powerpoint/2010/main" val="372416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out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custDataLst>
              <p:tags r:id="rId1"/>
            </p:custDataLst>
          </p:nvPr>
        </p:nvPicPr>
        <p:blipFill>
          <a:blip r:embed="rId7"/>
          <a:stretch>
            <a:fillRect/>
          </a:stretch>
        </p:blipFill>
        <p:spPr>
          <a:xfrm>
            <a:off x="48577" y="249238"/>
            <a:ext cx="1127284" cy="1068705"/>
          </a:xfrm>
          <a:prstGeom prst="rect">
            <a:avLst/>
          </a:prstGeom>
        </p:spPr>
      </p:pic>
      <p:sp>
        <p:nvSpPr>
          <p:cNvPr id="2" name="标题 1"/>
          <p:cNvSpPr>
            <a:spLocks noGrp="1"/>
          </p:cNvSpPr>
          <p:nvPr>
            <p:ph type="title"/>
            <p:custDataLst>
              <p:tags r:id="rId2"/>
            </p:custDataLst>
          </p:nvPr>
        </p:nvSpPr>
        <p:spPr>
          <a:xfrm>
            <a:off x="628650" y="530820"/>
            <a:ext cx="7886700" cy="994172"/>
          </a:xfrm>
        </p:spPr>
        <p:txBody>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a:xfrm>
            <a:off x="628650" y="6401991"/>
            <a:ext cx="2057400" cy="273844"/>
          </a:xfrm>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4"/>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198577662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219600" y="304200"/>
            <a:ext cx="87048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pic>
        <p:nvPicPr>
          <p:cNvPr id="10" name="图片 9"/>
          <p:cNvPicPr>
            <a:picLocks noChangeAspect="1"/>
          </p:cNvPicPr>
          <p:nvPr userDrawn="1">
            <p:custDataLst>
              <p:tags r:id="rId2"/>
            </p:custDataLst>
          </p:nvPr>
        </p:nvPicPr>
        <p:blipFill>
          <a:blip r:embed="rId9"/>
          <a:stretch>
            <a:fillRect/>
          </a:stretch>
        </p:blipFill>
        <p:spPr>
          <a:xfrm>
            <a:off x="48577" y="249238"/>
            <a:ext cx="1127284" cy="1068705"/>
          </a:xfrm>
          <a:prstGeom prst="rect">
            <a:avLst/>
          </a:prstGeom>
        </p:spPr>
      </p:pic>
      <p:sp>
        <p:nvSpPr>
          <p:cNvPr id="2" name="标题 1"/>
          <p:cNvSpPr>
            <a:spLocks noGrp="1"/>
          </p:cNvSpPr>
          <p:nvPr>
            <p:ph type="title" hasCustomPrompt="1"/>
            <p:custDataLst>
              <p:tags r:id="rId3"/>
            </p:custDataLst>
          </p:nvPr>
        </p:nvSpPr>
        <p:spPr>
          <a:xfrm>
            <a:off x="961200" y="1339650"/>
            <a:ext cx="7219800" cy="542700"/>
          </a:xfrm>
        </p:spPr>
        <p:txBody>
          <a:bodyPr anchor="ctr"/>
          <a:lstStyle>
            <a:lvl1pPr>
              <a:defRPr sz="18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960835" y="2594250"/>
            <a:ext cx="7219950" cy="25839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a:xfrm>
            <a:off x="628650" y="6401991"/>
            <a:ext cx="2057400" cy="273844"/>
          </a:xfrm>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6"/>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305593995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3617595"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dirty="0">
              <a:sym typeface="+mn-ea"/>
            </a:endParaRPr>
          </a:p>
        </p:txBody>
      </p:sp>
      <p:pic>
        <p:nvPicPr>
          <p:cNvPr id="10" name="图片 9"/>
          <p:cNvPicPr>
            <a:picLocks noChangeAspect="1"/>
          </p:cNvPicPr>
          <p:nvPr userDrawn="1">
            <p:custDataLst>
              <p:tags r:id="rId2"/>
            </p:custDataLst>
          </p:nvPr>
        </p:nvPicPr>
        <p:blipFill>
          <a:blip r:embed="rId10"/>
          <a:stretch>
            <a:fillRect/>
          </a:stretch>
        </p:blipFill>
        <p:spPr>
          <a:xfrm>
            <a:off x="48577" y="249238"/>
            <a:ext cx="1127284" cy="1068705"/>
          </a:xfrm>
          <a:prstGeom prst="rect">
            <a:avLst/>
          </a:prstGeom>
        </p:spPr>
      </p:pic>
      <p:sp>
        <p:nvSpPr>
          <p:cNvPr id="2" name="标题 1"/>
          <p:cNvSpPr>
            <a:spLocks noGrp="1"/>
          </p:cNvSpPr>
          <p:nvPr>
            <p:ph type="title" hasCustomPrompt="1"/>
            <p:custDataLst>
              <p:tags r:id="rId3"/>
            </p:custDataLst>
          </p:nvPr>
        </p:nvSpPr>
        <p:spPr>
          <a:xfrm>
            <a:off x="437400" y="880650"/>
            <a:ext cx="2970000" cy="661500"/>
          </a:xfrm>
        </p:spPr>
        <p:txBody>
          <a:bodyPr anchor="ctr"/>
          <a:lstStyle>
            <a:lvl1pPr>
              <a:defRPr sz="2025" baseline="0">
                <a:solidFill>
                  <a:schemeClr val="tx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440100" y="2275650"/>
            <a:ext cx="2967300" cy="30699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3825900" y="1405930"/>
            <a:ext cx="4860000" cy="3815953"/>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6453319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sp>
        <p:nvSpPr>
          <p:cNvPr id="2" name="标题 1"/>
          <p:cNvSpPr>
            <a:spLocks noGrp="1"/>
          </p:cNvSpPr>
          <p:nvPr>
            <p:ph type="title"/>
            <p:custDataLst>
              <p:tags r:id="rId2"/>
            </p:custDataLst>
          </p:nvPr>
        </p:nvSpPr>
        <p:spPr>
          <a:xfrm>
            <a:off x="459000" y="859500"/>
            <a:ext cx="8232300" cy="469800"/>
          </a:xfrm>
        </p:spPr>
        <p:txBody>
          <a:bodyPr anchor="ctr"/>
          <a:lstStyle>
            <a:lvl1pPr algn="ctr">
              <a:defRPr sz="2025"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p>
        </p:txBody>
      </p:sp>
      <p:sp>
        <p:nvSpPr>
          <p:cNvPr id="3" name="日期占位符 2"/>
          <p:cNvSpPr>
            <a:spLocks noGrp="1"/>
          </p:cNvSpPr>
          <p:nvPr>
            <p:ph type="dt" sz="half" idx="10"/>
            <p:custDataLst>
              <p:tags r:id="rId3"/>
            </p:custDataLst>
          </p:nvPr>
        </p:nvSpPr>
        <p:spPr>
          <a:xfrm>
            <a:off x="628650" y="6401991"/>
            <a:ext cx="2057400" cy="273844"/>
          </a:xfrm>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4"/>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459000" y="1763100"/>
            <a:ext cx="8231981" cy="621000"/>
          </a:xfrm>
        </p:spPr>
        <p:txBody>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7"/>
            </p:custDataLst>
          </p:nvPr>
        </p:nvSpPr>
        <p:spPr>
          <a:xfrm>
            <a:off x="459581" y="3236850"/>
            <a:ext cx="8224200" cy="25731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6" name="图片 5"/>
          <p:cNvPicPr>
            <a:picLocks noChangeAspect="1"/>
          </p:cNvPicPr>
          <p:nvPr userDrawn="1">
            <p:custDataLst>
              <p:tags r:id="rId8"/>
            </p:custDataLst>
          </p:nvPr>
        </p:nvPicPr>
        <p:blipFill>
          <a:blip r:embed="rId10"/>
          <a:stretch>
            <a:fillRect/>
          </a:stretch>
        </p:blipFill>
        <p:spPr>
          <a:xfrm>
            <a:off x="48577" y="249238"/>
            <a:ext cx="1127284" cy="1068705"/>
          </a:xfrm>
          <a:prstGeom prst="rect">
            <a:avLst/>
          </a:prstGeom>
        </p:spPr>
      </p:pic>
    </p:spTree>
    <p:extLst>
      <p:ext uri="{BB962C8B-B14F-4D97-AF65-F5344CB8AC3E}">
        <p14:creationId xmlns:p14="http://schemas.microsoft.com/office/powerpoint/2010/main" val="116087303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pic>
        <p:nvPicPr>
          <p:cNvPr id="10" name="图片 9"/>
          <p:cNvPicPr>
            <a:picLocks noChangeAspect="1"/>
          </p:cNvPicPr>
          <p:nvPr userDrawn="1">
            <p:custDataLst>
              <p:tags r:id="rId1"/>
            </p:custDataLst>
          </p:nvPr>
        </p:nvPicPr>
        <p:blipFill>
          <a:blip r:embed="rId10"/>
          <a:stretch>
            <a:fillRect/>
          </a:stretch>
        </p:blipFill>
        <p:spPr>
          <a:xfrm>
            <a:off x="48577" y="249238"/>
            <a:ext cx="1127284" cy="1068705"/>
          </a:xfrm>
          <a:prstGeom prst="rect">
            <a:avLst/>
          </a:prstGeom>
        </p:spPr>
      </p:pic>
      <p:sp>
        <p:nvSpPr>
          <p:cNvPr id="8" name="矩形 7"/>
          <p:cNvSpPr/>
          <p:nvPr userDrawn="1">
            <p:custDataLst>
              <p:tags r:id="rId2"/>
            </p:custDataLst>
          </p:nvPr>
        </p:nvSpPr>
        <p:spPr>
          <a:xfrm>
            <a:off x="0" y="5029201"/>
            <a:ext cx="9144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sp>
        <p:nvSpPr>
          <p:cNvPr id="2" name="标题 1"/>
          <p:cNvSpPr>
            <a:spLocks noGrp="1"/>
          </p:cNvSpPr>
          <p:nvPr>
            <p:ph type="title"/>
            <p:custDataLst>
              <p:tags r:id="rId3"/>
            </p:custDataLst>
          </p:nvPr>
        </p:nvSpPr>
        <p:spPr>
          <a:xfrm>
            <a:off x="453600" y="740250"/>
            <a:ext cx="8232300" cy="423900"/>
          </a:xfrm>
        </p:spPr>
        <p:txBody>
          <a:bodyPr anchor="ctr"/>
          <a:lstStyle>
            <a:lvl1pPr algn="ctr">
              <a:defRPr sz="18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628" y="2082600"/>
            <a:ext cx="8243100" cy="24084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445500" y="5306850"/>
            <a:ext cx="8251200" cy="7587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extLst>
      <p:ext uri="{BB962C8B-B14F-4D97-AF65-F5344CB8AC3E}">
        <p14:creationId xmlns:p14="http://schemas.microsoft.com/office/powerpoint/2010/main" val="42412655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pic>
        <p:nvPicPr>
          <p:cNvPr id="8" name="图片 7"/>
          <p:cNvPicPr>
            <a:picLocks noChangeAspect="1"/>
          </p:cNvPicPr>
          <p:nvPr userDrawn="1">
            <p:custDataLst>
              <p:tags r:id="rId2"/>
            </p:custDataLst>
          </p:nvPr>
        </p:nvPicPr>
        <p:blipFill>
          <a:blip r:embed="rId12"/>
          <a:stretch>
            <a:fillRect/>
          </a:stretch>
        </p:blipFill>
        <p:spPr>
          <a:xfrm>
            <a:off x="48577" y="249238"/>
            <a:ext cx="1127284" cy="1068705"/>
          </a:xfrm>
          <a:prstGeom prst="rect">
            <a:avLst/>
          </a:prstGeom>
        </p:spPr>
      </p:pic>
      <p:sp>
        <p:nvSpPr>
          <p:cNvPr id="2" name="标题 1"/>
          <p:cNvSpPr>
            <a:spLocks noGrp="1"/>
          </p:cNvSpPr>
          <p:nvPr>
            <p:ph type="title"/>
            <p:custDataLst>
              <p:tags r:id="rId3"/>
            </p:custDataLst>
          </p:nvPr>
        </p:nvSpPr>
        <p:spPr>
          <a:xfrm>
            <a:off x="434700" y="292846"/>
            <a:ext cx="8278200" cy="331473"/>
          </a:xfrm>
        </p:spPr>
        <p:txBody>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34700" y="2025000"/>
            <a:ext cx="4006800" cy="21708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4681800" y="2025000"/>
            <a:ext cx="4025700" cy="21708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9"/>
            </p:custDataLst>
          </p:nvPr>
        </p:nvSpPr>
        <p:spPr>
          <a:xfrm>
            <a:off x="429300" y="4914450"/>
            <a:ext cx="4006800" cy="5859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0"/>
            </p:custDataLst>
          </p:nvPr>
        </p:nvSpPr>
        <p:spPr>
          <a:xfrm>
            <a:off x="4689900" y="4910850"/>
            <a:ext cx="4025700" cy="5859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extLst>
      <p:ext uri="{BB962C8B-B14F-4D97-AF65-F5344CB8AC3E}">
        <p14:creationId xmlns:p14="http://schemas.microsoft.com/office/powerpoint/2010/main" val="18999316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1576668"/>
            <a:ext cx="9144000" cy="370466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pic>
        <p:nvPicPr>
          <p:cNvPr id="8" name="图片 7"/>
          <p:cNvPicPr>
            <a:picLocks noChangeAspect="1"/>
          </p:cNvPicPr>
          <p:nvPr userDrawn="1">
            <p:custDataLst>
              <p:tags r:id="rId2"/>
            </p:custDataLst>
          </p:nvPr>
        </p:nvPicPr>
        <p:blipFill>
          <a:blip r:embed="rId9"/>
          <a:stretch>
            <a:fillRect/>
          </a:stretch>
        </p:blipFill>
        <p:spPr>
          <a:xfrm>
            <a:off x="48577" y="249238"/>
            <a:ext cx="1127284" cy="1068705"/>
          </a:xfrm>
          <a:prstGeom prst="rect">
            <a:avLst/>
          </a:prstGeom>
        </p:spPr>
      </p:pic>
      <p:sp>
        <p:nvSpPr>
          <p:cNvPr id="2" name="标题 1"/>
          <p:cNvSpPr>
            <a:spLocks noGrp="1"/>
          </p:cNvSpPr>
          <p:nvPr>
            <p:ph type="title" hasCustomPrompt="1"/>
            <p:custDataLst>
              <p:tags r:id="rId3"/>
            </p:custDataLst>
          </p:nvPr>
        </p:nvSpPr>
        <p:spPr>
          <a:xfrm>
            <a:off x="1142100" y="1637550"/>
            <a:ext cx="6858000" cy="1790100"/>
          </a:xfrm>
        </p:spPr>
        <p:txBody>
          <a:bodyPr anchor="b"/>
          <a:lstStyle>
            <a:lvl1pPr algn="ctr">
              <a:defRPr sz="3375" baseline="0">
                <a:solidFill>
                  <a:schemeClr val="tx1"/>
                </a:solidFill>
                <a:latin typeface="Arial" panose="020B0604020202020204" pitchFamily="34" charset="0"/>
                <a:ea typeface="微软雅黑" panose="020B0503020204020204" charset="-122"/>
              </a:defRPr>
            </a:lvl1pPr>
          </a:lstStyle>
          <a:p>
            <a:r>
              <a:rPr lang="zh-CN" altLang="en-US" dirty="0"/>
              <a:t>编辑标题</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2026/9/18</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hasCustomPrompt="1"/>
            <p:custDataLst>
              <p:tags r:id="rId7"/>
            </p:custDataLst>
          </p:nvPr>
        </p:nvSpPr>
        <p:spPr>
          <a:xfrm>
            <a:off x="1141810" y="4069800"/>
            <a:ext cx="6858000" cy="1242000"/>
          </a:xfrm>
        </p:spPr>
        <p:txBody>
          <a:bodyPr/>
          <a:lstStyle>
            <a:lvl1pPr marL="0" indent="0" algn="ctr">
              <a:buNone/>
              <a:defRPr baseline="0">
                <a:solidFill>
                  <a:schemeClr val="tx1"/>
                </a:solidFill>
                <a:latin typeface="Arial" panose="020B0604020202020204" pitchFamily="34" charset="0"/>
                <a:ea typeface="微软雅黑" panose="020B0503020204020204" charset="-122"/>
              </a:defRPr>
            </a:lvl1pPr>
          </a:lstStyle>
          <a:p>
            <a:pPr lvl="0"/>
            <a:r>
              <a:rPr lang="zh-CN" altLang="en-US" dirty="0"/>
              <a:t>编辑副标题</a:t>
            </a:r>
          </a:p>
        </p:txBody>
      </p:sp>
    </p:spTree>
    <p:extLst>
      <p:ext uri="{BB962C8B-B14F-4D97-AF65-F5344CB8AC3E}">
        <p14:creationId xmlns:p14="http://schemas.microsoft.com/office/powerpoint/2010/main" val="12184836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1048596" name="灯片编号占位符 15"/>
          <p:cNvSpPr>
            <a:spLocks noGrp="1"/>
          </p:cNvSpPr>
          <p:nvPr>
            <p:ph type="sldNum" sz="quarter" idx="12"/>
          </p:nvPr>
        </p:nvSpPr>
        <p:spPr>
          <a:xfrm>
            <a:off x="8101012" y="6405440"/>
            <a:ext cx="1042988" cy="365125"/>
          </a:xfrm>
        </p:spPr>
        <p:txBody>
          <a:bodyPr/>
          <a:lstStyle>
            <a:lvl1pPr algn="ctr">
              <a:defRPr sz="1500" b="1">
                <a:solidFill>
                  <a:schemeClr val="bg1"/>
                </a:solidFill>
              </a:defRPr>
            </a:lvl1pPr>
          </a:lstStyle>
          <a:p>
            <a:fld id="{51D91E7F-84B6-4064-9D4E-CC7D244BCA04}" type="slidenum">
              <a:rPr lang="zh-CN" altLang="en-US" smtClean="0"/>
              <a:t>‹#›</a:t>
            </a:fld>
            <a:endParaRPr lang="zh-CN" altLang="en-US" dirty="0"/>
          </a:p>
        </p:txBody>
      </p:sp>
    </p:spTree>
    <p:extLst>
      <p:ext uri="{BB962C8B-B14F-4D97-AF65-F5344CB8AC3E}">
        <p14:creationId xmlns:p14="http://schemas.microsoft.com/office/powerpoint/2010/main" val="3087558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tags" Target="../tags/tag7.xml"/><Relationship Id="rId3" Type="http://schemas.openxmlformats.org/officeDocument/2006/relationships/slideLayout" Target="../slideLayouts/slideLayout17.xml"/><Relationship Id="rId21" Type="http://schemas.openxmlformats.org/officeDocument/2006/relationships/tags" Target="../tags/tag2.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tags" Target="../tags/tag6.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theme" Target="../theme/theme2.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tags" Target="../tags/tag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tags" Target="../tags/tag4.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tags" Target="../tags/tag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tags" Target="../tags/tag135.xml"/><Relationship Id="rId3" Type="http://schemas.openxmlformats.org/officeDocument/2006/relationships/slideLayout" Target="../slideLayouts/slideLayout36.xml"/><Relationship Id="rId21" Type="http://schemas.openxmlformats.org/officeDocument/2006/relationships/tags" Target="../tags/tag130.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tags" Target="../tags/tag134.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theme" Target="../theme/theme3.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tags" Target="../tags/tag133.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tags" Target="../tags/tag132.xml"/><Relationship Id="rId28" Type="http://schemas.openxmlformats.org/officeDocument/2006/relationships/image" Target="../media/image4.png"/><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tags" Target="../tags/tag131.xml"/><Relationship Id="rId27" Type="http://schemas.openxmlformats.org/officeDocument/2006/relationships/tags" Target="../tags/tag1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chemeClr val="bg1"/>
        </a:solidFill>
        <a:effectLst/>
      </p:bgPr>
    </p:bg>
    <p:spTree>
      <p:nvGrpSpPr>
        <p:cNvPr id="1" name=""/>
        <p:cNvGrpSpPr/>
        <p:nvPr/>
      </p:nvGrpSpPr>
      <p:grpSpPr>
        <a:xfrm>
          <a:off x="0" y="0"/>
          <a:ext cx="0" cy="0"/>
          <a:chOff x="0" y="0"/>
          <a:chExt cx="0" cy="0"/>
        </a:xfrm>
      </p:grpSpPr>
      <p:sp>
        <p:nvSpPr>
          <p:cNvPr id="3075" name="Line 3"/>
          <p:cNvSpPr>
            <a:spLocks noChangeShapeType="1"/>
          </p:cNvSpPr>
          <p:nvPr/>
        </p:nvSpPr>
        <p:spPr bwMode="ltGray">
          <a:xfrm>
            <a:off x="1042988" y="849313"/>
            <a:ext cx="8101012" cy="0"/>
          </a:xfrm>
          <a:prstGeom prst="line">
            <a:avLst/>
          </a:prstGeom>
          <a:ln w="28575"/>
        </p:spPr>
        <p:style>
          <a:lnRef idx="1">
            <a:schemeClr val="dk1"/>
          </a:lnRef>
          <a:fillRef idx="0">
            <a:schemeClr val="dk1"/>
          </a:fillRef>
          <a:effectRef idx="0">
            <a:schemeClr val="dk1"/>
          </a:effectRef>
          <a:fontRef idx="minor">
            <a:schemeClr val="tx1"/>
          </a:fontRef>
        </p:style>
        <p:txBody>
          <a:bodyPr wrap="none" anchor="ctr"/>
          <a:lstStyle/>
          <a:p>
            <a:pPr eaLnBrk="1" hangingPunct="1">
              <a:defRPr/>
            </a:pPr>
            <a:endParaRPr lang="zh-CN" altLang="en-US"/>
          </a:p>
        </p:txBody>
      </p:sp>
      <p:pic>
        <p:nvPicPr>
          <p:cNvPr id="1027" name="Picture 4" descr="minispir"/>
          <p:cNvPicPr>
            <a:picLocks noChangeAspect="1" noChangeArrowheads="1"/>
          </p:cNvPicPr>
          <p:nvPr/>
        </p:nvPicPr>
        <p:blipFill>
          <a:blip r:embed="rId16">
            <a:extLst>
              <a:ext uri="{28A0092B-C50C-407E-A947-70E740481C1C}">
                <a14:useLocalDpi xmlns:a14="http://schemas.microsoft.com/office/drawing/2010/main" val="0"/>
              </a:ext>
            </a:extLst>
          </a:blip>
          <a:srcRect b="5333"/>
          <a:stretch>
            <a:fillRect/>
          </a:stretch>
        </p:blipFill>
        <p:spPr bwMode="ltGray">
          <a:xfrm>
            <a:off x="0" y="836613"/>
            <a:ext cx="1042988" cy="340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5" descr="minispir"/>
          <p:cNvPicPr>
            <a:picLocks noChangeAspect="1" noChangeArrowheads="1"/>
          </p:cNvPicPr>
          <p:nvPr/>
        </p:nvPicPr>
        <p:blipFill>
          <a:blip r:embed="rId16">
            <a:extLst>
              <a:ext uri="{28A0092B-C50C-407E-A947-70E740481C1C}">
                <a14:useLocalDpi xmlns:a14="http://schemas.microsoft.com/office/drawing/2010/main" val="0"/>
              </a:ext>
            </a:extLst>
          </a:blip>
          <a:srcRect t="39999"/>
          <a:stretch>
            <a:fillRect/>
          </a:stretch>
        </p:blipFill>
        <p:spPr bwMode="ltGray">
          <a:xfrm>
            <a:off x="0" y="4105275"/>
            <a:ext cx="1055688"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 name="Rectangle 6"/>
          <p:cNvSpPr>
            <a:spLocks noGrp="1" noChangeArrowheads="1"/>
          </p:cNvSpPr>
          <p:nvPr>
            <p:ph type="title"/>
          </p:nvPr>
        </p:nvSpPr>
        <p:spPr bwMode="auto">
          <a:xfrm>
            <a:off x="1200150" y="20638"/>
            <a:ext cx="7943850"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30" name="Rectangle 7"/>
          <p:cNvSpPr>
            <a:spLocks noGrp="1" noChangeArrowheads="1"/>
          </p:cNvSpPr>
          <p:nvPr>
            <p:ph type="body" idx="1"/>
          </p:nvPr>
        </p:nvSpPr>
        <p:spPr bwMode="auto">
          <a:xfrm>
            <a:off x="1042988" y="981075"/>
            <a:ext cx="8101012" cy="5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80" name="Rectangle 8"/>
          <p:cNvSpPr>
            <a:spLocks noGrp="1" noChangeArrowheads="1"/>
          </p:cNvSpPr>
          <p:nvPr>
            <p:ph type="dt" sz="half" idx="2"/>
          </p:nvPr>
        </p:nvSpPr>
        <p:spPr bwMode="auto">
          <a:xfrm>
            <a:off x="1014413" y="6381750"/>
            <a:ext cx="19050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0" sz="1400">
                <a:ea typeface="宋体" panose="02010600030101010101" pitchFamily="2" charset="-122"/>
              </a:defRPr>
            </a:lvl1pPr>
          </a:lstStyle>
          <a:p>
            <a:pPr>
              <a:defRPr/>
            </a:pPr>
            <a:endParaRPr lang="en-US" altLang="zh-CN"/>
          </a:p>
        </p:txBody>
      </p:sp>
      <p:sp>
        <p:nvSpPr>
          <p:cNvPr id="3081" name="Rectangle 9"/>
          <p:cNvSpPr>
            <a:spLocks noGrp="1" noChangeArrowheads="1"/>
          </p:cNvSpPr>
          <p:nvPr>
            <p:ph type="ftr" sz="quarter" idx="3"/>
          </p:nvPr>
        </p:nvSpPr>
        <p:spPr bwMode="auto">
          <a:xfrm>
            <a:off x="3548063" y="638175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kumimoji="0" sz="1400">
                <a:ea typeface="宋体" panose="02010600030101010101" pitchFamily="2" charset="-122"/>
              </a:defRPr>
            </a:lvl1pPr>
          </a:lstStyle>
          <a:p>
            <a:pPr>
              <a:defRPr/>
            </a:pPr>
            <a:endParaRPr lang="en-US" altLang="zh-CN"/>
          </a:p>
        </p:txBody>
      </p:sp>
      <p:sp>
        <p:nvSpPr>
          <p:cNvPr id="3082" name="Rectangle 10"/>
          <p:cNvSpPr>
            <a:spLocks noGrp="1" noChangeArrowheads="1"/>
          </p:cNvSpPr>
          <p:nvPr>
            <p:ph type="sldNum" sz="quarter" idx="4"/>
          </p:nvPr>
        </p:nvSpPr>
        <p:spPr bwMode="auto">
          <a:xfrm>
            <a:off x="7131050" y="638175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0" sz="1400"/>
            </a:lvl1pPr>
          </a:lstStyle>
          <a:p>
            <a:pPr>
              <a:defRPr/>
            </a:pPr>
            <a:fld id="{90144156-634B-4FB4-91A0-F52C79502AD8}" type="slidenum">
              <a:rPr lang="en-US" altLang="zh-CN"/>
              <a:t>‹#›</a:t>
            </a:fld>
            <a:endParaRPr lang="en-US" altLang="zh-CN"/>
          </a:p>
        </p:txBody>
      </p:sp>
      <p:sp>
        <p:nvSpPr>
          <p:cNvPr id="3086" name="Text Box 14"/>
          <p:cNvSpPr txBox="1">
            <a:spLocks noChangeArrowheads="1"/>
          </p:cNvSpPr>
          <p:nvPr userDrawn="1"/>
        </p:nvSpPr>
        <p:spPr bwMode="auto">
          <a:xfrm>
            <a:off x="-36513" y="608013"/>
            <a:ext cx="1187451" cy="157162"/>
          </a:xfrm>
          <a:prstGeom prst="rect">
            <a:avLst/>
          </a:prstGeom>
          <a:noFill/>
          <a:ln w="9525">
            <a:noFill/>
            <a:miter lim="800000"/>
          </a:ln>
          <a:effectLst/>
        </p:spPr>
        <p:txBody>
          <a:bodyPr lIns="0" tIns="0" rIns="0" bIns="0">
            <a:spAutoFit/>
          </a:bodyPr>
          <a:lstStyle>
            <a:lvl1pPr>
              <a:defRPr kumimoji="1" sz="3200">
                <a:solidFill>
                  <a:schemeClr val="tx1"/>
                </a:solidFill>
                <a:latin typeface="Times New Roman" panose="02020603050405020304" pitchFamily="18" charset="0"/>
                <a:ea typeface="宋体" panose="02010600030101010101" pitchFamily="2" charset="-122"/>
              </a:defRPr>
            </a:lvl1pPr>
            <a:lvl2pPr marL="742950" indent="-285750">
              <a:defRPr kumimoji="1" sz="3200">
                <a:solidFill>
                  <a:schemeClr val="tx1"/>
                </a:solidFill>
                <a:latin typeface="Times New Roman" panose="02020603050405020304" pitchFamily="18" charset="0"/>
                <a:ea typeface="宋体" panose="02010600030101010101" pitchFamily="2" charset="-122"/>
              </a:defRPr>
            </a:lvl2pPr>
            <a:lvl3pPr marL="1143000" indent="-228600">
              <a:defRPr kumimoji="1" sz="3200">
                <a:solidFill>
                  <a:schemeClr val="tx1"/>
                </a:solidFill>
                <a:latin typeface="Times New Roman" panose="02020603050405020304" pitchFamily="18" charset="0"/>
                <a:ea typeface="宋体" panose="02010600030101010101" pitchFamily="2" charset="-122"/>
              </a:defRPr>
            </a:lvl3pPr>
            <a:lvl4pPr marL="1600200" indent="-228600">
              <a:defRPr kumimoji="1" sz="3200">
                <a:solidFill>
                  <a:schemeClr val="tx1"/>
                </a:solidFill>
                <a:latin typeface="Times New Roman" panose="02020603050405020304" pitchFamily="18" charset="0"/>
                <a:ea typeface="宋体" panose="02010600030101010101" pitchFamily="2" charset="-122"/>
              </a:defRPr>
            </a:lvl4pPr>
            <a:lvl5pPr marL="2057400" indent="-22860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r>
              <a:rPr lang="zh-CN" altLang="en-US" sz="1400" b="1">
                <a:effectLst>
                  <a:outerShdw blurRad="38100" dist="38100" dir="2700000" algn="tl">
                    <a:srgbClr val="FFFFFF"/>
                  </a:outerShdw>
                </a:effectLst>
                <a:latin typeface="Arial Black" panose="020B0A04020102020204" pitchFamily="34" charset="0"/>
                <a:ea typeface="华文行楷" panose="02010800040101010101" pitchFamily="2" charset="-122"/>
              </a:rPr>
              <a:t>电子科技大学</a:t>
            </a:r>
          </a:p>
        </p:txBody>
      </p:sp>
      <p:pic>
        <p:nvPicPr>
          <p:cNvPr id="1035" name="图片 12"/>
          <p:cNvPicPr>
            <a:picLocks noChangeAspect="1" noChangeArrowheads="1"/>
          </p:cNvPicPr>
          <p:nvPr userDrawn="1"/>
        </p:nvPicPr>
        <p:blipFill>
          <a:blip r:embed="rId1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9550" y="4763"/>
            <a:ext cx="617538"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502412" y="1189673"/>
            <a:ext cx="8139178" cy="331473"/>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502412" y="1571631"/>
            <a:ext cx="8139178" cy="404168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659807" y="5619625"/>
            <a:ext cx="2025000" cy="237600"/>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t>2026/9/18</a:t>
            </a:fld>
            <a:endParaRPr lang="zh-CN" altLang="en-US"/>
          </a:p>
        </p:txBody>
      </p:sp>
      <p:sp>
        <p:nvSpPr>
          <p:cNvPr id="5" name="页脚占位符 4"/>
          <p:cNvSpPr>
            <a:spLocks noGrp="1"/>
          </p:cNvSpPr>
          <p:nvPr>
            <p:ph type="ftr" sz="quarter" idx="3"/>
            <p:custDataLst>
              <p:tags r:id="rId24"/>
            </p:custDataLst>
          </p:nvPr>
        </p:nvSpPr>
        <p:spPr>
          <a:xfrm>
            <a:off x="3087000" y="5619625"/>
            <a:ext cx="2970000" cy="237600"/>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6457950" y="5619625"/>
            <a:ext cx="2025000" cy="237600"/>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6"/>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Lst>
  <p:txStyles>
    <p:titleStyle>
      <a:lvl1pPr algn="l" defTabSz="685800" rtl="0" eaLnBrk="1" fontAlgn="auto" latinLnBrk="0" hangingPunct="1">
        <a:lnSpc>
          <a:spcPct val="100000"/>
        </a:lnSpc>
        <a:spcBef>
          <a:spcPct val="0"/>
        </a:spcBef>
        <a:buNone/>
        <a:defRPr sz="1800" b="1" u="none" strike="noStrike" kern="1200" cap="none" spc="200" normalizeH="0" baseline="0">
          <a:solidFill>
            <a:schemeClr val="accent1"/>
          </a:solidFill>
          <a:uFillTx/>
          <a:latin typeface="Arial" panose="020B0604020202020204" pitchFamily="34" charset="0"/>
          <a:ea typeface="微软雅黑" panose="020B050302020402020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372110" y="0"/>
            <a:ext cx="8143240" cy="710565"/>
          </a:xfrm>
          <a:prstGeom prst="rect">
            <a:avLst/>
          </a:prstGeom>
        </p:spPr>
        <p:txBody>
          <a:bodyPr vert="horz" lIns="91440" tIns="45720" rIns="91440" bIns="45720" rtlCol="0" anchor="ctr">
            <a:normAutofit/>
          </a:bodyPr>
          <a:lstStyle>
            <a:lvl1pPr marL="0" marR="0" lvl="0" algn="l" defTabSz="514350" rtl="0" eaLnBrk="1" fontAlgn="auto" latinLnBrk="0" hangingPunct="1">
              <a:lnSpc>
                <a:spcPct val="90000"/>
              </a:lnSpc>
              <a:spcBef>
                <a:spcPct val="0"/>
              </a:spcBef>
              <a:buClrTx/>
              <a:buSzTx/>
              <a:buFontTx/>
              <a:buNone/>
              <a:defRPr kumimoji="0" lang="zh-CN" altLang="en-US" sz="2800" b="0" i="0" u="none" strike="noStrike" kern="1200" cap="none" spc="0" normalizeH="0" baseline="0" noProof="1">
                <a:solidFill>
                  <a:schemeClr val="tx1"/>
                </a:solidFill>
                <a:latin typeface="方正粗黑宋简体" panose="02000000000000000000" charset="-122"/>
                <a:ea typeface="方正粗黑宋简体" panose="02000000000000000000" charset="-122"/>
                <a:cs typeface="+mj-cs"/>
              </a:defRPr>
            </a:lvl1pPr>
          </a:lstStyle>
          <a:p>
            <a:r>
              <a:rPr lang="zh-CN" altLang="en-US"/>
              <a:t>单击此处编辑母版标题样式</a:t>
            </a:r>
          </a:p>
        </p:txBody>
      </p:sp>
      <p:sp>
        <p:nvSpPr>
          <p:cNvPr id="3" name="文本占位符 2"/>
          <p:cNvSpPr>
            <a:spLocks noGrp="1"/>
          </p:cNvSpPr>
          <p:nvPr>
            <p:ph type="body" idx="1"/>
            <p:custDataLst>
              <p:tags r:id="rId22"/>
            </p:custDataLst>
          </p:nvPr>
        </p:nvSpPr>
        <p:spPr>
          <a:xfrm>
            <a:off x="383540" y="822325"/>
            <a:ext cx="8131810" cy="4667250"/>
          </a:xfrm>
          <a:prstGeom prst="rect">
            <a:avLst/>
          </a:prstGeom>
        </p:spPr>
        <p:txBody>
          <a:bodyPr vert="horz" lIns="91440" tIns="45720" rIns="91440" bIns="45720" rtlCol="0">
            <a:normAutofit/>
          </a:bodyPr>
          <a:lstStyle/>
          <a:p>
            <a:pPr lvl="0" algn="l">
              <a:lnSpc>
                <a:spcPct val="100000"/>
              </a:lnSpc>
              <a:spcBef>
                <a:spcPts val="600"/>
              </a:spcBef>
              <a:buClrTx/>
              <a:buSzTx/>
            </a:pPr>
            <a:r>
              <a:rPr lang="zh-CN" altLang="en-US" dirty="0"/>
              <a:t>编辑母版文本样式</a:t>
            </a:r>
          </a:p>
          <a:p>
            <a:pPr lvl="1" algn="l">
              <a:lnSpc>
                <a:spcPct val="100000"/>
              </a:lnSpc>
              <a:spcBef>
                <a:spcPts val="600"/>
              </a:spcBef>
              <a:buClrTx/>
              <a:buSzTx/>
            </a:pPr>
            <a:r>
              <a:rPr lang="zh-CN" altLang="en-US" dirty="0"/>
              <a:t>第二级</a:t>
            </a:r>
          </a:p>
          <a:p>
            <a:pPr lvl="2" algn="l">
              <a:lnSpc>
                <a:spcPct val="100000"/>
              </a:lnSpc>
              <a:spcBef>
                <a:spcPts val="600"/>
              </a:spcBef>
              <a:buClrTx/>
              <a:buSzTx/>
            </a:pPr>
            <a:r>
              <a:rPr lang="zh-CN" altLang="en-US" dirty="0"/>
              <a:t>第三级</a:t>
            </a:r>
          </a:p>
          <a:p>
            <a:pPr lvl="3" algn="l">
              <a:lnSpc>
                <a:spcPct val="100000"/>
              </a:lnSpc>
              <a:spcBef>
                <a:spcPts val="600"/>
              </a:spcBef>
              <a:buClrTx/>
              <a:buSzTx/>
            </a:pPr>
            <a:r>
              <a:rPr lang="zh-CN" altLang="en-US" dirty="0"/>
              <a:t>第四级</a:t>
            </a:r>
          </a:p>
          <a:p>
            <a:pPr lvl="4" algn="l">
              <a:lnSpc>
                <a:spcPct val="100000"/>
              </a:lnSpc>
              <a:spcBef>
                <a:spcPts val="600"/>
              </a:spcBef>
              <a:buClrTx/>
              <a:buSzTx/>
            </a:pPr>
            <a:r>
              <a:rPr lang="zh-CN" altLang="en-US" dirty="0"/>
              <a:t>第五级</a:t>
            </a:r>
          </a:p>
        </p:txBody>
      </p:sp>
      <p:sp>
        <p:nvSpPr>
          <p:cNvPr id="4" name="日期占位符 3"/>
          <p:cNvSpPr>
            <a:spLocks noGrp="1"/>
          </p:cNvSpPr>
          <p:nvPr>
            <p:ph type="dt" sz="half" idx="2"/>
            <p:custDataLst>
              <p:tags r:id="rId23"/>
            </p:custDataLst>
          </p:nvPr>
        </p:nvSpPr>
        <p:spPr>
          <a:xfrm>
            <a:off x="628650" y="5624513"/>
            <a:ext cx="2057400" cy="273844"/>
          </a:xfrm>
          <a:prstGeom prst="rect">
            <a:avLst/>
          </a:prstGeom>
        </p:spPr>
        <p:txBody>
          <a:bodyPr vert="horz" lIns="91440" tIns="45720" rIns="91440" bIns="45720" rtlCol="0" anchor="ctr">
            <a:normAutofit/>
          </a:bodyPr>
          <a:lstStyle>
            <a:lvl1pPr algn="l">
              <a:defRPr sz="675">
                <a:solidFill>
                  <a:schemeClr val="bg1">
                    <a:lumMod val="65000"/>
                  </a:schemeClr>
                </a:solidFill>
              </a:defRPr>
            </a:lvl1pPr>
          </a:lstStyle>
          <a:p>
            <a:fld id="{3B358A95-C3A6-445A-9253-6EEA2DB226D8}" type="datetimeFigureOut">
              <a:rPr lang="zh-CN" altLang="en-US" smtClean="0"/>
              <a:t>2026/9/18</a:t>
            </a:fld>
            <a:endParaRPr lang="zh-CN" altLang="en-US" dirty="0"/>
          </a:p>
        </p:txBody>
      </p:sp>
      <p:sp>
        <p:nvSpPr>
          <p:cNvPr id="5" name="页脚占位符 4"/>
          <p:cNvSpPr>
            <a:spLocks noGrp="1"/>
          </p:cNvSpPr>
          <p:nvPr>
            <p:ph type="ftr" sz="quarter" idx="3"/>
            <p:custDataLst>
              <p:tags r:id="rId24"/>
            </p:custDataLst>
          </p:nvPr>
        </p:nvSpPr>
        <p:spPr>
          <a:xfrm>
            <a:off x="3028950" y="5624513"/>
            <a:ext cx="3086100" cy="273844"/>
          </a:xfrm>
          <a:prstGeom prst="rect">
            <a:avLst/>
          </a:prstGeom>
        </p:spPr>
        <p:txBody>
          <a:bodyPr vert="horz" lIns="91440" tIns="45720" rIns="91440" bIns="45720" rtlCol="0" anchor="ctr">
            <a:normAutofit/>
          </a:bodyPr>
          <a:lstStyle>
            <a:lvl1pPr algn="ctr">
              <a:defRPr sz="675">
                <a:solidFill>
                  <a:schemeClr val="bg1">
                    <a:lumMod val="65000"/>
                  </a:schemeClr>
                </a:solidFill>
              </a:defRPr>
            </a:lvl1pPr>
          </a:lstStyle>
          <a:p>
            <a:endParaRPr lang="zh-CN" altLang="en-US"/>
          </a:p>
        </p:txBody>
      </p:sp>
      <p:sp>
        <p:nvSpPr>
          <p:cNvPr id="6" name="灯片编号占位符 5"/>
          <p:cNvSpPr>
            <a:spLocks noGrp="1"/>
          </p:cNvSpPr>
          <p:nvPr>
            <p:ph type="sldNum" sz="quarter" idx="4"/>
            <p:custDataLst>
              <p:tags r:id="rId25"/>
            </p:custDataLst>
          </p:nvPr>
        </p:nvSpPr>
        <p:spPr>
          <a:xfrm>
            <a:off x="6457950" y="5624513"/>
            <a:ext cx="2057400" cy="273844"/>
          </a:xfrm>
          <a:prstGeom prst="rect">
            <a:avLst/>
          </a:prstGeom>
        </p:spPr>
        <p:txBody>
          <a:bodyPr vert="horz" lIns="91440" tIns="45720" rIns="91440" bIns="45720" rtlCol="0" anchor="ctr">
            <a:normAutofit/>
          </a:bodyPr>
          <a:lstStyle>
            <a:lvl1pPr algn="r">
              <a:defRPr sz="675">
                <a:solidFill>
                  <a:schemeClr val="bg1">
                    <a:lumMod val="65000"/>
                  </a:schemeClr>
                </a:solidFill>
              </a:defRPr>
            </a:lvl1pPr>
          </a:lstStyle>
          <a:p>
            <a:fld id="{EB8C49CF-321A-4DB1-9C29-37DB43122813}" type="slidenum">
              <a:rPr lang="zh-CN" altLang="en-US" smtClean="0"/>
              <a:t>‹#›</a:t>
            </a:fld>
            <a:endParaRPr lang="zh-CN" altLang="en-US"/>
          </a:p>
        </p:txBody>
      </p:sp>
      <p:sp>
        <p:nvSpPr>
          <p:cNvPr id="7" name="KSO_TEMPLATE" hidden="1"/>
          <p:cNvSpPr/>
          <p:nvPr userDrawn="1">
            <p:custDataLst>
              <p:tags r:id="rId26"/>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lt1"/>
              </a:solidFill>
            </a:endParaRPr>
          </a:p>
        </p:txBody>
      </p:sp>
      <p:pic>
        <p:nvPicPr>
          <p:cNvPr id="1035" name="图片 12"/>
          <p:cNvPicPr>
            <a:picLocks noChangeAspect="1"/>
          </p:cNvPicPr>
          <p:nvPr userDrawn="1">
            <p:custDataLst>
              <p:tags r:id="rId27"/>
            </p:custDataLst>
          </p:nvPr>
        </p:nvPicPr>
        <p:blipFill>
          <a:blip r:embed="rId28">
            <a:clrChange>
              <a:clrFrom>
                <a:srgbClr val="FFFFFF"/>
              </a:clrFrom>
              <a:clrTo>
                <a:srgbClr val="FFFFFF">
                  <a:alpha val="0"/>
                </a:srgbClr>
              </a:clrTo>
            </a:clrChange>
          </a:blip>
          <a:stretch>
            <a:fillRect/>
          </a:stretch>
        </p:blipFill>
        <p:spPr>
          <a:xfrm>
            <a:off x="8515350" y="63183"/>
            <a:ext cx="617538" cy="623887"/>
          </a:xfrm>
          <a:prstGeom prst="rect">
            <a:avLst/>
          </a:prstGeom>
          <a:noFill/>
          <a:ln w="9525">
            <a:noFill/>
          </a:ln>
        </p:spPr>
      </p:pic>
    </p:spTree>
    <p:extLst>
      <p:ext uri="{BB962C8B-B14F-4D97-AF65-F5344CB8AC3E}">
        <p14:creationId xmlns:p14="http://schemas.microsoft.com/office/powerpoint/2010/main" val="319096087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Lst>
  <p:txStyles>
    <p:titleStyle>
      <a:lvl1pPr algn="l" defTabSz="51435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128905" indent="-128270" algn="l" defTabSz="514350" rtl="0" eaLnBrk="1" latinLnBrk="0" hangingPunct="1">
        <a:lnSpc>
          <a:spcPct val="90000"/>
        </a:lnSpc>
        <a:spcBef>
          <a:spcPct val="113000"/>
        </a:spcBef>
        <a:buFont typeface="Arial" panose="020B0604020202020204" pitchFamily="34" charset="0"/>
        <a:buChar char="•"/>
        <a:defRPr sz="2800" kern="1200">
          <a:solidFill>
            <a:schemeClr val="tx1"/>
          </a:solidFill>
          <a:latin typeface="+mn-lt"/>
          <a:ea typeface="+mn-ea"/>
          <a:cs typeface="+mn-cs"/>
        </a:defRPr>
      </a:lvl1pPr>
      <a:lvl2pPr marL="386080" indent="-128270" algn="l" defTabSz="514350" rtl="0" eaLnBrk="1" latinLnBrk="0" hangingPunct="1">
        <a:lnSpc>
          <a:spcPct val="90000"/>
        </a:lnSpc>
        <a:spcBef>
          <a:spcPts val="280"/>
        </a:spcBef>
        <a:buFont typeface="Arial" panose="020B0604020202020204" pitchFamily="34" charset="0"/>
        <a:buChar char="•"/>
        <a:defRPr sz="2400" kern="1200">
          <a:solidFill>
            <a:schemeClr val="tx1"/>
          </a:solidFill>
          <a:latin typeface="+mn-lt"/>
          <a:ea typeface="+mn-ea"/>
          <a:cs typeface="+mn-cs"/>
        </a:defRPr>
      </a:lvl2pPr>
      <a:lvl3pPr marL="643255" indent="-128270" algn="l" defTabSz="514350" rtl="0" eaLnBrk="1" latinLnBrk="0" hangingPunct="1">
        <a:lnSpc>
          <a:spcPct val="90000"/>
        </a:lnSpc>
        <a:spcBef>
          <a:spcPts val="280"/>
        </a:spcBef>
        <a:buFont typeface="Arial" panose="020B0604020202020204" pitchFamily="34" charset="0"/>
        <a:buChar char="•"/>
        <a:defRPr sz="2400" kern="1200">
          <a:solidFill>
            <a:schemeClr val="tx1"/>
          </a:solidFill>
          <a:latin typeface="+mn-lt"/>
          <a:ea typeface="+mn-ea"/>
          <a:cs typeface="+mn-cs"/>
        </a:defRPr>
      </a:lvl3pPr>
      <a:lvl4pPr marL="900430" indent="-128270" algn="l" defTabSz="514350" rtl="0" eaLnBrk="1" latinLnBrk="0" hangingPunct="1">
        <a:lnSpc>
          <a:spcPct val="90000"/>
        </a:lnSpc>
        <a:spcBef>
          <a:spcPts val="280"/>
        </a:spcBef>
        <a:buFont typeface="Arial" panose="020B0604020202020204" pitchFamily="34" charset="0"/>
        <a:buChar char="•"/>
        <a:defRPr sz="2400" kern="1200">
          <a:solidFill>
            <a:schemeClr val="tx1"/>
          </a:solidFill>
          <a:latin typeface="+mn-lt"/>
          <a:ea typeface="+mn-ea"/>
          <a:cs typeface="+mn-cs"/>
        </a:defRPr>
      </a:lvl4pPr>
      <a:lvl5pPr marL="1157605" indent="-128270" algn="l" defTabSz="514350" rtl="0" eaLnBrk="1" latinLnBrk="0" hangingPunct="1">
        <a:lnSpc>
          <a:spcPct val="90000"/>
        </a:lnSpc>
        <a:spcBef>
          <a:spcPts val="280"/>
        </a:spcBef>
        <a:buFont typeface="Arial" panose="020B0604020202020204" pitchFamily="34" charset="0"/>
        <a:buChar char="•"/>
        <a:defRPr sz="1600" kern="1200">
          <a:solidFill>
            <a:schemeClr val="tx1"/>
          </a:solidFill>
          <a:latin typeface="+mn-lt"/>
          <a:ea typeface="+mn-ea"/>
          <a:cs typeface="+mn-cs"/>
        </a:defRPr>
      </a:lvl5pPr>
      <a:lvl6pPr marL="1414780"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zh-CN"/>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264.xml"/><Relationship Id="rId2" Type="http://schemas.openxmlformats.org/officeDocument/2006/relationships/tags" Target="../tags/tag263.xml"/><Relationship Id="rId1" Type="http://schemas.openxmlformats.org/officeDocument/2006/relationships/tags" Target="../tags/tag262.xml"/><Relationship Id="rId6" Type="http://schemas.openxmlformats.org/officeDocument/2006/relationships/slideLayout" Target="../slideLayouts/slideLayout21.xml"/><Relationship Id="rId5" Type="http://schemas.openxmlformats.org/officeDocument/2006/relationships/tags" Target="../tags/tag266.xml"/><Relationship Id="rId4" Type="http://schemas.openxmlformats.org/officeDocument/2006/relationships/tags" Target="../tags/tag265.xml"/></Relationships>
</file>

<file path=ppt/slides/_rels/slide2.xml.rels><?xml version="1.0" encoding="UTF-8" standalone="yes"?>
<Relationships xmlns="http://schemas.openxmlformats.org/package/2006/relationships"><Relationship Id="rId3" Type="http://schemas.openxmlformats.org/officeDocument/2006/relationships/tags" Target="../tags/tag269.xml"/><Relationship Id="rId2" Type="http://schemas.openxmlformats.org/officeDocument/2006/relationships/tags" Target="../tags/tag268.xml"/><Relationship Id="rId1" Type="http://schemas.openxmlformats.org/officeDocument/2006/relationships/tags" Target="../tags/tag267.xml"/><Relationship Id="rId5" Type="http://schemas.openxmlformats.org/officeDocument/2006/relationships/image" Target="../media/image16.png"/><Relationship Id="rId4"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18.jpeg"/><Relationship Id="rId7" Type="http://schemas.openxmlformats.org/officeDocument/2006/relationships/image" Target="../media/image22.jpeg"/><Relationship Id="rId2" Type="http://schemas.openxmlformats.org/officeDocument/2006/relationships/image" Target="../media/image17.jpeg"/><Relationship Id="rId1" Type="http://schemas.openxmlformats.org/officeDocument/2006/relationships/slideLayout" Target="../slideLayouts/slideLayout20.xml"/><Relationship Id="rId6" Type="http://schemas.openxmlformats.org/officeDocument/2006/relationships/image" Target="../media/image21.jpeg"/><Relationship Id="rId11" Type="http://schemas.openxmlformats.org/officeDocument/2006/relationships/image" Target="../media/image26.jpeg"/><Relationship Id="rId5" Type="http://schemas.openxmlformats.org/officeDocument/2006/relationships/image" Target="../media/image20.jpeg"/><Relationship Id="rId10" Type="http://schemas.openxmlformats.org/officeDocument/2006/relationships/image" Target="../media/image25.jpeg"/><Relationship Id="rId4" Type="http://schemas.openxmlformats.org/officeDocument/2006/relationships/image" Target="../media/image19.jpeg"/><Relationship Id="rId9" Type="http://schemas.openxmlformats.org/officeDocument/2006/relationships/image" Target="../media/image24.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70.xml"/></Relationships>
</file>

<file path=ppt/slides/_rels/slide5.xml.rels><?xml version="1.0" encoding="UTF-8" standalone="yes"?>
<Relationships xmlns="http://schemas.openxmlformats.org/package/2006/relationships"><Relationship Id="rId3" Type="http://schemas.openxmlformats.org/officeDocument/2006/relationships/tags" Target="../tags/tag273.xml"/><Relationship Id="rId7" Type="http://schemas.openxmlformats.org/officeDocument/2006/relationships/image" Target="../media/image27.png"/><Relationship Id="rId2" Type="http://schemas.openxmlformats.org/officeDocument/2006/relationships/tags" Target="../tags/tag272.xml"/><Relationship Id="rId1" Type="http://schemas.openxmlformats.org/officeDocument/2006/relationships/tags" Target="../tags/tag271.xml"/><Relationship Id="rId6" Type="http://schemas.openxmlformats.org/officeDocument/2006/relationships/image" Target="../media/image16.png"/><Relationship Id="rId5" Type="http://schemas.openxmlformats.org/officeDocument/2006/relationships/slideLayout" Target="../slideLayouts/slideLayout21.xml"/><Relationship Id="rId4" Type="http://schemas.openxmlformats.org/officeDocument/2006/relationships/tags" Target="../tags/tag274.xml"/></Relationships>
</file>

<file path=ppt/slides/_rels/slide6.xml.rels><?xml version="1.0" encoding="UTF-8" standalone="yes"?>
<Relationships xmlns="http://schemas.openxmlformats.org/package/2006/relationships"><Relationship Id="rId3" Type="http://schemas.openxmlformats.org/officeDocument/2006/relationships/tags" Target="../tags/tag277.xml"/><Relationship Id="rId7" Type="http://schemas.openxmlformats.org/officeDocument/2006/relationships/image" Target="../media/image28.jpeg"/><Relationship Id="rId2" Type="http://schemas.openxmlformats.org/officeDocument/2006/relationships/tags" Target="../tags/tag276.xml"/><Relationship Id="rId1" Type="http://schemas.openxmlformats.org/officeDocument/2006/relationships/tags" Target="../tags/tag275.xml"/><Relationship Id="rId6" Type="http://schemas.openxmlformats.org/officeDocument/2006/relationships/slideLayout" Target="../slideLayouts/slideLayout34.xml"/><Relationship Id="rId5" Type="http://schemas.openxmlformats.org/officeDocument/2006/relationships/tags" Target="../tags/tag279.xml"/><Relationship Id="rId4" Type="http://schemas.openxmlformats.org/officeDocument/2006/relationships/tags" Target="../tags/tag278.xml"/></Relationships>
</file>

<file path=ppt/slides/_rels/slide7.xml.rels><?xml version="1.0" encoding="UTF-8" standalone="yes"?>
<Relationships xmlns="http://schemas.openxmlformats.org/package/2006/relationships"><Relationship Id="rId8" Type="http://schemas.openxmlformats.org/officeDocument/2006/relationships/tags" Target="../tags/tag287.xml"/><Relationship Id="rId13" Type="http://schemas.openxmlformats.org/officeDocument/2006/relationships/tags" Target="../tags/tag292.xml"/><Relationship Id="rId18" Type="http://schemas.openxmlformats.org/officeDocument/2006/relationships/tags" Target="../tags/tag297.xml"/><Relationship Id="rId3" Type="http://schemas.openxmlformats.org/officeDocument/2006/relationships/tags" Target="../tags/tag282.xml"/><Relationship Id="rId21" Type="http://schemas.openxmlformats.org/officeDocument/2006/relationships/tags" Target="../tags/tag300.xml"/><Relationship Id="rId7" Type="http://schemas.openxmlformats.org/officeDocument/2006/relationships/tags" Target="../tags/tag286.xml"/><Relationship Id="rId12" Type="http://schemas.openxmlformats.org/officeDocument/2006/relationships/tags" Target="../tags/tag291.xml"/><Relationship Id="rId17" Type="http://schemas.openxmlformats.org/officeDocument/2006/relationships/tags" Target="../tags/tag296.xml"/><Relationship Id="rId25" Type="http://schemas.openxmlformats.org/officeDocument/2006/relationships/image" Target="../media/image29.png"/><Relationship Id="rId2" Type="http://schemas.openxmlformats.org/officeDocument/2006/relationships/tags" Target="../tags/tag281.xml"/><Relationship Id="rId16" Type="http://schemas.openxmlformats.org/officeDocument/2006/relationships/tags" Target="../tags/tag295.xml"/><Relationship Id="rId20" Type="http://schemas.openxmlformats.org/officeDocument/2006/relationships/tags" Target="../tags/tag299.xml"/><Relationship Id="rId1" Type="http://schemas.openxmlformats.org/officeDocument/2006/relationships/tags" Target="../tags/tag280.xml"/><Relationship Id="rId6" Type="http://schemas.openxmlformats.org/officeDocument/2006/relationships/tags" Target="../tags/tag285.xml"/><Relationship Id="rId11" Type="http://schemas.openxmlformats.org/officeDocument/2006/relationships/tags" Target="../tags/tag290.xml"/><Relationship Id="rId24" Type="http://schemas.openxmlformats.org/officeDocument/2006/relationships/slideLayout" Target="../slideLayouts/slideLayout21.xml"/><Relationship Id="rId5" Type="http://schemas.openxmlformats.org/officeDocument/2006/relationships/tags" Target="../tags/tag284.xml"/><Relationship Id="rId15" Type="http://schemas.openxmlformats.org/officeDocument/2006/relationships/tags" Target="../tags/tag294.xml"/><Relationship Id="rId23" Type="http://schemas.openxmlformats.org/officeDocument/2006/relationships/tags" Target="../tags/tag302.xml"/><Relationship Id="rId10" Type="http://schemas.openxmlformats.org/officeDocument/2006/relationships/tags" Target="../tags/tag289.xml"/><Relationship Id="rId19" Type="http://schemas.openxmlformats.org/officeDocument/2006/relationships/tags" Target="../tags/tag298.xml"/><Relationship Id="rId4" Type="http://schemas.openxmlformats.org/officeDocument/2006/relationships/tags" Target="../tags/tag283.xml"/><Relationship Id="rId9" Type="http://schemas.openxmlformats.org/officeDocument/2006/relationships/tags" Target="../tags/tag288.xml"/><Relationship Id="rId14" Type="http://schemas.openxmlformats.org/officeDocument/2006/relationships/tags" Target="../tags/tag293.xml"/><Relationship Id="rId22" Type="http://schemas.openxmlformats.org/officeDocument/2006/relationships/tags" Target="../tags/tag30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304.xml"/><Relationship Id="rId1" Type="http://schemas.openxmlformats.org/officeDocument/2006/relationships/tags" Target="../tags/tag303.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306.xml"/><Relationship Id="rId1" Type="http://schemas.openxmlformats.org/officeDocument/2006/relationships/tags" Target="../tags/tag305.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308.xml"/><Relationship Id="rId1" Type="http://schemas.openxmlformats.org/officeDocument/2006/relationships/tags" Target="../tags/tag307.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slideLayout" Target="../slideLayouts/slideLayout21.xml"/><Relationship Id="rId7" Type="http://schemas.openxmlformats.org/officeDocument/2006/relationships/image" Target="../media/image32.png"/><Relationship Id="rId2" Type="http://schemas.openxmlformats.org/officeDocument/2006/relationships/tags" Target="../tags/tag310.xml"/><Relationship Id="rId1" Type="http://schemas.openxmlformats.org/officeDocument/2006/relationships/tags" Target="../tags/tag309.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16.png"/><Relationship Id="rId9"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16.xml"/><Relationship Id="rId1" Type="http://schemas.openxmlformats.org/officeDocument/2006/relationships/tags" Target="../tags/tag31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slideLayout" Target="../slideLayouts/slideLayout21.xml"/><Relationship Id="rId7" Type="http://schemas.openxmlformats.org/officeDocument/2006/relationships/image" Target="../media/image37.png"/><Relationship Id="rId2" Type="http://schemas.openxmlformats.org/officeDocument/2006/relationships/tags" Target="../tags/tag313.xml"/><Relationship Id="rId1" Type="http://schemas.openxmlformats.org/officeDocument/2006/relationships/tags" Target="../tags/tag312.xml"/><Relationship Id="rId6" Type="http://schemas.openxmlformats.org/officeDocument/2006/relationships/image" Target="../media/image36.png"/><Relationship Id="rId5" Type="http://schemas.openxmlformats.org/officeDocument/2006/relationships/image" Target="../media/image33.png"/><Relationship Id="rId4" Type="http://schemas.openxmlformats.org/officeDocument/2006/relationships/image" Target="../media/image16.png"/><Relationship Id="rId9"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315.xml"/><Relationship Id="rId1" Type="http://schemas.openxmlformats.org/officeDocument/2006/relationships/tags" Target="../tags/tag314.xml"/><Relationship Id="rId5" Type="http://schemas.openxmlformats.org/officeDocument/2006/relationships/image" Target="../media/image33.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slideLayout" Target="../slideLayouts/slideLayout21.xml"/><Relationship Id="rId7" Type="http://schemas.openxmlformats.org/officeDocument/2006/relationships/image" Target="../media/image42.png"/><Relationship Id="rId2" Type="http://schemas.openxmlformats.org/officeDocument/2006/relationships/tags" Target="../tags/tag317.xml"/><Relationship Id="rId1" Type="http://schemas.openxmlformats.org/officeDocument/2006/relationships/tags" Target="../tags/tag316.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slideLayout" Target="../slideLayouts/slideLayout21.xml"/><Relationship Id="rId7" Type="http://schemas.openxmlformats.org/officeDocument/2006/relationships/image" Target="../media/image34.png"/><Relationship Id="rId2" Type="http://schemas.openxmlformats.org/officeDocument/2006/relationships/tags" Target="../tags/tag319.xml"/><Relationship Id="rId1" Type="http://schemas.openxmlformats.org/officeDocument/2006/relationships/tags" Target="../tags/tag318.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16.png"/><Relationship Id="rId9" Type="http://schemas.openxmlformats.org/officeDocument/2006/relationships/image" Target="../media/image47.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321.xml"/><Relationship Id="rId1" Type="http://schemas.openxmlformats.org/officeDocument/2006/relationships/tags" Target="../tags/tag320.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slideLayout" Target="../slideLayouts/slideLayout21.xml"/><Relationship Id="rId7" Type="http://schemas.openxmlformats.org/officeDocument/2006/relationships/image" Target="../media/image49.png"/><Relationship Id="rId2" Type="http://schemas.openxmlformats.org/officeDocument/2006/relationships/tags" Target="../tags/tag323.xml"/><Relationship Id="rId1" Type="http://schemas.openxmlformats.org/officeDocument/2006/relationships/tags" Target="../tags/tag322.xml"/><Relationship Id="rId6" Type="http://schemas.openxmlformats.org/officeDocument/2006/relationships/image" Target="../media/image48.png"/><Relationship Id="rId5" Type="http://schemas.openxmlformats.org/officeDocument/2006/relationships/image" Target="../media/image31.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325.xml"/><Relationship Id="rId1" Type="http://schemas.openxmlformats.org/officeDocument/2006/relationships/tags" Target="../tags/tag324.xml"/><Relationship Id="rId6" Type="http://schemas.openxmlformats.org/officeDocument/2006/relationships/image" Target="../media/image51.png"/><Relationship Id="rId5" Type="http://schemas.openxmlformats.org/officeDocument/2006/relationships/image" Target="../media/image31.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8" Type="http://schemas.openxmlformats.org/officeDocument/2006/relationships/tags" Target="../tags/tag333.xml"/><Relationship Id="rId13" Type="http://schemas.openxmlformats.org/officeDocument/2006/relationships/tags" Target="../tags/tag338.xml"/><Relationship Id="rId3" Type="http://schemas.openxmlformats.org/officeDocument/2006/relationships/tags" Target="../tags/tag328.xml"/><Relationship Id="rId7" Type="http://schemas.openxmlformats.org/officeDocument/2006/relationships/tags" Target="../tags/tag332.xml"/><Relationship Id="rId12" Type="http://schemas.openxmlformats.org/officeDocument/2006/relationships/tags" Target="../tags/tag337.xml"/><Relationship Id="rId2" Type="http://schemas.openxmlformats.org/officeDocument/2006/relationships/tags" Target="../tags/tag327.xml"/><Relationship Id="rId1" Type="http://schemas.openxmlformats.org/officeDocument/2006/relationships/tags" Target="../tags/tag326.xml"/><Relationship Id="rId6" Type="http://schemas.openxmlformats.org/officeDocument/2006/relationships/tags" Target="../tags/tag331.xml"/><Relationship Id="rId11" Type="http://schemas.openxmlformats.org/officeDocument/2006/relationships/tags" Target="../tags/tag336.xml"/><Relationship Id="rId5" Type="http://schemas.openxmlformats.org/officeDocument/2006/relationships/tags" Target="../tags/tag330.xml"/><Relationship Id="rId15" Type="http://schemas.openxmlformats.org/officeDocument/2006/relationships/image" Target="../media/image29.png"/><Relationship Id="rId10" Type="http://schemas.openxmlformats.org/officeDocument/2006/relationships/tags" Target="../tags/tag335.xml"/><Relationship Id="rId4" Type="http://schemas.openxmlformats.org/officeDocument/2006/relationships/tags" Target="../tags/tag329.xml"/><Relationship Id="rId9" Type="http://schemas.openxmlformats.org/officeDocument/2006/relationships/tags" Target="../tags/tag334.xml"/><Relationship Id="rId14"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6.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60.png"/><Relationship Id="rId2" Type="http://schemas.openxmlformats.org/officeDocument/2006/relationships/slideLayout" Target="../slideLayouts/slideLayout16.xml"/><Relationship Id="rId1" Type="http://schemas.openxmlformats.org/officeDocument/2006/relationships/tags" Target="../tags/tag339.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341.xml"/><Relationship Id="rId1" Type="http://schemas.openxmlformats.org/officeDocument/2006/relationships/tags" Target="../tags/tag340.xml"/><Relationship Id="rId5" Type="http://schemas.openxmlformats.org/officeDocument/2006/relationships/image" Target="../media/image61.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343.xml"/><Relationship Id="rId1" Type="http://schemas.openxmlformats.org/officeDocument/2006/relationships/tags" Target="../tags/tag342.xml"/><Relationship Id="rId5" Type="http://schemas.openxmlformats.org/officeDocument/2006/relationships/image" Target="../media/image62.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slideLayout" Target="../slideLayouts/slideLayout21.xml"/><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tags" Target="../tags/tag345.xml"/><Relationship Id="rId1" Type="http://schemas.openxmlformats.org/officeDocument/2006/relationships/tags" Target="../tags/tag344.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16.png"/><Relationship Id="rId9" Type="http://schemas.openxmlformats.org/officeDocument/2006/relationships/image" Target="../media/image67.png"/></Relationships>
</file>

<file path=ppt/slides/_rels/slide27.xml.rels><?xml version="1.0" encoding="UTF-8" standalone="yes"?>
<Relationships xmlns="http://schemas.openxmlformats.org/package/2006/relationships"><Relationship Id="rId3" Type="http://schemas.openxmlformats.org/officeDocument/2006/relationships/tags" Target="../tags/tag348.xml"/><Relationship Id="rId7" Type="http://schemas.openxmlformats.org/officeDocument/2006/relationships/image" Target="../media/image72.png"/><Relationship Id="rId2" Type="http://schemas.openxmlformats.org/officeDocument/2006/relationships/tags" Target="../tags/tag347.xml"/><Relationship Id="rId1" Type="http://schemas.openxmlformats.org/officeDocument/2006/relationships/tags" Target="../tags/tag346.xml"/><Relationship Id="rId6" Type="http://schemas.openxmlformats.org/officeDocument/2006/relationships/image" Target="../media/image71.png"/><Relationship Id="rId5" Type="http://schemas.openxmlformats.org/officeDocument/2006/relationships/image" Target="../media/image16.png"/><Relationship Id="rId4"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1.xml"/><Relationship Id="rId7" Type="http://schemas.openxmlformats.org/officeDocument/2006/relationships/image" Target="../media/image73.png"/><Relationship Id="rId2" Type="http://schemas.openxmlformats.org/officeDocument/2006/relationships/tags" Target="../tags/tag350.xml"/><Relationship Id="rId1" Type="http://schemas.openxmlformats.org/officeDocument/2006/relationships/tags" Target="../tags/tag349.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slideLayout" Target="../slideLayouts/slideLayout21.xml"/><Relationship Id="rId7" Type="http://schemas.openxmlformats.org/officeDocument/2006/relationships/image" Target="../media/image75.png"/><Relationship Id="rId2" Type="http://schemas.openxmlformats.org/officeDocument/2006/relationships/tags" Target="../tags/tag352.xml"/><Relationship Id="rId1" Type="http://schemas.openxmlformats.org/officeDocument/2006/relationships/tags" Target="../tags/tag351.xml"/><Relationship Id="rId6" Type="http://schemas.openxmlformats.org/officeDocument/2006/relationships/image" Target="../media/image74.png"/><Relationship Id="rId5" Type="http://schemas.openxmlformats.org/officeDocument/2006/relationships/image" Target="../media/image70.png"/><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slideLayout" Target="../slideLayouts/slideLayout21.xml"/><Relationship Id="rId7" Type="http://schemas.openxmlformats.org/officeDocument/2006/relationships/image" Target="../media/image78.png"/><Relationship Id="rId2" Type="http://schemas.openxmlformats.org/officeDocument/2006/relationships/tags" Target="../tags/tag354.xml"/><Relationship Id="rId1" Type="http://schemas.openxmlformats.org/officeDocument/2006/relationships/tags" Target="../tags/tag353.xml"/><Relationship Id="rId6" Type="http://schemas.openxmlformats.org/officeDocument/2006/relationships/image" Target="../media/image77.png"/><Relationship Id="rId5" Type="http://schemas.openxmlformats.org/officeDocument/2006/relationships/image" Target="../media/image67.png"/><Relationship Id="rId4" Type="http://schemas.openxmlformats.org/officeDocument/2006/relationships/image" Target="../media/image16.png"/><Relationship Id="rId9" Type="http://schemas.openxmlformats.org/officeDocument/2006/relationships/image" Target="../media/image80.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1.xml"/><Relationship Id="rId7" Type="http://schemas.openxmlformats.org/officeDocument/2006/relationships/image" Target="../media/image82.png"/><Relationship Id="rId2" Type="http://schemas.openxmlformats.org/officeDocument/2006/relationships/tags" Target="../tags/tag356.xml"/><Relationship Id="rId1" Type="http://schemas.openxmlformats.org/officeDocument/2006/relationships/tags" Target="../tags/tag355.xml"/><Relationship Id="rId6" Type="http://schemas.openxmlformats.org/officeDocument/2006/relationships/image" Target="../media/image81.png"/><Relationship Id="rId5" Type="http://schemas.openxmlformats.org/officeDocument/2006/relationships/image" Target="../media/image66.png"/><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358.xml"/><Relationship Id="rId1" Type="http://schemas.openxmlformats.org/officeDocument/2006/relationships/tags" Target="../tags/tag357.xml"/><Relationship Id="rId6" Type="http://schemas.openxmlformats.org/officeDocument/2006/relationships/image" Target="../media/image83.png"/><Relationship Id="rId5" Type="http://schemas.openxmlformats.org/officeDocument/2006/relationships/image" Target="../media/image64.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slideLayout" Target="../slideLayouts/slideLayout21.xml"/><Relationship Id="rId7" Type="http://schemas.openxmlformats.org/officeDocument/2006/relationships/image" Target="../media/image85.png"/><Relationship Id="rId2" Type="http://schemas.openxmlformats.org/officeDocument/2006/relationships/tags" Target="../tags/tag360.xml"/><Relationship Id="rId1" Type="http://schemas.openxmlformats.org/officeDocument/2006/relationships/tags" Target="../tags/tag359.xml"/><Relationship Id="rId6" Type="http://schemas.openxmlformats.org/officeDocument/2006/relationships/image" Target="../media/image65.png"/><Relationship Id="rId5" Type="http://schemas.openxmlformats.org/officeDocument/2006/relationships/image" Target="../media/image84.png"/><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8" Type="http://schemas.openxmlformats.org/officeDocument/2006/relationships/tags" Target="../tags/tag368.xml"/><Relationship Id="rId13" Type="http://schemas.openxmlformats.org/officeDocument/2006/relationships/tags" Target="../tags/tag373.xml"/><Relationship Id="rId18" Type="http://schemas.openxmlformats.org/officeDocument/2006/relationships/slideLayout" Target="../slideLayouts/slideLayout21.xml"/><Relationship Id="rId3" Type="http://schemas.openxmlformats.org/officeDocument/2006/relationships/tags" Target="../tags/tag363.xml"/><Relationship Id="rId7" Type="http://schemas.openxmlformats.org/officeDocument/2006/relationships/tags" Target="../tags/tag367.xml"/><Relationship Id="rId12" Type="http://schemas.openxmlformats.org/officeDocument/2006/relationships/tags" Target="../tags/tag372.xml"/><Relationship Id="rId17" Type="http://schemas.openxmlformats.org/officeDocument/2006/relationships/tags" Target="../tags/tag377.xml"/><Relationship Id="rId2" Type="http://schemas.openxmlformats.org/officeDocument/2006/relationships/tags" Target="../tags/tag362.xml"/><Relationship Id="rId16" Type="http://schemas.openxmlformats.org/officeDocument/2006/relationships/tags" Target="../tags/tag376.xml"/><Relationship Id="rId1" Type="http://schemas.openxmlformats.org/officeDocument/2006/relationships/tags" Target="../tags/tag361.xml"/><Relationship Id="rId6" Type="http://schemas.openxmlformats.org/officeDocument/2006/relationships/tags" Target="../tags/tag366.xml"/><Relationship Id="rId11" Type="http://schemas.openxmlformats.org/officeDocument/2006/relationships/tags" Target="../tags/tag371.xml"/><Relationship Id="rId5" Type="http://schemas.openxmlformats.org/officeDocument/2006/relationships/tags" Target="../tags/tag365.xml"/><Relationship Id="rId15" Type="http://schemas.openxmlformats.org/officeDocument/2006/relationships/tags" Target="../tags/tag375.xml"/><Relationship Id="rId10" Type="http://schemas.openxmlformats.org/officeDocument/2006/relationships/tags" Target="../tags/tag370.xml"/><Relationship Id="rId19" Type="http://schemas.openxmlformats.org/officeDocument/2006/relationships/image" Target="../media/image29.png"/><Relationship Id="rId4" Type="http://schemas.openxmlformats.org/officeDocument/2006/relationships/tags" Target="../tags/tag364.xml"/><Relationship Id="rId9" Type="http://schemas.openxmlformats.org/officeDocument/2006/relationships/tags" Target="../tags/tag369.xml"/><Relationship Id="rId14" Type="http://schemas.openxmlformats.org/officeDocument/2006/relationships/tags" Target="../tags/tag374.xml"/></Relationships>
</file>

<file path=ppt/slides/_rels/slide35.xml.rels><?xml version="1.0" encoding="UTF-8" standalone="yes"?>
<Relationships xmlns="http://schemas.openxmlformats.org/package/2006/relationships"><Relationship Id="rId3" Type="http://schemas.openxmlformats.org/officeDocument/2006/relationships/tags" Target="../tags/tag380.xml"/><Relationship Id="rId7" Type="http://schemas.openxmlformats.org/officeDocument/2006/relationships/slideLayout" Target="../slideLayouts/slideLayout21.xml"/><Relationship Id="rId2" Type="http://schemas.openxmlformats.org/officeDocument/2006/relationships/tags" Target="../tags/tag379.xml"/><Relationship Id="rId1" Type="http://schemas.openxmlformats.org/officeDocument/2006/relationships/tags" Target="../tags/tag378.xml"/><Relationship Id="rId6" Type="http://schemas.openxmlformats.org/officeDocument/2006/relationships/tags" Target="../tags/tag383.xml"/><Relationship Id="rId5" Type="http://schemas.openxmlformats.org/officeDocument/2006/relationships/tags" Target="../tags/tag382.xml"/><Relationship Id="rId4" Type="http://schemas.openxmlformats.org/officeDocument/2006/relationships/tags" Target="../tags/tag381.xml"/></Relationships>
</file>

<file path=ppt/slides/_rels/slide36.xml.rels><?xml version="1.0" encoding="UTF-8" standalone="yes"?>
<Relationships xmlns="http://schemas.openxmlformats.org/package/2006/relationships"><Relationship Id="rId8" Type="http://schemas.openxmlformats.org/officeDocument/2006/relationships/tags" Target="../tags/tag391.xml"/><Relationship Id="rId3" Type="http://schemas.openxmlformats.org/officeDocument/2006/relationships/tags" Target="../tags/tag386.xml"/><Relationship Id="rId7" Type="http://schemas.openxmlformats.org/officeDocument/2006/relationships/tags" Target="../tags/tag390.xml"/><Relationship Id="rId2" Type="http://schemas.openxmlformats.org/officeDocument/2006/relationships/tags" Target="../tags/tag385.xml"/><Relationship Id="rId1" Type="http://schemas.openxmlformats.org/officeDocument/2006/relationships/tags" Target="../tags/tag384.xml"/><Relationship Id="rId6" Type="http://schemas.openxmlformats.org/officeDocument/2006/relationships/tags" Target="../tags/tag389.xml"/><Relationship Id="rId11" Type="http://schemas.openxmlformats.org/officeDocument/2006/relationships/slideLayout" Target="../slideLayouts/slideLayout21.xml"/><Relationship Id="rId5" Type="http://schemas.openxmlformats.org/officeDocument/2006/relationships/tags" Target="../tags/tag388.xml"/><Relationship Id="rId10" Type="http://schemas.openxmlformats.org/officeDocument/2006/relationships/tags" Target="../tags/tag393.xml"/><Relationship Id="rId4" Type="http://schemas.openxmlformats.org/officeDocument/2006/relationships/tags" Target="../tags/tag387.xml"/><Relationship Id="rId9" Type="http://schemas.openxmlformats.org/officeDocument/2006/relationships/tags" Target="../tags/tag392.xml"/></Relationships>
</file>

<file path=ppt/slides/_rels/slide37.xml.rels><?xml version="1.0" encoding="UTF-8" standalone="yes"?>
<Relationships xmlns="http://schemas.openxmlformats.org/package/2006/relationships"><Relationship Id="rId8" Type="http://schemas.openxmlformats.org/officeDocument/2006/relationships/tags" Target="../tags/tag401.xml"/><Relationship Id="rId13" Type="http://schemas.openxmlformats.org/officeDocument/2006/relationships/tags" Target="../tags/tag406.xml"/><Relationship Id="rId18" Type="http://schemas.openxmlformats.org/officeDocument/2006/relationships/slideLayout" Target="../slideLayouts/slideLayout21.xml"/><Relationship Id="rId3" Type="http://schemas.openxmlformats.org/officeDocument/2006/relationships/tags" Target="../tags/tag396.xml"/><Relationship Id="rId7" Type="http://schemas.openxmlformats.org/officeDocument/2006/relationships/tags" Target="../tags/tag400.xml"/><Relationship Id="rId12" Type="http://schemas.openxmlformats.org/officeDocument/2006/relationships/tags" Target="../tags/tag405.xml"/><Relationship Id="rId17" Type="http://schemas.openxmlformats.org/officeDocument/2006/relationships/tags" Target="../tags/tag410.xml"/><Relationship Id="rId2" Type="http://schemas.openxmlformats.org/officeDocument/2006/relationships/tags" Target="../tags/tag395.xml"/><Relationship Id="rId16" Type="http://schemas.openxmlformats.org/officeDocument/2006/relationships/tags" Target="../tags/tag409.xml"/><Relationship Id="rId20" Type="http://schemas.openxmlformats.org/officeDocument/2006/relationships/image" Target="../media/image88.png"/><Relationship Id="rId1" Type="http://schemas.openxmlformats.org/officeDocument/2006/relationships/tags" Target="../tags/tag394.xml"/><Relationship Id="rId6" Type="http://schemas.openxmlformats.org/officeDocument/2006/relationships/tags" Target="../tags/tag399.xml"/><Relationship Id="rId11" Type="http://schemas.openxmlformats.org/officeDocument/2006/relationships/tags" Target="../tags/tag404.xml"/><Relationship Id="rId5" Type="http://schemas.openxmlformats.org/officeDocument/2006/relationships/tags" Target="../tags/tag398.xml"/><Relationship Id="rId15" Type="http://schemas.openxmlformats.org/officeDocument/2006/relationships/tags" Target="../tags/tag408.xml"/><Relationship Id="rId10" Type="http://schemas.openxmlformats.org/officeDocument/2006/relationships/tags" Target="../tags/tag403.xml"/><Relationship Id="rId19" Type="http://schemas.openxmlformats.org/officeDocument/2006/relationships/image" Target="../media/image87.png"/><Relationship Id="rId4" Type="http://schemas.openxmlformats.org/officeDocument/2006/relationships/tags" Target="../tags/tag397.xml"/><Relationship Id="rId9" Type="http://schemas.openxmlformats.org/officeDocument/2006/relationships/tags" Target="../tags/tag402.xml"/><Relationship Id="rId14" Type="http://schemas.openxmlformats.org/officeDocument/2006/relationships/tags" Target="../tags/tag407.xml"/></Relationships>
</file>

<file path=ppt/slides/_rels/slide38.xml.rels><?xml version="1.0" encoding="UTF-8" standalone="yes"?>
<Relationships xmlns="http://schemas.openxmlformats.org/package/2006/relationships"><Relationship Id="rId8" Type="http://schemas.openxmlformats.org/officeDocument/2006/relationships/tags" Target="../tags/tag418.xml"/><Relationship Id="rId13" Type="http://schemas.openxmlformats.org/officeDocument/2006/relationships/image" Target="../media/image89.tmp"/><Relationship Id="rId3" Type="http://schemas.openxmlformats.org/officeDocument/2006/relationships/tags" Target="../tags/tag413.xml"/><Relationship Id="rId7" Type="http://schemas.openxmlformats.org/officeDocument/2006/relationships/tags" Target="../tags/tag417.xml"/><Relationship Id="rId12" Type="http://schemas.openxmlformats.org/officeDocument/2006/relationships/slideLayout" Target="../slideLayouts/slideLayout21.xml"/><Relationship Id="rId2" Type="http://schemas.openxmlformats.org/officeDocument/2006/relationships/tags" Target="../tags/tag412.xml"/><Relationship Id="rId1" Type="http://schemas.openxmlformats.org/officeDocument/2006/relationships/tags" Target="../tags/tag411.xml"/><Relationship Id="rId6" Type="http://schemas.openxmlformats.org/officeDocument/2006/relationships/tags" Target="../tags/tag416.xml"/><Relationship Id="rId11" Type="http://schemas.openxmlformats.org/officeDocument/2006/relationships/tags" Target="../tags/tag421.xml"/><Relationship Id="rId5" Type="http://schemas.openxmlformats.org/officeDocument/2006/relationships/tags" Target="../tags/tag415.xml"/><Relationship Id="rId10" Type="http://schemas.openxmlformats.org/officeDocument/2006/relationships/tags" Target="../tags/tag420.xml"/><Relationship Id="rId4" Type="http://schemas.openxmlformats.org/officeDocument/2006/relationships/tags" Target="../tags/tag414.xml"/><Relationship Id="rId9" Type="http://schemas.openxmlformats.org/officeDocument/2006/relationships/tags" Target="../tags/tag419.xml"/></Relationships>
</file>

<file path=ppt/slides/_rels/slide39.xml.rels><?xml version="1.0" encoding="UTF-8" standalone="yes"?>
<Relationships xmlns="http://schemas.openxmlformats.org/package/2006/relationships"><Relationship Id="rId8" Type="http://schemas.openxmlformats.org/officeDocument/2006/relationships/tags" Target="../tags/tag429.xml"/><Relationship Id="rId3" Type="http://schemas.openxmlformats.org/officeDocument/2006/relationships/tags" Target="../tags/tag424.xml"/><Relationship Id="rId7" Type="http://schemas.openxmlformats.org/officeDocument/2006/relationships/tags" Target="../tags/tag428.xml"/><Relationship Id="rId2" Type="http://schemas.openxmlformats.org/officeDocument/2006/relationships/tags" Target="../tags/tag423.xml"/><Relationship Id="rId1" Type="http://schemas.openxmlformats.org/officeDocument/2006/relationships/tags" Target="../tags/tag422.xml"/><Relationship Id="rId6" Type="http://schemas.openxmlformats.org/officeDocument/2006/relationships/tags" Target="../tags/tag427.xml"/><Relationship Id="rId11" Type="http://schemas.openxmlformats.org/officeDocument/2006/relationships/slideLayout" Target="../slideLayouts/slideLayout21.xml"/><Relationship Id="rId5" Type="http://schemas.openxmlformats.org/officeDocument/2006/relationships/tags" Target="../tags/tag426.xml"/><Relationship Id="rId10" Type="http://schemas.openxmlformats.org/officeDocument/2006/relationships/tags" Target="../tags/tag431.xml"/><Relationship Id="rId4" Type="http://schemas.openxmlformats.org/officeDocument/2006/relationships/tags" Target="../tags/tag425.xml"/><Relationship Id="rId9" Type="http://schemas.openxmlformats.org/officeDocument/2006/relationships/tags" Target="../tags/tag430.xml"/></Relationships>
</file>

<file path=ppt/slides/_rels/slide40.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tags" Target="../tags/tag434.xml"/><Relationship Id="rId7" Type="http://schemas.openxmlformats.org/officeDocument/2006/relationships/slideLayout" Target="../slideLayouts/slideLayout21.xml"/><Relationship Id="rId2" Type="http://schemas.openxmlformats.org/officeDocument/2006/relationships/tags" Target="../tags/tag433.xml"/><Relationship Id="rId1" Type="http://schemas.openxmlformats.org/officeDocument/2006/relationships/tags" Target="../tags/tag432.xml"/><Relationship Id="rId6" Type="http://schemas.openxmlformats.org/officeDocument/2006/relationships/tags" Target="../tags/tag437.xml"/><Relationship Id="rId5" Type="http://schemas.openxmlformats.org/officeDocument/2006/relationships/tags" Target="../tags/tag436.xml"/><Relationship Id="rId4" Type="http://schemas.openxmlformats.org/officeDocument/2006/relationships/tags" Target="../tags/tag435.xml"/></Relationships>
</file>

<file path=ppt/slides/_rels/slide41.xml.rels><?xml version="1.0" encoding="UTF-8" standalone="yes"?>
<Relationships xmlns="http://schemas.openxmlformats.org/package/2006/relationships"><Relationship Id="rId8" Type="http://schemas.openxmlformats.org/officeDocument/2006/relationships/tags" Target="../tags/tag445.xml"/><Relationship Id="rId13" Type="http://schemas.openxmlformats.org/officeDocument/2006/relationships/slideLayout" Target="../slideLayouts/slideLayout21.xml"/><Relationship Id="rId3" Type="http://schemas.openxmlformats.org/officeDocument/2006/relationships/tags" Target="../tags/tag440.xml"/><Relationship Id="rId7" Type="http://schemas.openxmlformats.org/officeDocument/2006/relationships/tags" Target="../tags/tag444.xml"/><Relationship Id="rId12" Type="http://schemas.openxmlformats.org/officeDocument/2006/relationships/tags" Target="../tags/tag449.xml"/><Relationship Id="rId2" Type="http://schemas.openxmlformats.org/officeDocument/2006/relationships/tags" Target="../tags/tag439.xml"/><Relationship Id="rId1" Type="http://schemas.openxmlformats.org/officeDocument/2006/relationships/tags" Target="../tags/tag438.xml"/><Relationship Id="rId6" Type="http://schemas.openxmlformats.org/officeDocument/2006/relationships/tags" Target="../tags/tag443.xml"/><Relationship Id="rId11" Type="http://schemas.openxmlformats.org/officeDocument/2006/relationships/tags" Target="../tags/tag448.xml"/><Relationship Id="rId5" Type="http://schemas.openxmlformats.org/officeDocument/2006/relationships/tags" Target="../tags/tag442.xml"/><Relationship Id="rId15" Type="http://schemas.openxmlformats.org/officeDocument/2006/relationships/image" Target="../media/image92.png"/><Relationship Id="rId10" Type="http://schemas.openxmlformats.org/officeDocument/2006/relationships/tags" Target="../tags/tag447.xml"/><Relationship Id="rId4" Type="http://schemas.openxmlformats.org/officeDocument/2006/relationships/tags" Target="../tags/tag441.xml"/><Relationship Id="rId9" Type="http://schemas.openxmlformats.org/officeDocument/2006/relationships/tags" Target="../tags/tag446.xml"/><Relationship Id="rId14" Type="http://schemas.openxmlformats.org/officeDocument/2006/relationships/image" Target="../media/image91.png"/></Relationships>
</file>

<file path=ppt/slides/_rels/slide4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tags" Target="../tags/tag452.xml"/><Relationship Id="rId7" Type="http://schemas.openxmlformats.org/officeDocument/2006/relationships/tags" Target="../tags/tag456.xml"/><Relationship Id="rId2" Type="http://schemas.openxmlformats.org/officeDocument/2006/relationships/tags" Target="../tags/tag451.xml"/><Relationship Id="rId1" Type="http://schemas.openxmlformats.org/officeDocument/2006/relationships/tags" Target="../tags/tag450.xml"/><Relationship Id="rId6" Type="http://schemas.openxmlformats.org/officeDocument/2006/relationships/tags" Target="../tags/tag455.xml"/><Relationship Id="rId5" Type="http://schemas.openxmlformats.org/officeDocument/2006/relationships/tags" Target="../tags/tag454.xml"/><Relationship Id="rId10" Type="http://schemas.openxmlformats.org/officeDocument/2006/relationships/image" Target="../media/image94.png"/><Relationship Id="rId4" Type="http://schemas.openxmlformats.org/officeDocument/2006/relationships/tags" Target="../tags/tag453.xml"/><Relationship Id="rId9" Type="http://schemas.openxmlformats.org/officeDocument/2006/relationships/image" Target="../media/image93.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458.xml"/><Relationship Id="rId1" Type="http://schemas.openxmlformats.org/officeDocument/2006/relationships/tags" Target="../tags/tag457.xml"/><Relationship Id="rId5" Type="http://schemas.openxmlformats.org/officeDocument/2006/relationships/image" Target="../media/image96.png"/><Relationship Id="rId4" Type="http://schemas.openxmlformats.org/officeDocument/2006/relationships/image" Target="../media/image95.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460.xml"/><Relationship Id="rId1" Type="http://schemas.openxmlformats.org/officeDocument/2006/relationships/tags" Target="../tags/tag459.xml"/><Relationship Id="rId5" Type="http://schemas.openxmlformats.org/officeDocument/2006/relationships/image" Target="../media/image98.png"/><Relationship Id="rId4" Type="http://schemas.openxmlformats.org/officeDocument/2006/relationships/image" Target="../media/image97.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462.xml"/><Relationship Id="rId1" Type="http://schemas.openxmlformats.org/officeDocument/2006/relationships/tags" Target="../tags/tag461.xml"/><Relationship Id="rId5" Type="http://schemas.openxmlformats.org/officeDocument/2006/relationships/image" Target="../media/image100.png"/><Relationship Id="rId4" Type="http://schemas.openxmlformats.org/officeDocument/2006/relationships/image" Target="../media/image99.png"/></Relationships>
</file>

<file path=ppt/slides/_rels/slide4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slideLayout" Target="../slideLayouts/slideLayout16.xml"/><Relationship Id="rId1" Type="http://schemas.openxmlformats.org/officeDocument/2006/relationships/tags" Target="../tags/tag463.xml"/></Relationships>
</file>

<file path=ppt/slides/_rels/slide47.xml.rels><?xml version="1.0" encoding="UTF-8" standalone="yes"?>
<Relationships xmlns="http://schemas.openxmlformats.org/package/2006/relationships"><Relationship Id="rId8" Type="http://schemas.openxmlformats.org/officeDocument/2006/relationships/tags" Target="../tags/tag471.xml"/><Relationship Id="rId13" Type="http://schemas.openxmlformats.org/officeDocument/2006/relationships/tags" Target="../tags/tag476.xml"/><Relationship Id="rId18" Type="http://schemas.openxmlformats.org/officeDocument/2006/relationships/image" Target="../media/image89.tmp"/><Relationship Id="rId3" Type="http://schemas.openxmlformats.org/officeDocument/2006/relationships/tags" Target="../tags/tag466.xml"/><Relationship Id="rId7" Type="http://schemas.openxmlformats.org/officeDocument/2006/relationships/tags" Target="../tags/tag470.xml"/><Relationship Id="rId12" Type="http://schemas.openxmlformats.org/officeDocument/2006/relationships/tags" Target="../tags/tag475.xml"/><Relationship Id="rId17" Type="http://schemas.openxmlformats.org/officeDocument/2006/relationships/slideLayout" Target="../slideLayouts/slideLayout21.xml"/><Relationship Id="rId2" Type="http://schemas.openxmlformats.org/officeDocument/2006/relationships/tags" Target="../tags/tag465.xml"/><Relationship Id="rId16" Type="http://schemas.openxmlformats.org/officeDocument/2006/relationships/tags" Target="../tags/tag479.xml"/><Relationship Id="rId1" Type="http://schemas.openxmlformats.org/officeDocument/2006/relationships/tags" Target="../tags/tag464.xml"/><Relationship Id="rId6" Type="http://schemas.openxmlformats.org/officeDocument/2006/relationships/tags" Target="../tags/tag469.xml"/><Relationship Id="rId11" Type="http://schemas.openxmlformats.org/officeDocument/2006/relationships/tags" Target="../tags/tag474.xml"/><Relationship Id="rId5" Type="http://schemas.openxmlformats.org/officeDocument/2006/relationships/tags" Target="../tags/tag468.xml"/><Relationship Id="rId15" Type="http://schemas.openxmlformats.org/officeDocument/2006/relationships/tags" Target="../tags/tag478.xml"/><Relationship Id="rId10" Type="http://schemas.openxmlformats.org/officeDocument/2006/relationships/tags" Target="../tags/tag473.xml"/><Relationship Id="rId4" Type="http://schemas.openxmlformats.org/officeDocument/2006/relationships/tags" Target="../tags/tag467.xml"/><Relationship Id="rId9" Type="http://schemas.openxmlformats.org/officeDocument/2006/relationships/tags" Target="../tags/tag472.xml"/><Relationship Id="rId14" Type="http://schemas.openxmlformats.org/officeDocument/2006/relationships/tags" Target="../tags/tag477.xml"/></Relationships>
</file>

<file path=ppt/slides/_rels/slide48.xml.rels><?xml version="1.0" encoding="UTF-8" standalone="yes"?>
<Relationships xmlns="http://schemas.openxmlformats.org/package/2006/relationships"><Relationship Id="rId3" Type="http://schemas.openxmlformats.org/officeDocument/2006/relationships/tags" Target="../tags/tag482.xml"/><Relationship Id="rId2" Type="http://schemas.openxmlformats.org/officeDocument/2006/relationships/tags" Target="../tags/tag481.xml"/><Relationship Id="rId1" Type="http://schemas.openxmlformats.org/officeDocument/2006/relationships/tags" Target="../tags/tag480.xml"/><Relationship Id="rId5" Type="http://schemas.openxmlformats.org/officeDocument/2006/relationships/slideLayout" Target="../slideLayouts/slideLayout21.xml"/><Relationship Id="rId4" Type="http://schemas.openxmlformats.org/officeDocument/2006/relationships/tags" Target="../tags/tag483.xml"/></Relationships>
</file>

<file path=ppt/slides/_rels/slide49.xml.rels><?xml version="1.0" encoding="UTF-8" standalone="yes"?>
<Relationships xmlns="http://schemas.openxmlformats.org/package/2006/relationships"><Relationship Id="rId8" Type="http://schemas.openxmlformats.org/officeDocument/2006/relationships/tags" Target="../tags/tag491.xml"/><Relationship Id="rId3" Type="http://schemas.openxmlformats.org/officeDocument/2006/relationships/tags" Target="../tags/tag486.xml"/><Relationship Id="rId7" Type="http://schemas.openxmlformats.org/officeDocument/2006/relationships/tags" Target="../tags/tag490.xml"/><Relationship Id="rId12" Type="http://schemas.openxmlformats.org/officeDocument/2006/relationships/image" Target="../media/image29.png"/><Relationship Id="rId2" Type="http://schemas.openxmlformats.org/officeDocument/2006/relationships/tags" Target="../tags/tag485.xml"/><Relationship Id="rId1" Type="http://schemas.openxmlformats.org/officeDocument/2006/relationships/tags" Target="../tags/tag484.xml"/><Relationship Id="rId6" Type="http://schemas.openxmlformats.org/officeDocument/2006/relationships/tags" Target="../tags/tag489.xml"/><Relationship Id="rId11" Type="http://schemas.openxmlformats.org/officeDocument/2006/relationships/slideLayout" Target="../slideLayouts/slideLayout21.xml"/><Relationship Id="rId5" Type="http://schemas.openxmlformats.org/officeDocument/2006/relationships/tags" Target="../tags/tag488.xml"/><Relationship Id="rId10" Type="http://schemas.openxmlformats.org/officeDocument/2006/relationships/tags" Target="../tags/tag493.xml"/><Relationship Id="rId4" Type="http://schemas.openxmlformats.org/officeDocument/2006/relationships/tags" Target="../tags/tag487.xml"/><Relationship Id="rId9" Type="http://schemas.openxmlformats.org/officeDocument/2006/relationships/tags" Target="../tags/tag492.xml"/></Relationships>
</file>

<file path=ppt/slides/_rels/slide50.xml.rels><?xml version="1.0" encoding="UTF-8" standalone="yes"?>
<Relationships xmlns="http://schemas.openxmlformats.org/package/2006/relationships"><Relationship Id="rId3" Type="http://schemas.openxmlformats.org/officeDocument/2006/relationships/tags" Target="../tags/tag496.xml"/><Relationship Id="rId2" Type="http://schemas.openxmlformats.org/officeDocument/2006/relationships/tags" Target="../tags/tag495.xml"/><Relationship Id="rId1" Type="http://schemas.openxmlformats.org/officeDocument/2006/relationships/tags" Target="../tags/tag494.xml"/><Relationship Id="rId6" Type="http://schemas.openxmlformats.org/officeDocument/2006/relationships/image" Target="../media/image102.png"/><Relationship Id="rId5" Type="http://schemas.openxmlformats.org/officeDocument/2006/relationships/slideLayout" Target="../slideLayouts/slideLayout21.xml"/><Relationship Id="rId4" Type="http://schemas.openxmlformats.org/officeDocument/2006/relationships/tags" Target="../tags/tag497.xml"/></Relationships>
</file>

<file path=ppt/slides/_rels/slide51.xml.rels><?xml version="1.0" encoding="UTF-8" standalone="yes"?>
<Relationships xmlns="http://schemas.openxmlformats.org/package/2006/relationships"><Relationship Id="rId8" Type="http://schemas.openxmlformats.org/officeDocument/2006/relationships/image" Target="../media/image104.gif"/><Relationship Id="rId3" Type="http://schemas.openxmlformats.org/officeDocument/2006/relationships/tags" Target="../tags/tag500.xml"/><Relationship Id="rId7" Type="http://schemas.openxmlformats.org/officeDocument/2006/relationships/image" Target="../media/image103.png"/><Relationship Id="rId2" Type="http://schemas.openxmlformats.org/officeDocument/2006/relationships/tags" Target="../tags/tag499.xml"/><Relationship Id="rId1" Type="http://schemas.openxmlformats.org/officeDocument/2006/relationships/tags" Target="../tags/tag498.xml"/><Relationship Id="rId6" Type="http://schemas.openxmlformats.org/officeDocument/2006/relationships/slideLayout" Target="../slideLayouts/slideLayout21.xml"/><Relationship Id="rId5" Type="http://schemas.openxmlformats.org/officeDocument/2006/relationships/tags" Target="../tags/tag502.xml"/><Relationship Id="rId4" Type="http://schemas.openxmlformats.org/officeDocument/2006/relationships/tags" Target="../tags/tag501.xml"/><Relationship Id="rId9" Type="http://schemas.openxmlformats.org/officeDocument/2006/relationships/image" Target="../media/image105.jpeg"/></Relationships>
</file>

<file path=ppt/slides/_rels/slide52.xml.rels><?xml version="1.0" encoding="UTF-8" standalone="yes"?>
<Relationships xmlns="http://schemas.openxmlformats.org/package/2006/relationships"><Relationship Id="rId8" Type="http://schemas.openxmlformats.org/officeDocument/2006/relationships/tags" Target="../tags/tag510.xml"/><Relationship Id="rId13" Type="http://schemas.openxmlformats.org/officeDocument/2006/relationships/tags" Target="../tags/tag515.xml"/><Relationship Id="rId3" Type="http://schemas.openxmlformats.org/officeDocument/2006/relationships/tags" Target="../tags/tag505.xml"/><Relationship Id="rId7" Type="http://schemas.openxmlformats.org/officeDocument/2006/relationships/tags" Target="../tags/tag509.xml"/><Relationship Id="rId12" Type="http://schemas.openxmlformats.org/officeDocument/2006/relationships/tags" Target="../tags/tag514.xml"/><Relationship Id="rId2" Type="http://schemas.openxmlformats.org/officeDocument/2006/relationships/tags" Target="../tags/tag504.xml"/><Relationship Id="rId1" Type="http://schemas.openxmlformats.org/officeDocument/2006/relationships/tags" Target="../tags/tag503.xml"/><Relationship Id="rId6" Type="http://schemas.openxmlformats.org/officeDocument/2006/relationships/tags" Target="../tags/tag508.xml"/><Relationship Id="rId11" Type="http://schemas.openxmlformats.org/officeDocument/2006/relationships/tags" Target="../tags/tag513.xml"/><Relationship Id="rId5" Type="http://schemas.openxmlformats.org/officeDocument/2006/relationships/tags" Target="../tags/tag507.xml"/><Relationship Id="rId15" Type="http://schemas.openxmlformats.org/officeDocument/2006/relationships/image" Target="../media/image29.png"/><Relationship Id="rId10" Type="http://schemas.openxmlformats.org/officeDocument/2006/relationships/tags" Target="../tags/tag512.xml"/><Relationship Id="rId4" Type="http://schemas.openxmlformats.org/officeDocument/2006/relationships/tags" Target="../tags/tag506.xml"/><Relationship Id="rId9" Type="http://schemas.openxmlformats.org/officeDocument/2006/relationships/tags" Target="../tags/tag511.xml"/><Relationship Id="rId14"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tags" Target="../tags/tag518.xml"/><Relationship Id="rId7" Type="http://schemas.openxmlformats.org/officeDocument/2006/relationships/slideLayout" Target="../slideLayouts/slideLayout21.xml"/><Relationship Id="rId2" Type="http://schemas.openxmlformats.org/officeDocument/2006/relationships/tags" Target="../tags/tag517.xml"/><Relationship Id="rId1" Type="http://schemas.openxmlformats.org/officeDocument/2006/relationships/tags" Target="../tags/tag516.xml"/><Relationship Id="rId6" Type="http://schemas.openxmlformats.org/officeDocument/2006/relationships/tags" Target="../tags/tag521.xml"/><Relationship Id="rId5" Type="http://schemas.openxmlformats.org/officeDocument/2006/relationships/tags" Target="../tags/tag520.xml"/><Relationship Id="rId4" Type="http://schemas.openxmlformats.org/officeDocument/2006/relationships/tags" Target="../tags/tag519.xml"/><Relationship Id="rId9" Type="http://schemas.openxmlformats.org/officeDocument/2006/relationships/image" Target="../media/image107.png"/></Relationships>
</file>

<file path=ppt/slides/_rels/slide54.xml.rels><?xml version="1.0" encoding="UTF-8" standalone="yes"?>
<Relationships xmlns="http://schemas.openxmlformats.org/package/2006/relationships"><Relationship Id="rId8" Type="http://schemas.openxmlformats.org/officeDocument/2006/relationships/tags" Target="../tags/tag529.xml"/><Relationship Id="rId13" Type="http://schemas.openxmlformats.org/officeDocument/2006/relationships/image" Target="../media/image111.png"/><Relationship Id="rId3" Type="http://schemas.openxmlformats.org/officeDocument/2006/relationships/tags" Target="../tags/tag524.xml"/><Relationship Id="rId7" Type="http://schemas.openxmlformats.org/officeDocument/2006/relationships/tags" Target="../tags/tag528.xml"/><Relationship Id="rId12" Type="http://schemas.openxmlformats.org/officeDocument/2006/relationships/image" Target="../media/image110.png"/><Relationship Id="rId2" Type="http://schemas.openxmlformats.org/officeDocument/2006/relationships/tags" Target="../tags/tag523.xml"/><Relationship Id="rId1" Type="http://schemas.openxmlformats.org/officeDocument/2006/relationships/tags" Target="../tags/tag522.xml"/><Relationship Id="rId6" Type="http://schemas.openxmlformats.org/officeDocument/2006/relationships/tags" Target="../tags/tag527.xml"/><Relationship Id="rId11" Type="http://schemas.openxmlformats.org/officeDocument/2006/relationships/image" Target="../media/image109.png"/><Relationship Id="rId5" Type="http://schemas.openxmlformats.org/officeDocument/2006/relationships/tags" Target="../tags/tag526.xml"/><Relationship Id="rId10" Type="http://schemas.openxmlformats.org/officeDocument/2006/relationships/image" Target="../media/image108.png"/><Relationship Id="rId4" Type="http://schemas.openxmlformats.org/officeDocument/2006/relationships/tags" Target="../tags/tag525.xml"/><Relationship Id="rId9" Type="http://schemas.openxmlformats.org/officeDocument/2006/relationships/slideLayout" Target="../slideLayouts/slideLayout21.xml"/></Relationships>
</file>

<file path=ppt/slides/_rels/slide55.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tags" Target="../tags/tag532.xml"/><Relationship Id="rId7" Type="http://schemas.openxmlformats.org/officeDocument/2006/relationships/tags" Target="../tags/tag536.xml"/><Relationship Id="rId2" Type="http://schemas.openxmlformats.org/officeDocument/2006/relationships/tags" Target="../tags/tag531.xml"/><Relationship Id="rId1" Type="http://schemas.openxmlformats.org/officeDocument/2006/relationships/tags" Target="../tags/tag530.xml"/><Relationship Id="rId6" Type="http://schemas.openxmlformats.org/officeDocument/2006/relationships/tags" Target="../tags/tag535.xml"/><Relationship Id="rId5" Type="http://schemas.openxmlformats.org/officeDocument/2006/relationships/tags" Target="../tags/tag534.xml"/><Relationship Id="rId4" Type="http://schemas.openxmlformats.org/officeDocument/2006/relationships/tags" Target="../tags/tag533.xml"/></Relationships>
</file>

<file path=ppt/slides/_rels/slide56.xml.rels><?xml version="1.0" encoding="UTF-8" standalone="yes"?>
<Relationships xmlns="http://schemas.openxmlformats.org/package/2006/relationships"><Relationship Id="rId3" Type="http://schemas.openxmlformats.org/officeDocument/2006/relationships/tags" Target="../tags/tag539.xml"/><Relationship Id="rId7" Type="http://schemas.openxmlformats.org/officeDocument/2006/relationships/slideLayout" Target="../slideLayouts/slideLayout21.xml"/><Relationship Id="rId2" Type="http://schemas.openxmlformats.org/officeDocument/2006/relationships/tags" Target="../tags/tag538.xml"/><Relationship Id="rId1" Type="http://schemas.openxmlformats.org/officeDocument/2006/relationships/tags" Target="../tags/tag537.xml"/><Relationship Id="rId6" Type="http://schemas.openxmlformats.org/officeDocument/2006/relationships/tags" Target="../tags/tag542.xml"/><Relationship Id="rId5" Type="http://schemas.openxmlformats.org/officeDocument/2006/relationships/tags" Target="../tags/tag541.xml"/><Relationship Id="rId4" Type="http://schemas.openxmlformats.org/officeDocument/2006/relationships/tags" Target="../tags/tag540.xml"/></Relationships>
</file>

<file path=ppt/slides/_rels/slide57.xml.rels><?xml version="1.0" encoding="UTF-8" standalone="yes"?>
<Relationships xmlns="http://schemas.openxmlformats.org/package/2006/relationships"><Relationship Id="rId3" Type="http://schemas.openxmlformats.org/officeDocument/2006/relationships/tags" Target="../tags/tag545.xml"/><Relationship Id="rId2" Type="http://schemas.openxmlformats.org/officeDocument/2006/relationships/tags" Target="../tags/tag544.xml"/><Relationship Id="rId1" Type="http://schemas.openxmlformats.org/officeDocument/2006/relationships/tags" Target="../tags/tag543.xml"/><Relationship Id="rId6" Type="http://schemas.openxmlformats.org/officeDocument/2006/relationships/slideLayout" Target="../slideLayouts/slideLayout21.xml"/><Relationship Id="rId5" Type="http://schemas.openxmlformats.org/officeDocument/2006/relationships/tags" Target="../tags/tag547.xml"/><Relationship Id="rId4" Type="http://schemas.openxmlformats.org/officeDocument/2006/relationships/tags" Target="../tags/tag546.xml"/></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tags" Target="../tags/tag550.xml"/><Relationship Id="rId7" Type="http://schemas.openxmlformats.org/officeDocument/2006/relationships/image" Target="../media/image112.png"/><Relationship Id="rId2" Type="http://schemas.openxmlformats.org/officeDocument/2006/relationships/tags" Target="../tags/tag549.xml"/><Relationship Id="rId1" Type="http://schemas.openxmlformats.org/officeDocument/2006/relationships/tags" Target="../tags/tag548.xml"/><Relationship Id="rId6" Type="http://schemas.openxmlformats.org/officeDocument/2006/relationships/slideLayout" Target="../slideLayouts/slideLayout21.xml"/><Relationship Id="rId11" Type="http://schemas.openxmlformats.org/officeDocument/2006/relationships/image" Target="../media/image115.png"/><Relationship Id="rId5" Type="http://schemas.openxmlformats.org/officeDocument/2006/relationships/tags" Target="../tags/tag552.xml"/><Relationship Id="rId10" Type="http://schemas.openxmlformats.org/officeDocument/2006/relationships/image" Target="../media/image114.png"/><Relationship Id="rId4" Type="http://schemas.openxmlformats.org/officeDocument/2006/relationships/tags" Target="../tags/tag551.xml"/><Relationship Id="rId9" Type="http://schemas.openxmlformats.org/officeDocument/2006/relationships/image" Target="../media/image113.w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116.png"/><Relationship Id="rId1" Type="http://schemas.openxmlformats.org/officeDocument/2006/relationships/slideLayout" Target="../slideLayouts/slideLayout16.xml"/><Relationship Id="rId4" Type="http://schemas.openxmlformats.org/officeDocument/2006/relationships/image" Target="../media/image117.wmf"/></Relationships>
</file>

<file path=ppt/slides/_rels/slide60.xml.rels><?xml version="1.0" encoding="UTF-8" standalone="yes"?>
<Relationships xmlns="http://schemas.openxmlformats.org/package/2006/relationships"><Relationship Id="rId3" Type="http://schemas.openxmlformats.org/officeDocument/2006/relationships/tags" Target="../tags/tag555.xml"/><Relationship Id="rId7" Type="http://schemas.openxmlformats.org/officeDocument/2006/relationships/slideLayout" Target="../slideLayouts/slideLayout21.xml"/><Relationship Id="rId2" Type="http://schemas.openxmlformats.org/officeDocument/2006/relationships/tags" Target="../tags/tag554.xml"/><Relationship Id="rId1" Type="http://schemas.openxmlformats.org/officeDocument/2006/relationships/tags" Target="../tags/tag553.xml"/><Relationship Id="rId6" Type="http://schemas.openxmlformats.org/officeDocument/2006/relationships/tags" Target="../tags/tag558.xml"/><Relationship Id="rId5" Type="http://schemas.openxmlformats.org/officeDocument/2006/relationships/tags" Target="../tags/tag557.xml"/><Relationship Id="rId4" Type="http://schemas.openxmlformats.org/officeDocument/2006/relationships/tags" Target="../tags/tag556.xml"/></Relationships>
</file>

<file path=ppt/slides/_rels/slide61.xml.rels><?xml version="1.0" encoding="UTF-8" standalone="yes"?>
<Relationships xmlns="http://schemas.openxmlformats.org/package/2006/relationships"><Relationship Id="rId3" Type="http://schemas.openxmlformats.org/officeDocument/2006/relationships/tags" Target="../tags/tag561.xml"/><Relationship Id="rId2" Type="http://schemas.openxmlformats.org/officeDocument/2006/relationships/tags" Target="../tags/tag560.xml"/><Relationship Id="rId1" Type="http://schemas.openxmlformats.org/officeDocument/2006/relationships/tags" Target="../tags/tag559.xml"/><Relationship Id="rId6" Type="http://schemas.openxmlformats.org/officeDocument/2006/relationships/slideLayout" Target="../slideLayouts/slideLayout21.xml"/><Relationship Id="rId5" Type="http://schemas.openxmlformats.org/officeDocument/2006/relationships/tags" Target="../tags/tag563.xml"/><Relationship Id="rId4" Type="http://schemas.openxmlformats.org/officeDocument/2006/relationships/tags" Target="../tags/tag562.xml"/></Relationships>
</file>

<file path=ppt/slides/_rels/slide62.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tags" Target="../tags/tag566.xml"/><Relationship Id="rId7" Type="http://schemas.openxmlformats.org/officeDocument/2006/relationships/slideLayout" Target="../slideLayouts/slideLayout21.xml"/><Relationship Id="rId2" Type="http://schemas.openxmlformats.org/officeDocument/2006/relationships/tags" Target="../tags/tag565.xml"/><Relationship Id="rId1" Type="http://schemas.openxmlformats.org/officeDocument/2006/relationships/tags" Target="../tags/tag564.xml"/><Relationship Id="rId6" Type="http://schemas.openxmlformats.org/officeDocument/2006/relationships/tags" Target="../tags/tag569.xml"/><Relationship Id="rId5" Type="http://schemas.openxmlformats.org/officeDocument/2006/relationships/tags" Target="../tags/tag568.xml"/><Relationship Id="rId4" Type="http://schemas.openxmlformats.org/officeDocument/2006/relationships/tags" Target="../tags/tag567.xml"/><Relationship Id="rId9" Type="http://schemas.openxmlformats.org/officeDocument/2006/relationships/image" Target="../media/image119.png"/></Relationships>
</file>

<file path=ppt/slides/_rels/slide63.xml.rels><?xml version="1.0" encoding="UTF-8" standalone="yes"?>
<Relationships xmlns="http://schemas.openxmlformats.org/package/2006/relationships"><Relationship Id="rId8" Type="http://schemas.openxmlformats.org/officeDocument/2006/relationships/tags" Target="../tags/tag577.xml"/><Relationship Id="rId13" Type="http://schemas.openxmlformats.org/officeDocument/2006/relationships/tags" Target="../tags/tag582.xml"/><Relationship Id="rId3" Type="http://schemas.openxmlformats.org/officeDocument/2006/relationships/tags" Target="../tags/tag572.xml"/><Relationship Id="rId7" Type="http://schemas.openxmlformats.org/officeDocument/2006/relationships/tags" Target="../tags/tag576.xml"/><Relationship Id="rId12" Type="http://schemas.openxmlformats.org/officeDocument/2006/relationships/tags" Target="../tags/tag581.xml"/><Relationship Id="rId2" Type="http://schemas.openxmlformats.org/officeDocument/2006/relationships/tags" Target="../tags/tag571.xml"/><Relationship Id="rId1" Type="http://schemas.openxmlformats.org/officeDocument/2006/relationships/tags" Target="../tags/tag570.xml"/><Relationship Id="rId6" Type="http://schemas.openxmlformats.org/officeDocument/2006/relationships/tags" Target="../tags/tag575.xml"/><Relationship Id="rId11" Type="http://schemas.openxmlformats.org/officeDocument/2006/relationships/tags" Target="../tags/tag580.xml"/><Relationship Id="rId5" Type="http://schemas.openxmlformats.org/officeDocument/2006/relationships/tags" Target="../tags/tag574.xml"/><Relationship Id="rId15" Type="http://schemas.openxmlformats.org/officeDocument/2006/relationships/image" Target="../media/image29.png"/><Relationship Id="rId10" Type="http://schemas.openxmlformats.org/officeDocument/2006/relationships/tags" Target="../tags/tag579.xml"/><Relationship Id="rId4" Type="http://schemas.openxmlformats.org/officeDocument/2006/relationships/tags" Target="../tags/tag573.xml"/><Relationship Id="rId9" Type="http://schemas.openxmlformats.org/officeDocument/2006/relationships/tags" Target="../tags/tag578.xml"/><Relationship Id="rId14" Type="http://schemas.openxmlformats.org/officeDocument/2006/relationships/slideLayout" Target="../slideLayouts/slideLayout2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tags" Target="../tags/tag585.xml"/><Relationship Id="rId7" Type="http://schemas.openxmlformats.org/officeDocument/2006/relationships/image" Target="../media/image121.png"/><Relationship Id="rId2" Type="http://schemas.openxmlformats.org/officeDocument/2006/relationships/tags" Target="../tags/tag584.xml"/><Relationship Id="rId1" Type="http://schemas.openxmlformats.org/officeDocument/2006/relationships/tags" Target="../tags/tag583.xml"/><Relationship Id="rId6" Type="http://schemas.openxmlformats.org/officeDocument/2006/relationships/image" Target="../media/image120.png"/><Relationship Id="rId5" Type="http://schemas.openxmlformats.org/officeDocument/2006/relationships/slideLayout" Target="../slideLayouts/slideLayout21.xml"/><Relationship Id="rId4" Type="http://schemas.openxmlformats.org/officeDocument/2006/relationships/tags" Target="../tags/tag586.xml"/><Relationship Id="rId9" Type="http://schemas.openxmlformats.org/officeDocument/2006/relationships/image" Target="../media/image123.png"/></Relationships>
</file>

<file path=ppt/slides/_rels/slide66.xml.rels><?xml version="1.0" encoding="UTF-8" standalone="yes"?>
<Relationships xmlns="http://schemas.openxmlformats.org/package/2006/relationships"><Relationship Id="rId3" Type="http://schemas.openxmlformats.org/officeDocument/2006/relationships/tags" Target="../tags/tag589.xml"/><Relationship Id="rId2" Type="http://schemas.openxmlformats.org/officeDocument/2006/relationships/tags" Target="../tags/tag588.xml"/><Relationship Id="rId1" Type="http://schemas.openxmlformats.org/officeDocument/2006/relationships/tags" Target="../tags/tag587.xml"/><Relationship Id="rId6" Type="http://schemas.openxmlformats.org/officeDocument/2006/relationships/slideLayout" Target="../slideLayouts/slideLayout21.xml"/><Relationship Id="rId5" Type="http://schemas.openxmlformats.org/officeDocument/2006/relationships/tags" Target="../tags/tag591.xml"/><Relationship Id="rId4" Type="http://schemas.openxmlformats.org/officeDocument/2006/relationships/tags" Target="../tags/tag590.xml"/></Relationships>
</file>

<file path=ppt/slides/_rels/slide67.xml.rels><?xml version="1.0" encoding="UTF-8" standalone="yes"?>
<Relationships xmlns="http://schemas.openxmlformats.org/package/2006/relationships"><Relationship Id="rId8" Type="http://schemas.openxmlformats.org/officeDocument/2006/relationships/image" Target="../media/image124.emf"/><Relationship Id="rId13" Type="http://schemas.openxmlformats.org/officeDocument/2006/relationships/hyperlink" Target="http://www.ieee.org/web/publications/rights/ID_Plagiarism.html" TargetMode="External"/><Relationship Id="rId3" Type="http://schemas.openxmlformats.org/officeDocument/2006/relationships/tags" Target="../tags/tag594.xml"/><Relationship Id="rId7" Type="http://schemas.openxmlformats.org/officeDocument/2006/relationships/oleObject" Target="../embeddings/oleObject3.bin"/><Relationship Id="rId12" Type="http://schemas.openxmlformats.org/officeDocument/2006/relationships/image" Target="../media/image126.png"/><Relationship Id="rId2" Type="http://schemas.openxmlformats.org/officeDocument/2006/relationships/tags" Target="../tags/tag593.xml"/><Relationship Id="rId1" Type="http://schemas.openxmlformats.org/officeDocument/2006/relationships/tags" Target="../tags/tag592.xml"/><Relationship Id="rId6" Type="http://schemas.openxmlformats.org/officeDocument/2006/relationships/slideLayout" Target="../slideLayouts/slideLayout21.xml"/><Relationship Id="rId11" Type="http://schemas.openxmlformats.org/officeDocument/2006/relationships/oleObject" Target="../embeddings/oleObject5.bin"/><Relationship Id="rId5" Type="http://schemas.openxmlformats.org/officeDocument/2006/relationships/tags" Target="../tags/tag596.xml"/><Relationship Id="rId10" Type="http://schemas.openxmlformats.org/officeDocument/2006/relationships/image" Target="../media/image125.png"/><Relationship Id="rId4" Type="http://schemas.openxmlformats.org/officeDocument/2006/relationships/tags" Target="../tags/tag595.xml"/><Relationship Id="rId9" Type="http://schemas.openxmlformats.org/officeDocument/2006/relationships/oleObject" Target="../embeddings/oleObject4.bin"/><Relationship Id="rId14" Type="http://schemas.openxmlformats.org/officeDocument/2006/relationships/hyperlink" Target="http://www.ieee.org/portal/site/tionline/menuitem.130a3558587d56e8fb2275875bac26c8/index.jsp?&amp;pName=institute_level1_article&amp;article=tionline/legacy/inst2004/dec04/12w.pub.xml" TargetMode="External"/></Relationships>
</file>

<file path=ppt/slides/_rels/slide68.xml.rels><?xml version="1.0" encoding="UTF-8" standalone="yes"?>
<Relationships xmlns="http://schemas.openxmlformats.org/package/2006/relationships"><Relationship Id="rId3" Type="http://schemas.openxmlformats.org/officeDocument/2006/relationships/tags" Target="../tags/tag599.xml"/><Relationship Id="rId2" Type="http://schemas.openxmlformats.org/officeDocument/2006/relationships/tags" Target="../tags/tag598.xml"/><Relationship Id="rId1" Type="http://schemas.openxmlformats.org/officeDocument/2006/relationships/tags" Target="../tags/tag597.xml"/><Relationship Id="rId5" Type="http://schemas.openxmlformats.org/officeDocument/2006/relationships/slideLayout" Target="../slideLayouts/slideLayout16.xml"/><Relationship Id="rId4" Type="http://schemas.openxmlformats.org/officeDocument/2006/relationships/tags" Target="../tags/tag600.xml"/></Relationships>
</file>

<file path=ppt/slides/_rels/slide69.xml.rels><?xml version="1.0" encoding="UTF-8" standalone="yes"?>
<Relationships xmlns="http://schemas.openxmlformats.org/package/2006/relationships"><Relationship Id="rId3" Type="http://schemas.openxmlformats.org/officeDocument/2006/relationships/tags" Target="../tags/tag603.xml"/><Relationship Id="rId2" Type="http://schemas.openxmlformats.org/officeDocument/2006/relationships/tags" Target="../tags/tag602.xml"/><Relationship Id="rId1" Type="http://schemas.openxmlformats.org/officeDocument/2006/relationships/tags" Target="../tags/tag601.xml"/><Relationship Id="rId6" Type="http://schemas.openxmlformats.org/officeDocument/2006/relationships/slideLayout" Target="../slideLayouts/slideLayout21.xml"/><Relationship Id="rId5" Type="http://schemas.openxmlformats.org/officeDocument/2006/relationships/tags" Target="../tags/tag605.xml"/><Relationship Id="rId4" Type="http://schemas.openxmlformats.org/officeDocument/2006/relationships/tags" Target="../tags/tag604.xml"/></Relationships>
</file>

<file path=ppt/slides/_rels/slide70.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tags" Target="../tags/tag608.xml"/><Relationship Id="rId7" Type="http://schemas.openxmlformats.org/officeDocument/2006/relationships/tags" Target="../tags/tag612.xml"/><Relationship Id="rId2" Type="http://schemas.openxmlformats.org/officeDocument/2006/relationships/tags" Target="../tags/tag607.xml"/><Relationship Id="rId1" Type="http://schemas.openxmlformats.org/officeDocument/2006/relationships/tags" Target="../tags/tag606.xml"/><Relationship Id="rId6" Type="http://schemas.openxmlformats.org/officeDocument/2006/relationships/tags" Target="../tags/tag611.xml"/><Relationship Id="rId5" Type="http://schemas.openxmlformats.org/officeDocument/2006/relationships/tags" Target="../tags/tag610.xml"/><Relationship Id="rId4" Type="http://schemas.openxmlformats.org/officeDocument/2006/relationships/tags" Target="../tags/tag609.xml"/></Relationships>
</file>

<file path=ppt/slides/_rels/slide71.xml.rels><?xml version="1.0" encoding="UTF-8" standalone="yes"?>
<Relationships xmlns="http://schemas.openxmlformats.org/package/2006/relationships"><Relationship Id="rId8" Type="http://schemas.openxmlformats.org/officeDocument/2006/relationships/tags" Target="../tags/tag620.xml"/><Relationship Id="rId3" Type="http://schemas.openxmlformats.org/officeDocument/2006/relationships/tags" Target="../tags/tag615.xml"/><Relationship Id="rId7" Type="http://schemas.openxmlformats.org/officeDocument/2006/relationships/tags" Target="../tags/tag619.xml"/><Relationship Id="rId2" Type="http://schemas.openxmlformats.org/officeDocument/2006/relationships/tags" Target="../tags/tag614.xml"/><Relationship Id="rId1" Type="http://schemas.openxmlformats.org/officeDocument/2006/relationships/tags" Target="../tags/tag613.xml"/><Relationship Id="rId6" Type="http://schemas.openxmlformats.org/officeDocument/2006/relationships/tags" Target="../tags/tag618.xml"/><Relationship Id="rId5" Type="http://schemas.openxmlformats.org/officeDocument/2006/relationships/tags" Target="../tags/tag617.xml"/><Relationship Id="rId4" Type="http://schemas.openxmlformats.org/officeDocument/2006/relationships/tags" Target="../tags/tag616.xml"/><Relationship Id="rId9" Type="http://schemas.openxmlformats.org/officeDocument/2006/relationships/slideLayout" Target="../slideLayouts/slideLayout21.xml"/></Relationships>
</file>

<file path=ppt/slides/_rels/slide72.xml.rels><?xml version="1.0" encoding="UTF-8" standalone="yes"?>
<Relationships xmlns="http://schemas.openxmlformats.org/package/2006/relationships"><Relationship Id="rId8" Type="http://schemas.openxmlformats.org/officeDocument/2006/relationships/tags" Target="../tags/tag628.xml"/><Relationship Id="rId3" Type="http://schemas.openxmlformats.org/officeDocument/2006/relationships/tags" Target="../tags/tag623.xml"/><Relationship Id="rId7" Type="http://schemas.openxmlformats.org/officeDocument/2006/relationships/tags" Target="../tags/tag627.xml"/><Relationship Id="rId2" Type="http://schemas.openxmlformats.org/officeDocument/2006/relationships/tags" Target="../tags/tag622.xml"/><Relationship Id="rId1" Type="http://schemas.openxmlformats.org/officeDocument/2006/relationships/tags" Target="../tags/tag621.xml"/><Relationship Id="rId6" Type="http://schemas.openxmlformats.org/officeDocument/2006/relationships/tags" Target="../tags/tag626.xml"/><Relationship Id="rId5" Type="http://schemas.openxmlformats.org/officeDocument/2006/relationships/tags" Target="../tags/tag625.xml"/><Relationship Id="rId10" Type="http://schemas.openxmlformats.org/officeDocument/2006/relationships/slideLayout" Target="../slideLayouts/slideLayout21.xml"/><Relationship Id="rId4" Type="http://schemas.openxmlformats.org/officeDocument/2006/relationships/tags" Target="../tags/tag624.xml"/><Relationship Id="rId9" Type="http://schemas.openxmlformats.org/officeDocument/2006/relationships/tags" Target="../tags/tag629.xml"/></Relationships>
</file>

<file path=ppt/slides/_rels/slide73.xml.rels><?xml version="1.0" encoding="UTF-8" standalone="yes"?>
<Relationships xmlns="http://schemas.openxmlformats.org/package/2006/relationships"><Relationship Id="rId3" Type="http://schemas.openxmlformats.org/officeDocument/2006/relationships/tags" Target="../tags/tag632.xml"/><Relationship Id="rId7" Type="http://schemas.openxmlformats.org/officeDocument/2006/relationships/image" Target="../media/image128.png"/><Relationship Id="rId2" Type="http://schemas.openxmlformats.org/officeDocument/2006/relationships/tags" Target="../tags/tag631.xml"/><Relationship Id="rId1" Type="http://schemas.openxmlformats.org/officeDocument/2006/relationships/tags" Target="../tags/tag630.xml"/><Relationship Id="rId6" Type="http://schemas.openxmlformats.org/officeDocument/2006/relationships/image" Target="../media/image127.png"/><Relationship Id="rId5" Type="http://schemas.openxmlformats.org/officeDocument/2006/relationships/slideLayout" Target="../slideLayouts/slideLayout21.xml"/><Relationship Id="rId4" Type="http://schemas.openxmlformats.org/officeDocument/2006/relationships/tags" Target="../tags/tag633.xml"/></Relationships>
</file>

<file path=ppt/slides/_rels/slide74.xml.rels><?xml version="1.0" encoding="UTF-8" standalone="yes"?>
<Relationships xmlns="http://schemas.openxmlformats.org/package/2006/relationships"><Relationship Id="rId8" Type="http://schemas.openxmlformats.org/officeDocument/2006/relationships/tags" Target="../tags/tag641.xml"/><Relationship Id="rId13" Type="http://schemas.openxmlformats.org/officeDocument/2006/relationships/image" Target="../media/image129.png"/><Relationship Id="rId3" Type="http://schemas.openxmlformats.org/officeDocument/2006/relationships/tags" Target="../tags/tag636.xml"/><Relationship Id="rId7" Type="http://schemas.openxmlformats.org/officeDocument/2006/relationships/tags" Target="../tags/tag640.xml"/><Relationship Id="rId12" Type="http://schemas.openxmlformats.org/officeDocument/2006/relationships/slideLayout" Target="../slideLayouts/slideLayout21.xml"/><Relationship Id="rId2" Type="http://schemas.openxmlformats.org/officeDocument/2006/relationships/tags" Target="../tags/tag635.xml"/><Relationship Id="rId1" Type="http://schemas.openxmlformats.org/officeDocument/2006/relationships/tags" Target="../tags/tag634.xml"/><Relationship Id="rId6" Type="http://schemas.openxmlformats.org/officeDocument/2006/relationships/tags" Target="../tags/tag639.xml"/><Relationship Id="rId11" Type="http://schemas.openxmlformats.org/officeDocument/2006/relationships/tags" Target="../tags/tag644.xml"/><Relationship Id="rId5" Type="http://schemas.openxmlformats.org/officeDocument/2006/relationships/tags" Target="../tags/tag638.xml"/><Relationship Id="rId10" Type="http://schemas.openxmlformats.org/officeDocument/2006/relationships/tags" Target="../tags/tag643.xml"/><Relationship Id="rId4" Type="http://schemas.openxmlformats.org/officeDocument/2006/relationships/tags" Target="../tags/tag637.xml"/><Relationship Id="rId9" Type="http://schemas.openxmlformats.org/officeDocument/2006/relationships/tags" Target="../tags/tag642.xml"/></Relationships>
</file>

<file path=ppt/slides/_rels/slide75.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tags" Target="../tags/tag647.xml"/><Relationship Id="rId7" Type="http://schemas.openxmlformats.org/officeDocument/2006/relationships/tags" Target="../tags/tag651.xml"/><Relationship Id="rId2" Type="http://schemas.openxmlformats.org/officeDocument/2006/relationships/tags" Target="../tags/tag646.xml"/><Relationship Id="rId1" Type="http://schemas.openxmlformats.org/officeDocument/2006/relationships/tags" Target="../tags/tag645.xml"/><Relationship Id="rId6" Type="http://schemas.openxmlformats.org/officeDocument/2006/relationships/tags" Target="../tags/tag650.xml"/><Relationship Id="rId5" Type="http://schemas.openxmlformats.org/officeDocument/2006/relationships/tags" Target="../tags/tag649.xml"/><Relationship Id="rId4" Type="http://schemas.openxmlformats.org/officeDocument/2006/relationships/tags" Target="../tags/tag648.xml"/><Relationship Id="rId9" Type="http://schemas.openxmlformats.org/officeDocument/2006/relationships/image" Target="../media/image130.png"/></Relationships>
</file>

<file path=ppt/slides/_rels/slide76.xml.rels><?xml version="1.0" encoding="UTF-8" standalone="yes"?>
<Relationships xmlns="http://schemas.openxmlformats.org/package/2006/relationships"><Relationship Id="rId8" Type="http://schemas.openxmlformats.org/officeDocument/2006/relationships/tags" Target="../tags/tag659.xml"/><Relationship Id="rId13" Type="http://schemas.openxmlformats.org/officeDocument/2006/relationships/tags" Target="../tags/tag664.xml"/><Relationship Id="rId3" Type="http://schemas.openxmlformats.org/officeDocument/2006/relationships/tags" Target="../tags/tag654.xml"/><Relationship Id="rId7" Type="http://schemas.openxmlformats.org/officeDocument/2006/relationships/tags" Target="../tags/tag658.xml"/><Relationship Id="rId12" Type="http://schemas.openxmlformats.org/officeDocument/2006/relationships/tags" Target="../tags/tag663.xml"/><Relationship Id="rId2" Type="http://schemas.openxmlformats.org/officeDocument/2006/relationships/tags" Target="../tags/tag653.xml"/><Relationship Id="rId1" Type="http://schemas.openxmlformats.org/officeDocument/2006/relationships/tags" Target="../tags/tag652.xml"/><Relationship Id="rId6" Type="http://schemas.openxmlformats.org/officeDocument/2006/relationships/tags" Target="../tags/tag657.xml"/><Relationship Id="rId11" Type="http://schemas.openxmlformats.org/officeDocument/2006/relationships/tags" Target="../tags/tag662.xml"/><Relationship Id="rId5" Type="http://schemas.openxmlformats.org/officeDocument/2006/relationships/tags" Target="../tags/tag656.xml"/><Relationship Id="rId15" Type="http://schemas.openxmlformats.org/officeDocument/2006/relationships/image" Target="../media/image29.png"/><Relationship Id="rId10" Type="http://schemas.openxmlformats.org/officeDocument/2006/relationships/tags" Target="../tags/tag661.xml"/><Relationship Id="rId4" Type="http://schemas.openxmlformats.org/officeDocument/2006/relationships/tags" Target="../tags/tag655.xml"/><Relationship Id="rId9" Type="http://schemas.openxmlformats.org/officeDocument/2006/relationships/tags" Target="../tags/tag660.xml"/><Relationship Id="rId14" Type="http://schemas.openxmlformats.org/officeDocument/2006/relationships/slideLayout" Target="../slideLayouts/slideLayout21.xml"/></Relationships>
</file>

<file path=ppt/slides/_rels/slide77.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tags" Target="../tags/tag667.xml"/><Relationship Id="rId7" Type="http://schemas.openxmlformats.org/officeDocument/2006/relationships/slideLayout" Target="../slideLayouts/slideLayout21.xml"/><Relationship Id="rId2" Type="http://schemas.openxmlformats.org/officeDocument/2006/relationships/tags" Target="../tags/tag666.xml"/><Relationship Id="rId1" Type="http://schemas.openxmlformats.org/officeDocument/2006/relationships/tags" Target="../tags/tag665.xml"/><Relationship Id="rId6" Type="http://schemas.openxmlformats.org/officeDocument/2006/relationships/tags" Target="../tags/tag670.xml"/><Relationship Id="rId5" Type="http://schemas.openxmlformats.org/officeDocument/2006/relationships/tags" Target="../tags/tag669.xml"/><Relationship Id="rId4" Type="http://schemas.openxmlformats.org/officeDocument/2006/relationships/tags" Target="../tags/tag668.xml"/><Relationship Id="rId9" Type="http://schemas.openxmlformats.org/officeDocument/2006/relationships/image" Target="../media/image132.png"/></Relationships>
</file>

<file path=ppt/slides/_rels/slide78.xml.rels><?xml version="1.0" encoding="UTF-8" standalone="yes"?>
<Relationships xmlns="http://schemas.openxmlformats.org/package/2006/relationships"><Relationship Id="rId8" Type="http://schemas.openxmlformats.org/officeDocument/2006/relationships/image" Target="../media/image133.png"/><Relationship Id="rId13" Type="http://schemas.openxmlformats.org/officeDocument/2006/relationships/image" Target="../media/image138.png"/><Relationship Id="rId3" Type="http://schemas.openxmlformats.org/officeDocument/2006/relationships/tags" Target="../tags/tag673.xml"/><Relationship Id="rId7" Type="http://schemas.openxmlformats.org/officeDocument/2006/relationships/slideLayout" Target="../slideLayouts/slideLayout21.xml"/><Relationship Id="rId12" Type="http://schemas.openxmlformats.org/officeDocument/2006/relationships/image" Target="../media/image137.png"/><Relationship Id="rId2" Type="http://schemas.openxmlformats.org/officeDocument/2006/relationships/tags" Target="../tags/tag672.xml"/><Relationship Id="rId16" Type="http://schemas.openxmlformats.org/officeDocument/2006/relationships/image" Target="../media/image127.png"/><Relationship Id="rId1" Type="http://schemas.openxmlformats.org/officeDocument/2006/relationships/tags" Target="../tags/tag671.xml"/><Relationship Id="rId6" Type="http://schemas.openxmlformats.org/officeDocument/2006/relationships/tags" Target="../tags/tag676.xml"/><Relationship Id="rId11" Type="http://schemas.openxmlformats.org/officeDocument/2006/relationships/image" Target="../media/image136.png"/><Relationship Id="rId5" Type="http://schemas.openxmlformats.org/officeDocument/2006/relationships/tags" Target="../tags/tag675.xml"/><Relationship Id="rId15" Type="http://schemas.openxmlformats.org/officeDocument/2006/relationships/image" Target="../media/image140.png"/><Relationship Id="rId10" Type="http://schemas.openxmlformats.org/officeDocument/2006/relationships/image" Target="../media/image135.png"/><Relationship Id="rId4" Type="http://schemas.openxmlformats.org/officeDocument/2006/relationships/tags" Target="../tags/tag674.xml"/><Relationship Id="rId9" Type="http://schemas.openxmlformats.org/officeDocument/2006/relationships/image" Target="../media/image134.png"/><Relationship Id="rId14" Type="http://schemas.openxmlformats.org/officeDocument/2006/relationships/image" Target="../media/image139.png"/></Relationships>
</file>

<file path=ppt/slides/_rels/slide79.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tags" Target="../tags/tag679.xml"/><Relationship Id="rId7" Type="http://schemas.openxmlformats.org/officeDocument/2006/relationships/tags" Target="../tags/tag683.xml"/><Relationship Id="rId2" Type="http://schemas.openxmlformats.org/officeDocument/2006/relationships/tags" Target="../tags/tag678.xml"/><Relationship Id="rId1" Type="http://schemas.openxmlformats.org/officeDocument/2006/relationships/tags" Target="../tags/tag677.xml"/><Relationship Id="rId6" Type="http://schemas.openxmlformats.org/officeDocument/2006/relationships/tags" Target="../tags/tag682.xml"/><Relationship Id="rId5" Type="http://schemas.openxmlformats.org/officeDocument/2006/relationships/tags" Target="../tags/tag681.xml"/><Relationship Id="rId4" Type="http://schemas.openxmlformats.org/officeDocument/2006/relationships/tags" Target="../tags/tag680.xml"/><Relationship Id="rId9" Type="http://schemas.openxmlformats.org/officeDocument/2006/relationships/image" Target="../media/image141.png"/></Relationships>
</file>

<file path=ppt/slides/_rels/slide80.xml.rels><?xml version="1.0" encoding="UTF-8" standalone="yes"?>
<Relationships xmlns="http://schemas.openxmlformats.org/package/2006/relationships"><Relationship Id="rId8" Type="http://schemas.openxmlformats.org/officeDocument/2006/relationships/image" Target="../media/image144.png"/><Relationship Id="rId13" Type="http://schemas.openxmlformats.org/officeDocument/2006/relationships/image" Target="../media/image149.png"/><Relationship Id="rId3" Type="http://schemas.openxmlformats.org/officeDocument/2006/relationships/tags" Target="../tags/tag686.xml"/><Relationship Id="rId7" Type="http://schemas.openxmlformats.org/officeDocument/2006/relationships/image" Target="../media/image143.png"/><Relationship Id="rId12" Type="http://schemas.openxmlformats.org/officeDocument/2006/relationships/image" Target="../media/image148.png"/><Relationship Id="rId2" Type="http://schemas.openxmlformats.org/officeDocument/2006/relationships/tags" Target="../tags/tag685.xml"/><Relationship Id="rId16" Type="http://schemas.openxmlformats.org/officeDocument/2006/relationships/image" Target="../media/image152.png"/><Relationship Id="rId1" Type="http://schemas.openxmlformats.org/officeDocument/2006/relationships/tags" Target="../tags/tag684.xml"/><Relationship Id="rId6" Type="http://schemas.openxmlformats.org/officeDocument/2006/relationships/image" Target="../media/image142.png"/><Relationship Id="rId11" Type="http://schemas.openxmlformats.org/officeDocument/2006/relationships/image" Target="../media/image147.png"/><Relationship Id="rId5" Type="http://schemas.openxmlformats.org/officeDocument/2006/relationships/slideLayout" Target="../slideLayouts/slideLayout21.xml"/><Relationship Id="rId15" Type="http://schemas.openxmlformats.org/officeDocument/2006/relationships/image" Target="../media/image151.png"/><Relationship Id="rId10" Type="http://schemas.openxmlformats.org/officeDocument/2006/relationships/image" Target="../media/image146.png"/><Relationship Id="rId4" Type="http://schemas.openxmlformats.org/officeDocument/2006/relationships/tags" Target="../tags/tag687.xml"/><Relationship Id="rId9" Type="http://schemas.openxmlformats.org/officeDocument/2006/relationships/image" Target="../media/image145.png"/><Relationship Id="rId14" Type="http://schemas.openxmlformats.org/officeDocument/2006/relationships/image" Target="../media/image150.png"/></Relationships>
</file>

<file path=ppt/slides/_rels/slide81.xml.rels><?xml version="1.0" encoding="UTF-8" standalone="yes"?>
<Relationships xmlns="http://schemas.openxmlformats.org/package/2006/relationships"><Relationship Id="rId3" Type="http://schemas.openxmlformats.org/officeDocument/2006/relationships/tags" Target="../tags/tag690.xml"/><Relationship Id="rId2" Type="http://schemas.openxmlformats.org/officeDocument/2006/relationships/tags" Target="../tags/tag689.xml"/><Relationship Id="rId1" Type="http://schemas.openxmlformats.org/officeDocument/2006/relationships/tags" Target="../tags/tag688.xml"/><Relationship Id="rId6" Type="http://schemas.openxmlformats.org/officeDocument/2006/relationships/slideLayout" Target="../slideLayouts/slideLayout21.xml"/><Relationship Id="rId5" Type="http://schemas.openxmlformats.org/officeDocument/2006/relationships/tags" Target="../tags/tag692.xml"/><Relationship Id="rId4" Type="http://schemas.openxmlformats.org/officeDocument/2006/relationships/tags" Target="../tags/tag691.xml"/></Relationships>
</file>

<file path=ppt/slides/_rels/slide82.xml.rels><?xml version="1.0" encoding="UTF-8" standalone="yes"?>
<Relationships xmlns="http://schemas.openxmlformats.org/package/2006/relationships"><Relationship Id="rId8" Type="http://schemas.openxmlformats.org/officeDocument/2006/relationships/image" Target="../media/image153.png"/><Relationship Id="rId3" Type="http://schemas.openxmlformats.org/officeDocument/2006/relationships/tags" Target="../tags/tag695.xml"/><Relationship Id="rId7" Type="http://schemas.openxmlformats.org/officeDocument/2006/relationships/slideLayout" Target="../slideLayouts/slideLayout21.xml"/><Relationship Id="rId2" Type="http://schemas.openxmlformats.org/officeDocument/2006/relationships/tags" Target="../tags/tag694.xml"/><Relationship Id="rId1" Type="http://schemas.openxmlformats.org/officeDocument/2006/relationships/tags" Target="../tags/tag693.xml"/><Relationship Id="rId6" Type="http://schemas.openxmlformats.org/officeDocument/2006/relationships/tags" Target="../tags/tag698.xml"/><Relationship Id="rId5" Type="http://schemas.openxmlformats.org/officeDocument/2006/relationships/tags" Target="../tags/tag697.xml"/><Relationship Id="rId4" Type="http://schemas.openxmlformats.org/officeDocument/2006/relationships/tags" Target="../tags/tag696.xml"/><Relationship Id="rId9" Type="http://schemas.openxmlformats.org/officeDocument/2006/relationships/image" Target="../media/image154.png"/></Relationships>
</file>

<file path=ppt/slides/_rels/slide83.xml.rels><?xml version="1.0" encoding="UTF-8" standalone="yes"?>
<Relationships xmlns="http://schemas.openxmlformats.org/package/2006/relationships"><Relationship Id="rId3" Type="http://schemas.openxmlformats.org/officeDocument/2006/relationships/tags" Target="../tags/tag701.xml"/><Relationship Id="rId7" Type="http://schemas.openxmlformats.org/officeDocument/2006/relationships/image" Target="../media/image156.png"/><Relationship Id="rId2" Type="http://schemas.openxmlformats.org/officeDocument/2006/relationships/tags" Target="../tags/tag700.xml"/><Relationship Id="rId1" Type="http://schemas.openxmlformats.org/officeDocument/2006/relationships/tags" Target="../tags/tag699.xml"/><Relationship Id="rId6" Type="http://schemas.openxmlformats.org/officeDocument/2006/relationships/image" Target="../media/image155.png"/><Relationship Id="rId5" Type="http://schemas.openxmlformats.org/officeDocument/2006/relationships/slideLayout" Target="../slideLayouts/slideLayout21.xml"/><Relationship Id="rId4" Type="http://schemas.openxmlformats.org/officeDocument/2006/relationships/tags" Target="../tags/tag702.xml"/></Relationships>
</file>

<file path=ppt/slides/_rels/slide84.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tags" Target="../tags/tag705.xml"/><Relationship Id="rId7" Type="http://schemas.openxmlformats.org/officeDocument/2006/relationships/image" Target="../media/image157.png"/><Relationship Id="rId2" Type="http://schemas.openxmlformats.org/officeDocument/2006/relationships/tags" Target="../tags/tag704.xml"/><Relationship Id="rId1" Type="http://schemas.openxmlformats.org/officeDocument/2006/relationships/tags" Target="../tags/tag703.xml"/><Relationship Id="rId6" Type="http://schemas.openxmlformats.org/officeDocument/2006/relationships/slideLayout" Target="../slideLayouts/slideLayout21.xml"/><Relationship Id="rId5" Type="http://schemas.openxmlformats.org/officeDocument/2006/relationships/tags" Target="../tags/tag707.xml"/><Relationship Id="rId4" Type="http://schemas.openxmlformats.org/officeDocument/2006/relationships/tags" Target="../tags/tag706.xml"/></Relationships>
</file>

<file path=ppt/slides/_rels/slide85.xml.rels><?xml version="1.0" encoding="UTF-8" standalone="yes"?>
<Relationships xmlns="http://schemas.openxmlformats.org/package/2006/relationships"><Relationship Id="rId3" Type="http://schemas.openxmlformats.org/officeDocument/2006/relationships/tags" Target="../tags/tag710.xml"/><Relationship Id="rId2" Type="http://schemas.openxmlformats.org/officeDocument/2006/relationships/tags" Target="../tags/tag709.xml"/><Relationship Id="rId1" Type="http://schemas.openxmlformats.org/officeDocument/2006/relationships/tags" Target="../tags/tag708.xml"/><Relationship Id="rId6" Type="http://schemas.openxmlformats.org/officeDocument/2006/relationships/slideLayout" Target="../slideLayouts/slideLayout21.xml"/><Relationship Id="rId5" Type="http://schemas.openxmlformats.org/officeDocument/2006/relationships/tags" Target="../tags/tag712.xml"/><Relationship Id="rId4" Type="http://schemas.openxmlformats.org/officeDocument/2006/relationships/tags" Target="../tags/tag711.xml"/></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714.xml"/><Relationship Id="rId1" Type="http://schemas.openxmlformats.org/officeDocument/2006/relationships/tags" Target="../tags/tag713.xml"/><Relationship Id="rId5" Type="http://schemas.openxmlformats.org/officeDocument/2006/relationships/image" Target="../media/image159.png"/><Relationship Id="rId4" Type="http://schemas.openxmlformats.org/officeDocument/2006/relationships/image" Target="../media/image158.png"/></Relationships>
</file>

<file path=ppt/slides/_rels/slide87.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tags" Target="../tags/tag717.xml"/><Relationship Id="rId7" Type="http://schemas.openxmlformats.org/officeDocument/2006/relationships/tags" Target="../tags/tag721.xml"/><Relationship Id="rId2" Type="http://schemas.openxmlformats.org/officeDocument/2006/relationships/tags" Target="../tags/tag716.xml"/><Relationship Id="rId1" Type="http://schemas.openxmlformats.org/officeDocument/2006/relationships/tags" Target="../tags/tag715.xml"/><Relationship Id="rId6" Type="http://schemas.openxmlformats.org/officeDocument/2006/relationships/tags" Target="../tags/tag720.xml"/><Relationship Id="rId5" Type="http://schemas.openxmlformats.org/officeDocument/2006/relationships/tags" Target="../tags/tag719.xml"/><Relationship Id="rId4" Type="http://schemas.openxmlformats.org/officeDocument/2006/relationships/tags" Target="../tags/tag718.xml"/><Relationship Id="rId9" Type="http://schemas.openxmlformats.org/officeDocument/2006/relationships/image" Target="../media/image160.png"/></Relationships>
</file>

<file path=ppt/slides/_rels/slide88.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tags" Target="../tags/tag724.xml"/><Relationship Id="rId7" Type="http://schemas.openxmlformats.org/officeDocument/2006/relationships/tags" Target="../tags/tag728.xml"/><Relationship Id="rId2" Type="http://schemas.openxmlformats.org/officeDocument/2006/relationships/tags" Target="../tags/tag723.xml"/><Relationship Id="rId1" Type="http://schemas.openxmlformats.org/officeDocument/2006/relationships/tags" Target="../tags/tag722.xml"/><Relationship Id="rId6" Type="http://schemas.openxmlformats.org/officeDocument/2006/relationships/tags" Target="../tags/tag727.xml"/><Relationship Id="rId5" Type="http://schemas.openxmlformats.org/officeDocument/2006/relationships/tags" Target="../tags/tag726.xml"/><Relationship Id="rId4" Type="http://schemas.openxmlformats.org/officeDocument/2006/relationships/tags" Target="../tags/tag725.xml"/></Relationships>
</file>

<file path=ppt/slides/_rels/slide89.xml.rels><?xml version="1.0" encoding="UTF-8" standalone="yes"?>
<Relationships xmlns="http://schemas.openxmlformats.org/package/2006/relationships"><Relationship Id="rId8" Type="http://schemas.openxmlformats.org/officeDocument/2006/relationships/image" Target="../media/image161.png"/><Relationship Id="rId3" Type="http://schemas.openxmlformats.org/officeDocument/2006/relationships/tags" Target="../tags/tag731.xml"/><Relationship Id="rId7" Type="http://schemas.openxmlformats.org/officeDocument/2006/relationships/slideLayout" Target="../slideLayouts/slideLayout21.xml"/><Relationship Id="rId2" Type="http://schemas.openxmlformats.org/officeDocument/2006/relationships/tags" Target="../tags/tag730.xml"/><Relationship Id="rId1" Type="http://schemas.openxmlformats.org/officeDocument/2006/relationships/tags" Target="../tags/tag729.xml"/><Relationship Id="rId6" Type="http://schemas.openxmlformats.org/officeDocument/2006/relationships/tags" Target="../tags/tag734.xml"/><Relationship Id="rId5" Type="http://schemas.openxmlformats.org/officeDocument/2006/relationships/tags" Target="../tags/tag733.xml"/><Relationship Id="rId10" Type="http://schemas.openxmlformats.org/officeDocument/2006/relationships/image" Target="../media/image163.png"/><Relationship Id="rId4" Type="http://schemas.openxmlformats.org/officeDocument/2006/relationships/tags" Target="../tags/tag732.xml"/><Relationship Id="rId9" Type="http://schemas.openxmlformats.org/officeDocument/2006/relationships/image" Target="../media/image162.png"/></Relationships>
</file>

<file path=ppt/slides/_rels/slide90.xml.rels><?xml version="1.0" encoding="UTF-8" standalone="yes"?>
<Relationships xmlns="http://schemas.openxmlformats.org/package/2006/relationships"><Relationship Id="rId8" Type="http://schemas.openxmlformats.org/officeDocument/2006/relationships/image" Target="../media/image164.png"/><Relationship Id="rId3" Type="http://schemas.openxmlformats.org/officeDocument/2006/relationships/tags" Target="../tags/tag737.xml"/><Relationship Id="rId7" Type="http://schemas.openxmlformats.org/officeDocument/2006/relationships/slideLayout" Target="../slideLayouts/slideLayout21.xml"/><Relationship Id="rId2" Type="http://schemas.openxmlformats.org/officeDocument/2006/relationships/tags" Target="../tags/tag736.xml"/><Relationship Id="rId1" Type="http://schemas.openxmlformats.org/officeDocument/2006/relationships/tags" Target="../tags/tag735.xml"/><Relationship Id="rId6" Type="http://schemas.openxmlformats.org/officeDocument/2006/relationships/tags" Target="../tags/tag740.xml"/><Relationship Id="rId5" Type="http://schemas.openxmlformats.org/officeDocument/2006/relationships/tags" Target="../tags/tag739.xml"/><Relationship Id="rId4" Type="http://schemas.openxmlformats.org/officeDocument/2006/relationships/tags" Target="../tags/tag738.xml"/><Relationship Id="rId9" Type="http://schemas.openxmlformats.org/officeDocument/2006/relationships/image" Target="../media/image165.png"/></Relationships>
</file>

<file path=ppt/slides/_rels/slide91.xml.rels><?xml version="1.0" encoding="UTF-8" standalone="yes"?>
<Relationships xmlns="http://schemas.openxmlformats.org/package/2006/relationships"><Relationship Id="rId8" Type="http://schemas.openxmlformats.org/officeDocument/2006/relationships/image" Target="../media/image166.png"/><Relationship Id="rId3" Type="http://schemas.openxmlformats.org/officeDocument/2006/relationships/tags" Target="../tags/tag743.xml"/><Relationship Id="rId7" Type="http://schemas.openxmlformats.org/officeDocument/2006/relationships/slideLayout" Target="../slideLayouts/slideLayout21.xml"/><Relationship Id="rId2" Type="http://schemas.openxmlformats.org/officeDocument/2006/relationships/tags" Target="../tags/tag742.xml"/><Relationship Id="rId1" Type="http://schemas.openxmlformats.org/officeDocument/2006/relationships/tags" Target="../tags/tag741.xml"/><Relationship Id="rId6" Type="http://schemas.openxmlformats.org/officeDocument/2006/relationships/tags" Target="../tags/tag746.xml"/><Relationship Id="rId5" Type="http://schemas.openxmlformats.org/officeDocument/2006/relationships/tags" Target="../tags/tag745.xml"/><Relationship Id="rId10" Type="http://schemas.openxmlformats.org/officeDocument/2006/relationships/image" Target="../media/image168.png"/><Relationship Id="rId4" Type="http://schemas.openxmlformats.org/officeDocument/2006/relationships/tags" Target="../tags/tag744.xml"/><Relationship Id="rId9" Type="http://schemas.openxmlformats.org/officeDocument/2006/relationships/image" Target="../media/image167.png"/></Relationships>
</file>

<file path=ppt/slides/_rels/slide92.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slideLayout" Target="../slideLayouts/slideLayout16.xml"/><Relationship Id="rId1" Type="http://schemas.openxmlformats.org/officeDocument/2006/relationships/tags" Target="../tags/tag747.xml"/></Relationships>
</file>

<file path=ppt/slides/_rels/slide93.xml.rels><?xml version="1.0" encoding="UTF-8" standalone="yes"?>
<Relationships xmlns="http://schemas.openxmlformats.org/package/2006/relationships"><Relationship Id="rId3" Type="http://schemas.openxmlformats.org/officeDocument/2006/relationships/image" Target="../media/image170.jpeg"/><Relationship Id="rId2" Type="http://schemas.openxmlformats.org/officeDocument/2006/relationships/slideLayout" Target="../slideLayouts/slideLayout16.xml"/><Relationship Id="rId1" Type="http://schemas.openxmlformats.org/officeDocument/2006/relationships/tags" Target="../tags/tag748.xml"/></Relationships>
</file>

<file path=ppt/slides/_rels/slide94.xml.rels><?xml version="1.0" encoding="UTF-8" standalone="yes"?>
<Relationships xmlns="http://schemas.openxmlformats.org/package/2006/relationships"><Relationship Id="rId3" Type="http://schemas.openxmlformats.org/officeDocument/2006/relationships/image" Target="../media/image171.bin"/><Relationship Id="rId2" Type="http://schemas.openxmlformats.org/officeDocument/2006/relationships/slideLayout" Target="../slideLayouts/slideLayout16.xml"/><Relationship Id="rId1" Type="http://schemas.openxmlformats.org/officeDocument/2006/relationships/tags" Target="../tags/tag749.xml"/></Relationships>
</file>

<file path=ppt/slides/_rels/slide95.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16.xml"/></Relationships>
</file>

<file path=ppt/slides/_rels/slide96.xml.rels><?xml version="1.0" encoding="UTF-8" standalone="yes"?>
<Relationships xmlns="http://schemas.openxmlformats.org/package/2006/relationships"><Relationship Id="rId8" Type="http://schemas.openxmlformats.org/officeDocument/2006/relationships/tags" Target="../tags/tag757.xml"/><Relationship Id="rId3" Type="http://schemas.openxmlformats.org/officeDocument/2006/relationships/tags" Target="../tags/tag752.xml"/><Relationship Id="rId7" Type="http://schemas.openxmlformats.org/officeDocument/2006/relationships/tags" Target="../tags/tag756.xml"/><Relationship Id="rId12" Type="http://schemas.openxmlformats.org/officeDocument/2006/relationships/image" Target="../media/image29.png"/><Relationship Id="rId2" Type="http://schemas.openxmlformats.org/officeDocument/2006/relationships/tags" Target="../tags/tag751.xml"/><Relationship Id="rId1" Type="http://schemas.openxmlformats.org/officeDocument/2006/relationships/tags" Target="../tags/tag750.xml"/><Relationship Id="rId6" Type="http://schemas.openxmlformats.org/officeDocument/2006/relationships/tags" Target="../tags/tag755.xml"/><Relationship Id="rId11" Type="http://schemas.openxmlformats.org/officeDocument/2006/relationships/slideLayout" Target="../slideLayouts/slideLayout21.xml"/><Relationship Id="rId5" Type="http://schemas.openxmlformats.org/officeDocument/2006/relationships/tags" Target="../tags/tag754.xml"/><Relationship Id="rId10" Type="http://schemas.openxmlformats.org/officeDocument/2006/relationships/tags" Target="../tags/tag759.xml"/><Relationship Id="rId4" Type="http://schemas.openxmlformats.org/officeDocument/2006/relationships/tags" Target="../tags/tag753.xml"/><Relationship Id="rId9" Type="http://schemas.openxmlformats.org/officeDocument/2006/relationships/tags" Target="../tags/tag75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3" name="内容占位符 2"/>
          <p:cNvSpPr>
            <a:spLocks noGrp="1"/>
          </p:cNvSpPr>
          <p:nvPr>
            <p:ph idx="4294967295"/>
            <p:custDataLst>
              <p:tags r:id="rId3"/>
            </p:custDataLst>
          </p:nvPr>
        </p:nvSpPr>
        <p:spPr>
          <a:xfrm>
            <a:off x="1042988" y="981075"/>
            <a:ext cx="8101012" cy="5327650"/>
          </a:xfrm>
        </p:spPr>
        <p:txBody>
          <a:bodyPr>
            <a:noAutofit/>
          </a:bodyPr>
          <a:lstStyle/>
          <a:p>
            <a:r>
              <a:rPr lang="zh-CN" altLang="en-US" sz="2400" dirty="0">
                <a:solidFill>
                  <a:schemeClr val="dk1">
                    <a:lumMod val="75000"/>
                    <a:lumOff val="25000"/>
                  </a:schemeClr>
                </a:solidFill>
                <a:latin typeface="微软雅黑" panose="020B0503020204020204" charset="-122"/>
              </a:rPr>
              <a:t>课程概述</a:t>
            </a:r>
            <a:endParaRPr lang="en-US" altLang="zh-CN" sz="2400" dirty="0">
              <a:solidFill>
                <a:schemeClr val="dk1">
                  <a:lumMod val="75000"/>
                  <a:lumOff val="25000"/>
                </a:schemeClr>
              </a:solidFill>
              <a:latin typeface="微软雅黑" panose="020B0503020204020204" charset="-122"/>
            </a:endParaRPr>
          </a:p>
          <a:p>
            <a:pPr lvl="1"/>
            <a:r>
              <a:rPr lang="zh-CN" altLang="en-US" sz="2400" dirty="0">
                <a:solidFill>
                  <a:schemeClr val="dk1">
                    <a:lumMod val="75000"/>
                    <a:lumOff val="25000"/>
                  </a:schemeClr>
                </a:solidFill>
                <a:latin typeface="微软雅黑" panose="020B0503020204020204" charset="-122"/>
                <a:ea typeface="微软雅黑" panose="020B0503020204020204" charset="-122"/>
              </a:rPr>
              <a:t>课程安排与要求概述</a:t>
            </a:r>
            <a:endParaRPr lang="en-US" altLang="zh-CN" sz="2400" dirty="0">
              <a:solidFill>
                <a:schemeClr val="dk1">
                  <a:lumMod val="75000"/>
                  <a:lumOff val="25000"/>
                </a:schemeClr>
              </a:solidFill>
              <a:latin typeface="微软雅黑" panose="020B0503020204020204" charset="-122"/>
              <a:ea typeface="微软雅黑" panose="020B0503020204020204" charset="-122"/>
            </a:endParaRPr>
          </a:p>
          <a:p>
            <a:pPr lvl="1"/>
            <a:r>
              <a:rPr lang="zh-CN" altLang="en-US" sz="2400" dirty="0">
                <a:solidFill>
                  <a:schemeClr val="dk1">
                    <a:lumMod val="75000"/>
                    <a:lumOff val="25000"/>
                  </a:schemeClr>
                </a:solidFill>
                <a:latin typeface="微软雅黑" panose="020B0503020204020204" charset="-122"/>
                <a:ea typeface="微软雅黑" panose="020B0503020204020204" charset="-122"/>
              </a:rPr>
              <a:t>专业写作课是什么样的课</a:t>
            </a:r>
            <a:endParaRPr lang="en-US" altLang="zh-CN" sz="2400" dirty="0">
              <a:solidFill>
                <a:schemeClr val="dk1">
                  <a:lumMod val="75000"/>
                  <a:lumOff val="25000"/>
                </a:schemeClr>
              </a:solidFill>
              <a:latin typeface="微软雅黑" panose="020B0503020204020204" charset="-122"/>
              <a:ea typeface="微软雅黑" panose="020B0503020204020204" charset="-122"/>
            </a:endParaRPr>
          </a:p>
          <a:p>
            <a:pPr lvl="1"/>
            <a:r>
              <a:rPr lang="zh-CN" altLang="en-US" sz="2400" dirty="0">
                <a:solidFill>
                  <a:schemeClr val="dk1">
                    <a:lumMod val="75000"/>
                    <a:lumOff val="25000"/>
                  </a:schemeClr>
                </a:solidFill>
                <a:latin typeface="微软雅黑" panose="020B0503020204020204" charset="-122"/>
              </a:rPr>
              <a:t>课程重点关注内容</a:t>
            </a:r>
            <a:endParaRPr lang="en-US" altLang="zh-CN" sz="2400" dirty="0">
              <a:solidFill>
                <a:schemeClr val="dk1">
                  <a:lumMod val="75000"/>
                  <a:lumOff val="25000"/>
                </a:schemeClr>
              </a:solidFill>
              <a:latin typeface="微软雅黑" panose="020B0503020204020204" charset="-122"/>
            </a:endParaRPr>
          </a:p>
          <a:p>
            <a:pPr lvl="1"/>
            <a:r>
              <a:rPr lang="zh-CN" altLang="en-US" sz="2400" dirty="0">
                <a:solidFill>
                  <a:schemeClr val="dk1">
                    <a:lumMod val="75000"/>
                    <a:lumOff val="25000"/>
                  </a:schemeClr>
                </a:solidFill>
                <a:latin typeface="微软雅黑" panose="020B0503020204020204" charset="-122"/>
                <a:ea typeface="微软雅黑" panose="020B0503020204020204" charset="-122"/>
              </a:rPr>
              <a:t>专业写作基础课程计划</a:t>
            </a:r>
            <a:endParaRPr lang="en-US" altLang="zh-CN" sz="2400" dirty="0">
              <a:solidFill>
                <a:schemeClr val="dk1">
                  <a:lumMod val="75000"/>
                  <a:lumOff val="25000"/>
                </a:schemeClr>
              </a:solidFill>
              <a:latin typeface="微软雅黑" panose="020B0503020204020204" charset="-122"/>
              <a:ea typeface="微软雅黑" panose="020B0503020204020204" charset="-122"/>
            </a:endParaRPr>
          </a:p>
          <a:p>
            <a:pPr lvl="1"/>
            <a:endParaRPr lang="zh-CN" altLang="en-US" sz="2400" dirty="0">
              <a:solidFill>
                <a:schemeClr val="dk1">
                  <a:lumMod val="75000"/>
                  <a:lumOff val="25000"/>
                </a:schemeClr>
              </a:solidFill>
              <a:latin typeface="微软雅黑" panose="020B0503020204020204" charset="-122"/>
              <a:ea typeface="微软雅黑" panose="020B0503020204020204" charset="-122"/>
            </a:endParaRPr>
          </a:p>
          <a:p>
            <a:pPr lvl="0"/>
            <a:r>
              <a:rPr lang="zh-CN" altLang="en-US" sz="2400" dirty="0">
                <a:solidFill>
                  <a:schemeClr val="dk1">
                    <a:lumMod val="75000"/>
                    <a:lumOff val="25000"/>
                  </a:schemeClr>
                </a:solidFill>
                <a:latin typeface="微软雅黑" panose="020B0503020204020204" charset="-122"/>
                <a:ea typeface="微软雅黑" panose="020B0503020204020204" charset="-122"/>
              </a:rPr>
              <a:t>第一节课的任务：</a:t>
            </a:r>
          </a:p>
          <a:p>
            <a:pPr lvl="1"/>
            <a:r>
              <a:rPr lang="zh-CN" altLang="en-US" sz="2400" dirty="0">
                <a:solidFill>
                  <a:schemeClr val="dk1">
                    <a:lumMod val="75000"/>
                    <a:lumOff val="25000"/>
                  </a:schemeClr>
                </a:solidFill>
                <a:latin typeface="微软雅黑" panose="020B0503020204020204" charset="-122"/>
                <a:ea typeface="微软雅黑" panose="020B0503020204020204" charset="-122"/>
              </a:rPr>
              <a:t>组队、综述选题</a:t>
            </a:r>
          </a:p>
        </p:txBody>
      </p:sp>
      <p:sp>
        <p:nvSpPr>
          <p:cNvPr id="2" name="标题 1"/>
          <p:cNvSpPr>
            <a:spLocks noGrp="1"/>
          </p:cNvSpPr>
          <p:nvPr>
            <p:custDataLst>
              <p:tags r:id="rId4"/>
            </p:custDataLst>
          </p:nvPr>
        </p:nvSpPr>
        <p:spPr>
          <a:xfrm>
            <a:off x="1200150" y="20638"/>
            <a:ext cx="7943850" cy="815975"/>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dirty="0">
                <a:solidFill>
                  <a:schemeClr val="dk2">
                    <a:lumMod val="25000"/>
                  </a:schemeClr>
                </a:solidFill>
                <a:latin typeface="微软雅黑" panose="020B0503020204020204" charset="-122"/>
                <a:ea typeface="微软雅黑" panose="020B0503020204020204" charset="-122"/>
              </a:rPr>
              <a:t>课程回顾：第一讲</a:t>
            </a:r>
          </a:p>
        </p:txBody>
      </p:sp>
      <p:sp>
        <p:nvSpPr>
          <p:cNvPr id="4" name="灯片编号占位符 3"/>
          <p:cNvSpPr>
            <a:spLocks noGrp="1"/>
          </p:cNvSpPr>
          <p:nvPr>
            <p:custDataLst>
              <p:tags r:id="rId5"/>
            </p:custDataLst>
          </p:nvPr>
        </p:nvSpPr>
        <p:spPr>
          <a:xfrm>
            <a:off x="7131050" y="6381750"/>
            <a:ext cx="1905000" cy="457200"/>
          </a:xfrm>
          <a:prstGeom prst="rect">
            <a:avLst/>
          </a:prstGeom>
          <a:noFill/>
          <a:ln w="9525">
            <a:noFill/>
            <a:miter lim="800000"/>
          </a:ln>
          <a:effectLst/>
        </p:spPr>
        <p:txBody>
          <a:bodyPr vert="horz" wrap="square" lIns="91440" tIns="45720" rIns="91440" bIns="45720" numCol="1" anchor="t" anchorCtr="0" compatLnSpc="1"/>
          <a:lstStyle>
            <a:defPPr>
              <a:defRPr lang="zh-CN"/>
            </a:defPPr>
            <a:lvl1pPr marL="0" algn="r" defTabSz="914400" rtl="0" eaLnBrk="1" latinLnBrk="0" hangingPunct="1">
              <a:defRPr kumimoji="0"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0"/>
              </a:spcAft>
            </a:pPr>
            <a:fld id="{4C21688C-5B52-4BD3-834B-6160E83B77D2}" type="slidenum">
              <a:rPr lang="en-US" altLang="zh-CN">
                <a:solidFill>
                  <a:schemeClr val="dk1"/>
                </a:solidFill>
                <a:latin typeface="微软雅黑" panose="020B0503020204020204" charset="-122"/>
                <a:ea typeface="微软雅黑" panose="020B0503020204020204" charset="-122"/>
              </a:rPr>
              <a:t>1</a:t>
            </a:fld>
            <a:endParaRPr lang="en-US" altLang="zh-CN">
              <a:solidFill>
                <a:schemeClr val="dk1"/>
              </a:solidFill>
              <a:latin typeface="微软雅黑" panose="020B0503020204020204" charset="-122"/>
              <a:ea typeface="微软雅黑" panose="020B0503020204020204" charset="-122"/>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5"/>
          <a:stretch>
            <a:fillRect/>
          </a:stretch>
        </p:blipFill>
        <p:spPr>
          <a:xfrm>
            <a:off x="48577" y="249238"/>
            <a:ext cx="1127284" cy="1068705"/>
          </a:xfrm>
          <a:prstGeom prst="rect">
            <a:avLst/>
          </a:prstGeom>
        </p:spPr>
      </p:pic>
      <p:sp>
        <p:nvSpPr>
          <p:cNvPr id="28675" name="矩形 3"/>
          <p:cNvSpPr/>
          <p:nvPr/>
        </p:nvSpPr>
        <p:spPr>
          <a:xfrm>
            <a:off x="2987993" y="1449164"/>
            <a:ext cx="4773930" cy="645160"/>
          </a:xfrm>
          <a:prstGeom prst="rect">
            <a:avLst/>
          </a:prstGeom>
          <a:noFill/>
          <a:ln w="9525">
            <a:noFill/>
          </a:ln>
        </p:spPr>
        <p:txBody>
          <a:bodyPr wrap="none" anchor="t">
            <a:spAutoFit/>
          </a:bodyPr>
          <a:lstStyle/>
          <a:p>
            <a:pPr algn="l" defTabSz="457200">
              <a:spcAft>
                <a:spcPts val="0"/>
              </a:spcAft>
            </a:pPr>
            <a:r>
              <a:rPr lang="zh-CN" altLang="en-US" sz="3600" b="1" dirty="0">
                <a:solidFill>
                  <a:srgbClr val="000000"/>
                </a:solidFill>
                <a:latin typeface="黑体" panose="02010609060101010101" charset="-122"/>
                <a:ea typeface="黑体" panose="02010609060101010101" charset="-122"/>
                <a:sym typeface="+mn-ea"/>
              </a:rPr>
              <a:t>专业写作基础</a:t>
            </a:r>
            <a:r>
              <a:rPr lang="zh-CN" altLang="en-US" sz="3600" b="1" dirty="0">
                <a:solidFill>
                  <a:srgbClr val="000000"/>
                </a:solidFill>
                <a:latin typeface="黑体" panose="02010609060101010101" charset="-122"/>
                <a:ea typeface="黑体" panose="02010609060101010101" charset="-122"/>
              </a:rPr>
              <a:t>课程计划</a:t>
            </a:r>
          </a:p>
        </p:txBody>
      </p:sp>
      <p:sp>
        <p:nvSpPr>
          <p:cNvPr id="5" name="矩形 4"/>
          <p:cNvSpPr/>
          <p:nvPr/>
        </p:nvSpPr>
        <p:spPr>
          <a:xfrm>
            <a:off x="3275965" y="2132424"/>
            <a:ext cx="4757420" cy="1092835"/>
          </a:xfrm>
          <a:prstGeom prst="rect">
            <a:avLst/>
          </a:prstGeom>
          <a:solidFill>
            <a:srgbClr val="ED7D31">
              <a:lumMod val="40000"/>
              <a:lumOff val="60000"/>
            </a:srgbClr>
          </a:solidFill>
          <a:ln w="12700" cap="flat" cmpd="sng" algn="ctr">
            <a:solidFill>
              <a:srgbClr val="0070C0"/>
            </a:solid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汇报研讨：分组交流写作过程，分享写作的收获</a:t>
            </a:r>
          </a:p>
        </p:txBody>
      </p:sp>
      <p:sp>
        <p:nvSpPr>
          <p:cNvPr id="28677" name="矩形 5"/>
          <p:cNvSpPr/>
          <p:nvPr/>
        </p:nvSpPr>
        <p:spPr>
          <a:xfrm>
            <a:off x="2936875" y="3576414"/>
            <a:ext cx="6028055" cy="2030095"/>
          </a:xfrm>
          <a:prstGeom prst="rect">
            <a:avLst/>
          </a:prstGeom>
          <a:noFill/>
          <a:ln w="9525">
            <a:noFill/>
          </a:ln>
        </p:spPr>
        <p:txBody>
          <a:bodyPr wrap="square" anchor="t">
            <a:spAutoFit/>
          </a:bodyPr>
          <a:lstStyle/>
          <a:p>
            <a:pPr marL="571500" indent="-571500" defTabSz="457200">
              <a:spcAft>
                <a:spcPts val="1200"/>
              </a:spcAft>
              <a:buChar char="•"/>
            </a:pPr>
            <a:r>
              <a:rPr lang="zh-CN" altLang="en-US" sz="2400" dirty="0">
                <a:solidFill>
                  <a:srgbClr val="000000"/>
                </a:solidFill>
                <a:latin typeface="黑体" panose="02010609060101010101" charset="-122"/>
                <a:ea typeface="黑体" panose="02010609060101010101" charset="-122"/>
                <a:cs typeface="黑体" panose="02010609060101010101" charset="-122"/>
              </a:rPr>
              <a:t>针对综述论文，开展研究合作</a:t>
            </a:r>
            <a:endParaRPr lang="en-US" altLang="zh-CN" sz="2400" dirty="0">
              <a:solidFill>
                <a:srgbClr val="000000"/>
              </a:solidFill>
              <a:latin typeface="黑体" panose="02010609060101010101" charset="-122"/>
              <a:ea typeface="黑体" panose="02010609060101010101" charset="-122"/>
              <a:cs typeface="黑体" panose="02010609060101010101" charset="-122"/>
            </a:endParaRPr>
          </a:p>
          <a:p>
            <a:pPr marL="571500" indent="-571500" defTabSz="457200">
              <a:spcBef>
                <a:spcPts val="0"/>
              </a:spcBef>
              <a:spcAft>
                <a:spcPts val="1200"/>
              </a:spcAft>
              <a:buChar char="•"/>
            </a:pPr>
            <a:r>
              <a:rPr lang="zh-CN" altLang="en-US" sz="2400" dirty="0">
                <a:solidFill>
                  <a:srgbClr val="000000"/>
                </a:solidFill>
                <a:latin typeface="黑体" panose="02010609060101010101" charset="-122"/>
                <a:ea typeface="黑体" panose="02010609060101010101" charset="-122"/>
                <a:cs typeface="黑体" panose="02010609060101010101" charset="-122"/>
                <a:sym typeface="+mn-ea"/>
              </a:rPr>
              <a:t>准备</a:t>
            </a:r>
            <a:r>
              <a:rPr lang="zh-CN" altLang="en-US" sz="2400" dirty="0">
                <a:solidFill>
                  <a:srgbClr val="000000"/>
                </a:solidFill>
                <a:latin typeface="黑体" panose="02010609060101010101" charset="-122"/>
                <a:ea typeface="黑体" panose="02010609060101010101" charset="-122"/>
                <a:cs typeface="黑体" panose="02010609060101010101" charset="-122"/>
              </a:rPr>
              <a:t>用于专业性表达的幻灯片</a:t>
            </a:r>
            <a:endParaRPr lang="en-US" altLang="zh-CN" sz="2400" dirty="0">
              <a:solidFill>
                <a:srgbClr val="000000"/>
              </a:solidFill>
              <a:latin typeface="黑体" panose="02010609060101010101" charset="-122"/>
              <a:ea typeface="黑体" panose="02010609060101010101" charset="-122"/>
              <a:cs typeface="黑体" panose="02010609060101010101" charset="-122"/>
            </a:endParaRPr>
          </a:p>
          <a:p>
            <a:pPr marL="571500" indent="-571500" defTabSz="457200">
              <a:spcBef>
                <a:spcPts val="0"/>
              </a:spcBef>
              <a:spcAft>
                <a:spcPts val="1200"/>
              </a:spcAft>
              <a:buChar char="•"/>
            </a:pPr>
            <a:r>
              <a:rPr lang="zh-CN" altLang="en-US" sz="2400" dirty="0">
                <a:solidFill>
                  <a:srgbClr val="000000"/>
                </a:solidFill>
                <a:latin typeface="黑体" panose="02010609060101010101" charset="-122"/>
                <a:ea typeface="黑体" panose="02010609060101010101" charset="-122"/>
                <a:cs typeface="黑体" panose="02010609060101010101" charset="-122"/>
              </a:rPr>
              <a:t>根据综述选题，确定数据库与撰写提纲</a:t>
            </a:r>
            <a:endParaRPr lang="en-US" altLang="zh-CN" sz="2400" dirty="0">
              <a:solidFill>
                <a:srgbClr val="000000"/>
              </a:solidFill>
              <a:latin typeface="黑体" panose="02010609060101010101" charset="-122"/>
              <a:ea typeface="黑体" panose="02010609060101010101" charset="-122"/>
              <a:cs typeface="黑体" panose="02010609060101010101" charset="-122"/>
            </a:endParaRPr>
          </a:p>
          <a:p>
            <a:pPr marL="571500" indent="-571500" defTabSz="457200">
              <a:spcBef>
                <a:spcPts val="0"/>
              </a:spcBef>
              <a:spcAft>
                <a:spcPts val="1200"/>
              </a:spcAft>
              <a:buChar char="•"/>
            </a:pPr>
            <a:r>
              <a:rPr lang="zh-CN" altLang="en-US" sz="2400" dirty="0">
                <a:solidFill>
                  <a:srgbClr val="000000"/>
                </a:solidFill>
                <a:latin typeface="黑体" panose="02010609060101010101" charset="-122"/>
                <a:ea typeface="黑体" panose="02010609060101010101" charset="-122"/>
                <a:cs typeface="黑体" panose="02010609060101010101" charset="-122"/>
              </a:rPr>
              <a:t>有限时间，高质量、高效表达</a:t>
            </a:r>
          </a:p>
        </p:txBody>
      </p:sp>
      <p:graphicFrame>
        <p:nvGraphicFramePr>
          <p:cNvPr id="4194304" name="表格 1"/>
          <p:cNvGraphicFramePr/>
          <p:nvPr>
            <p:extLst>
              <p:ext uri="{D42A27DB-BD31-4B8C-83A1-F6EECF244321}">
                <p14:modId xmlns:p14="http://schemas.microsoft.com/office/powerpoint/2010/main" val="1290552432"/>
              </p:ext>
            </p:extLst>
          </p:nvPr>
        </p:nvGraphicFramePr>
        <p:xfrm>
          <a:off x="179705" y="1412334"/>
          <a:ext cx="2757170" cy="4392930"/>
        </p:xfrm>
        <a:graphic>
          <a:graphicData uri="http://schemas.openxmlformats.org/drawingml/2006/table">
            <a:tbl>
              <a:tblPr firstRow="1" bandRow="1">
                <a:tableStyleId>{93296810-A885-4BE3-A3E7-6D5BEEA58F35}</a:tableStyleId>
              </a:tblPr>
              <a:tblGrid>
                <a:gridCol w="2757170">
                  <a:extLst>
                    <a:ext uri="{9D8B030D-6E8A-4147-A177-3AD203B41FA5}">
                      <a16:colId xmlns:a16="http://schemas.microsoft.com/office/drawing/2014/main" val="20000"/>
                    </a:ext>
                  </a:extLst>
                </a:gridCol>
              </a:tblGrid>
              <a:tr h="595630">
                <a:tc>
                  <a:txBody>
                    <a:bodyPr/>
                    <a:lstStyle/>
                    <a:p>
                      <a:pPr>
                        <a:spcAft>
                          <a:spcPts val="0"/>
                        </a:spcAft>
                        <a:buNone/>
                      </a:pPr>
                      <a:r>
                        <a:rPr lang="zh-CN" altLang="en-US" sz="2400">
                          <a:solidFill>
                            <a:srgbClr val="0000FF"/>
                          </a:solidFill>
                          <a:sym typeface="+mn-ea"/>
                        </a:rPr>
                        <a:t>分组、选题</a:t>
                      </a:r>
                      <a:endParaRPr lang="zh-CN" altLang="en-US" sz="2400">
                        <a:solidFill>
                          <a:srgbClr val="0000FF"/>
                        </a:solidFill>
                      </a:endParaRPr>
                    </a:p>
                  </a:txBody>
                  <a:tcPr/>
                </a:tc>
                <a:extLst>
                  <a:ext uri="{0D108BD9-81ED-4DB2-BD59-A6C34878D82A}">
                    <a16:rowId xmlns:a16="http://schemas.microsoft.com/office/drawing/2014/main" val="10000"/>
                  </a:ext>
                </a:extLst>
              </a:tr>
              <a:tr h="594360">
                <a:tc>
                  <a:txBody>
                    <a:bodyPr/>
                    <a:lstStyle/>
                    <a:p>
                      <a:pPr>
                        <a:buNone/>
                      </a:pPr>
                      <a:r>
                        <a:rPr lang="zh-CN" altLang="en-US" sz="2400">
                          <a:solidFill>
                            <a:srgbClr val="0000FF"/>
                          </a:solidFill>
                        </a:rPr>
                        <a:t>提交论文大纲</a:t>
                      </a:r>
                    </a:p>
                  </a:txBody>
                  <a:tcPr/>
                </a:tc>
                <a:extLst>
                  <a:ext uri="{0D108BD9-81ED-4DB2-BD59-A6C34878D82A}">
                    <a16:rowId xmlns:a16="http://schemas.microsoft.com/office/drawing/2014/main" val="10001"/>
                  </a:ext>
                </a:extLst>
              </a:tr>
              <a:tr h="595630">
                <a:tc>
                  <a:txBody>
                    <a:bodyPr/>
                    <a:lstStyle/>
                    <a:p>
                      <a:pPr>
                        <a:buNone/>
                      </a:pPr>
                      <a:r>
                        <a:rPr lang="zh-CN" altLang="en-US" sz="2400">
                          <a:solidFill>
                            <a:srgbClr val="0000FF"/>
                          </a:solidFill>
                        </a:rPr>
                        <a:t>提交第</a:t>
                      </a:r>
                      <a:r>
                        <a:rPr lang="en-US" altLang="zh-CN" sz="2400">
                          <a:solidFill>
                            <a:srgbClr val="0000FF"/>
                          </a:solidFill>
                        </a:rPr>
                        <a:t>1</a:t>
                      </a:r>
                      <a:r>
                        <a:rPr lang="zh-CN" altLang="en-US" sz="2400">
                          <a:solidFill>
                            <a:srgbClr val="0000FF"/>
                          </a:solidFill>
                        </a:rPr>
                        <a:t>次作业</a:t>
                      </a:r>
                    </a:p>
                  </a:txBody>
                  <a:tcPr/>
                </a:tc>
                <a:extLst>
                  <a:ext uri="{0D108BD9-81ED-4DB2-BD59-A6C34878D82A}">
                    <a16:rowId xmlns:a16="http://schemas.microsoft.com/office/drawing/2014/main" val="10002"/>
                  </a:ext>
                </a:extLst>
              </a:tr>
              <a:tr h="594360">
                <a:tc>
                  <a:txBody>
                    <a:bodyPr/>
                    <a:lstStyle/>
                    <a:p>
                      <a:pPr>
                        <a:buNone/>
                      </a:pPr>
                      <a:r>
                        <a:rPr lang="zh-CN" altLang="en-US" sz="2400">
                          <a:solidFill>
                            <a:srgbClr val="0000FF"/>
                          </a:solidFill>
                          <a:sym typeface="+mn-ea"/>
                        </a:rPr>
                        <a:t>提交第</a:t>
                      </a:r>
                      <a:r>
                        <a:rPr lang="en-US" altLang="zh-CN" sz="2400">
                          <a:solidFill>
                            <a:srgbClr val="0000FF"/>
                          </a:solidFill>
                          <a:sym typeface="+mn-ea"/>
                        </a:rPr>
                        <a:t>2</a:t>
                      </a:r>
                      <a:r>
                        <a:rPr lang="zh-CN" altLang="en-US" sz="2400">
                          <a:solidFill>
                            <a:srgbClr val="0000FF"/>
                          </a:solidFill>
                          <a:sym typeface="+mn-ea"/>
                        </a:rPr>
                        <a:t>次作业</a:t>
                      </a:r>
                      <a:endParaRPr lang="zh-CN" altLang="en-US" sz="2400">
                        <a:solidFill>
                          <a:srgbClr val="0000FF"/>
                        </a:solidFill>
                      </a:endParaRPr>
                    </a:p>
                  </a:txBody>
                  <a:tcPr/>
                </a:tc>
                <a:extLst>
                  <a:ext uri="{0D108BD9-81ED-4DB2-BD59-A6C34878D82A}">
                    <a16:rowId xmlns:a16="http://schemas.microsoft.com/office/drawing/2014/main" val="10003"/>
                  </a:ext>
                </a:extLst>
              </a:tr>
              <a:tr h="595630">
                <a:tc>
                  <a:txBody>
                    <a:bodyPr/>
                    <a:lstStyle/>
                    <a:p>
                      <a:pPr algn="l">
                        <a:buClrTx/>
                        <a:buSzTx/>
                        <a:buFontTx/>
                        <a:buNone/>
                      </a:pPr>
                      <a:r>
                        <a:rPr lang="zh-CN" altLang="en-US" sz="2400">
                          <a:solidFill>
                            <a:srgbClr val="0000FF"/>
                          </a:solidFill>
                          <a:sym typeface="+mn-ea"/>
                        </a:rPr>
                        <a:t>提交论文初稿</a:t>
                      </a:r>
                      <a:endParaRPr lang="zh-CN" altLang="en-US" sz="2400">
                        <a:solidFill>
                          <a:srgbClr val="0000FF"/>
                        </a:solidFill>
                      </a:endParaRPr>
                    </a:p>
                  </a:txBody>
                  <a:tcPr/>
                </a:tc>
                <a:extLst>
                  <a:ext uri="{0D108BD9-81ED-4DB2-BD59-A6C34878D82A}">
                    <a16:rowId xmlns:a16="http://schemas.microsoft.com/office/drawing/2014/main" val="10004"/>
                  </a:ext>
                </a:extLst>
              </a:tr>
              <a:tr h="594360">
                <a:tc>
                  <a:txBody>
                    <a:bodyPr/>
                    <a:lstStyle/>
                    <a:p>
                      <a:pPr algn="l">
                        <a:buClrTx/>
                        <a:buSzTx/>
                        <a:buFontTx/>
                        <a:buNone/>
                      </a:pPr>
                      <a:r>
                        <a:rPr lang="zh-CN" altLang="en-US" sz="2400">
                          <a:solidFill>
                            <a:srgbClr val="0000FF"/>
                          </a:solidFill>
                        </a:rPr>
                        <a:t>修改论文</a:t>
                      </a:r>
                    </a:p>
                  </a:txBody>
                  <a:tcPr/>
                </a:tc>
                <a:extLst>
                  <a:ext uri="{0D108BD9-81ED-4DB2-BD59-A6C34878D82A}">
                    <a16:rowId xmlns:a16="http://schemas.microsoft.com/office/drawing/2014/main" val="10005"/>
                  </a:ext>
                </a:extLst>
              </a:tr>
              <a:tr h="822960">
                <a:tc>
                  <a:txBody>
                    <a:bodyPr/>
                    <a:lstStyle/>
                    <a:p>
                      <a:pPr algn="l">
                        <a:buClrTx/>
                        <a:buSzTx/>
                        <a:buFontTx/>
                        <a:buNone/>
                      </a:pPr>
                      <a:r>
                        <a:rPr lang="zh-CN" altLang="en-US" sz="2400">
                          <a:solidFill>
                            <a:srgbClr val="0000FF"/>
                          </a:solidFill>
                        </a:rPr>
                        <a:t>再次修改并汇报</a:t>
                      </a:r>
                    </a:p>
                  </a:txBody>
                  <a:tcPr/>
                </a:tc>
                <a:extLst>
                  <a:ext uri="{0D108BD9-81ED-4DB2-BD59-A6C34878D82A}">
                    <a16:rowId xmlns:a16="http://schemas.microsoft.com/office/drawing/2014/main" val="10006"/>
                  </a:ext>
                </a:extLst>
              </a:tr>
            </a:tbl>
          </a:graphicData>
        </a:graphic>
      </p:graphicFrame>
      <p:sp>
        <p:nvSpPr>
          <p:cNvPr id="2" name="标题 1">
            <a:extLst>
              <a:ext uri="{FF2B5EF4-FFF2-40B4-BE49-F238E27FC236}">
                <a16:creationId xmlns:a16="http://schemas.microsoft.com/office/drawing/2014/main" id="{1D4D1DD2-1C15-F4D5-6436-C1A8F4C6C2CE}"/>
              </a:ext>
            </a:extLst>
          </p:cNvPr>
          <p:cNvSpPr>
            <a:spLocks noGrp="1"/>
          </p:cNvSpPr>
          <p:nvPr>
            <p:custDataLst>
              <p:tags r:id="rId3"/>
            </p:custDataLst>
          </p:nvPr>
        </p:nvSpPr>
        <p:spPr>
          <a:xfrm>
            <a:off x="1200150" y="20638"/>
            <a:ext cx="7943850" cy="815975"/>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dirty="0">
                <a:solidFill>
                  <a:schemeClr val="dk2">
                    <a:lumMod val="25000"/>
                  </a:schemeClr>
                </a:solidFill>
                <a:latin typeface="微软雅黑" panose="020B0503020204020204" charset="-122"/>
                <a:ea typeface="微软雅黑" panose="020B0503020204020204" charset="-122"/>
              </a:rPr>
              <a:t>课程回顾：第一讲</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94304"/>
                                        </p:tgtEl>
                                        <p:attrNameLst>
                                          <p:attrName>style.visibility</p:attrName>
                                        </p:attrNameLst>
                                      </p:cBhvr>
                                      <p:to>
                                        <p:strVal val="visible"/>
                                      </p:to>
                                    </p:set>
                                    <p:anim calcmode="lin" valueType="num">
                                      <p:cBhvr additive="base">
                                        <p:cTn id="7" dur="500" fill="hold"/>
                                        <p:tgtEl>
                                          <p:spTgt spid="4194304"/>
                                        </p:tgtEl>
                                        <p:attrNameLst>
                                          <p:attrName>ppt_x</p:attrName>
                                        </p:attrNameLst>
                                      </p:cBhvr>
                                      <p:tavLst>
                                        <p:tav tm="0">
                                          <p:val>
                                            <p:strVal val="#ppt_x"/>
                                          </p:val>
                                        </p:tav>
                                        <p:tav tm="100000">
                                          <p:val>
                                            <p:strVal val="#ppt_x"/>
                                          </p:val>
                                        </p:tav>
                                      </p:tavLst>
                                    </p:anim>
                                    <p:anim calcmode="lin" valueType="num">
                                      <p:cBhvr additive="base">
                                        <p:cTn id="8" dur="500" fill="hold"/>
                                        <p:tgtEl>
                                          <p:spTgt spid="419430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8677">
                                            <p:txEl>
                                              <p:pRg st="0" end="0"/>
                                            </p:txEl>
                                          </p:spTgt>
                                        </p:tgtEl>
                                        <p:attrNameLst>
                                          <p:attrName>style.visibility</p:attrName>
                                        </p:attrNameLst>
                                      </p:cBhvr>
                                      <p:to>
                                        <p:strVal val="visible"/>
                                      </p:to>
                                    </p:set>
                                    <p:animEffect transition="in" filter="blinds(horizontal)">
                                      <p:cBhvr>
                                        <p:cTn id="13" dur="500"/>
                                        <p:tgtEl>
                                          <p:spTgt spid="28677">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28677">
                                            <p:txEl>
                                              <p:pRg st="1" end="1"/>
                                            </p:txEl>
                                          </p:spTgt>
                                        </p:tgtEl>
                                        <p:attrNameLst>
                                          <p:attrName>style.visibility</p:attrName>
                                        </p:attrNameLst>
                                      </p:cBhvr>
                                      <p:to>
                                        <p:strVal val="visible"/>
                                      </p:to>
                                    </p:set>
                                    <p:animEffect transition="in" filter="blinds(horizontal)">
                                      <p:cBhvr>
                                        <p:cTn id="18" dur="500"/>
                                        <p:tgtEl>
                                          <p:spTgt spid="28677">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8677">
                                            <p:txEl>
                                              <p:pRg st="2" end="2"/>
                                            </p:txEl>
                                          </p:spTgt>
                                        </p:tgtEl>
                                        <p:attrNameLst>
                                          <p:attrName>style.visibility</p:attrName>
                                        </p:attrNameLst>
                                      </p:cBhvr>
                                      <p:to>
                                        <p:strVal val="visible"/>
                                      </p:to>
                                    </p:set>
                                    <p:animEffect transition="in" filter="blinds(horizontal)">
                                      <p:cBhvr>
                                        <p:cTn id="23" dur="500"/>
                                        <p:tgtEl>
                                          <p:spTgt spid="28677">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8677">
                                            <p:txEl>
                                              <p:pRg st="3" end="3"/>
                                            </p:txEl>
                                          </p:spTgt>
                                        </p:tgtEl>
                                        <p:attrNameLst>
                                          <p:attrName>style.visibility</p:attrName>
                                        </p:attrNameLst>
                                      </p:cBhvr>
                                      <p:to>
                                        <p:strVal val="visible"/>
                                      </p:to>
                                    </p:set>
                                    <p:animEffect transition="in" filter="blinds(horizontal)">
                                      <p:cBhvr>
                                        <p:cTn id="28" dur="500"/>
                                        <p:tgtEl>
                                          <p:spTgt spid="2867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5F4CC-D774-7657-A22D-2F57C27FFDCD}"/>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50C13FE7-3C9D-A99F-C6D5-7FB928C6B9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3521" y="228425"/>
            <a:ext cx="1564372" cy="3168000"/>
          </a:xfrm>
          <a:prstGeom prst="rect">
            <a:avLst/>
          </a:prstGeom>
        </p:spPr>
      </p:pic>
      <p:pic>
        <p:nvPicPr>
          <p:cNvPr id="8" name="图片 7">
            <a:extLst>
              <a:ext uri="{FF2B5EF4-FFF2-40B4-BE49-F238E27FC236}">
                <a16:creationId xmlns:a16="http://schemas.microsoft.com/office/drawing/2014/main" id="{44766879-19C8-171D-1797-3FB2434D63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30943" y="188992"/>
            <a:ext cx="1523573" cy="3168000"/>
          </a:xfrm>
          <a:prstGeom prst="rect">
            <a:avLst/>
          </a:prstGeom>
        </p:spPr>
      </p:pic>
      <p:pic>
        <p:nvPicPr>
          <p:cNvPr id="10" name="图片 9">
            <a:extLst>
              <a:ext uri="{FF2B5EF4-FFF2-40B4-BE49-F238E27FC236}">
                <a16:creationId xmlns:a16="http://schemas.microsoft.com/office/drawing/2014/main" id="{0CDD3F78-30B0-C895-6CF2-622E4D400CC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92280" y="261000"/>
            <a:ext cx="1552696" cy="3168000"/>
          </a:xfrm>
          <a:prstGeom prst="rect">
            <a:avLst/>
          </a:prstGeom>
        </p:spPr>
      </p:pic>
      <p:pic>
        <p:nvPicPr>
          <p:cNvPr id="12" name="图片 11">
            <a:extLst>
              <a:ext uri="{FF2B5EF4-FFF2-40B4-BE49-F238E27FC236}">
                <a16:creationId xmlns:a16="http://schemas.microsoft.com/office/drawing/2014/main" id="{89E4A7F1-5C5E-EB81-54A2-1C48342C3E9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97566" y="188992"/>
            <a:ext cx="1761315" cy="3168000"/>
          </a:xfrm>
          <a:prstGeom prst="rect">
            <a:avLst/>
          </a:prstGeom>
        </p:spPr>
      </p:pic>
      <p:pic>
        <p:nvPicPr>
          <p:cNvPr id="14" name="图片 13">
            <a:extLst>
              <a:ext uri="{FF2B5EF4-FFF2-40B4-BE49-F238E27FC236}">
                <a16:creationId xmlns:a16="http://schemas.microsoft.com/office/drawing/2014/main" id="{FE6B8791-0065-DA55-82A9-A4AA2FE19F9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01931" y="188992"/>
            <a:ext cx="1547300" cy="3168000"/>
          </a:xfrm>
          <a:prstGeom prst="rect">
            <a:avLst/>
          </a:prstGeom>
        </p:spPr>
      </p:pic>
      <p:pic>
        <p:nvPicPr>
          <p:cNvPr id="16" name="图片 15">
            <a:extLst>
              <a:ext uri="{FF2B5EF4-FFF2-40B4-BE49-F238E27FC236}">
                <a16:creationId xmlns:a16="http://schemas.microsoft.com/office/drawing/2014/main" id="{775CE68B-26C7-DE69-7F34-6622A1930FE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63114" y="3585758"/>
            <a:ext cx="1647112" cy="3168000"/>
          </a:xfrm>
          <a:prstGeom prst="rect">
            <a:avLst/>
          </a:prstGeom>
        </p:spPr>
      </p:pic>
      <p:pic>
        <p:nvPicPr>
          <p:cNvPr id="18" name="图片 17">
            <a:extLst>
              <a:ext uri="{FF2B5EF4-FFF2-40B4-BE49-F238E27FC236}">
                <a16:creationId xmlns:a16="http://schemas.microsoft.com/office/drawing/2014/main" id="{C1BDF708-D0C0-CBEB-822C-AD415032A0D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573443" y="3585758"/>
            <a:ext cx="1589956" cy="3168000"/>
          </a:xfrm>
          <a:prstGeom prst="rect">
            <a:avLst/>
          </a:prstGeom>
        </p:spPr>
      </p:pic>
      <p:pic>
        <p:nvPicPr>
          <p:cNvPr id="20" name="图片 19">
            <a:extLst>
              <a:ext uri="{FF2B5EF4-FFF2-40B4-BE49-F238E27FC236}">
                <a16:creationId xmlns:a16="http://schemas.microsoft.com/office/drawing/2014/main" id="{68323A69-04BD-834F-65F7-3C8F31FFA69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126616" y="3585758"/>
            <a:ext cx="1588470" cy="3168000"/>
          </a:xfrm>
          <a:prstGeom prst="rect">
            <a:avLst/>
          </a:prstGeom>
        </p:spPr>
      </p:pic>
      <p:pic>
        <p:nvPicPr>
          <p:cNvPr id="22" name="图片 21">
            <a:extLst>
              <a:ext uri="{FF2B5EF4-FFF2-40B4-BE49-F238E27FC236}">
                <a16:creationId xmlns:a16="http://schemas.microsoft.com/office/drawing/2014/main" id="{F0A2BB2B-1D92-1419-0A22-685BFC0C015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678303" y="3585758"/>
            <a:ext cx="1532615" cy="3168000"/>
          </a:xfrm>
          <a:prstGeom prst="rect">
            <a:avLst/>
          </a:prstGeom>
        </p:spPr>
      </p:pic>
      <p:pic>
        <p:nvPicPr>
          <p:cNvPr id="24" name="图片 23">
            <a:extLst>
              <a:ext uri="{FF2B5EF4-FFF2-40B4-BE49-F238E27FC236}">
                <a16:creationId xmlns:a16="http://schemas.microsoft.com/office/drawing/2014/main" id="{F0F43C69-FE18-6C17-1C54-B141574630E9}"/>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174135" y="3585758"/>
            <a:ext cx="1491847" cy="3168000"/>
          </a:xfrm>
          <a:prstGeom prst="rect">
            <a:avLst/>
          </a:prstGeom>
        </p:spPr>
      </p:pic>
    </p:spTree>
    <p:extLst>
      <p:ext uri="{BB962C8B-B14F-4D97-AF65-F5344CB8AC3E}">
        <p14:creationId xmlns:p14="http://schemas.microsoft.com/office/powerpoint/2010/main" val="2672330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467544" y="6195015"/>
            <a:ext cx="8208645" cy="47434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spcAft>
                <a:spcPts val="0"/>
              </a:spcAft>
            </a:pPr>
            <a:r>
              <a:rPr lang="zh-CN" altLang="en-US" sz="2400" b="1" dirty="0">
                <a:sym typeface="+mn-ea"/>
              </a:rPr>
              <a:t>避免题目太泛！建议主题聚焦、明确，吸引读者兴趣。</a:t>
            </a:r>
          </a:p>
        </p:txBody>
      </p:sp>
      <p:graphicFrame>
        <p:nvGraphicFramePr>
          <p:cNvPr id="3" name="表格 2">
            <a:extLst>
              <a:ext uri="{FF2B5EF4-FFF2-40B4-BE49-F238E27FC236}">
                <a16:creationId xmlns:a16="http://schemas.microsoft.com/office/drawing/2014/main" id="{BE431637-C4CB-87C4-6C57-7B52FF74D4AC}"/>
              </a:ext>
            </a:extLst>
          </p:cNvPr>
          <p:cNvGraphicFramePr>
            <a:graphicFrameLocks noGrp="1"/>
          </p:cNvGraphicFramePr>
          <p:nvPr>
            <p:extLst>
              <p:ext uri="{D42A27DB-BD31-4B8C-83A1-F6EECF244321}">
                <p14:modId xmlns:p14="http://schemas.microsoft.com/office/powerpoint/2010/main" val="867703445"/>
              </p:ext>
            </p:extLst>
          </p:nvPr>
        </p:nvGraphicFramePr>
        <p:xfrm>
          <a:off x="501650" y="908721"/>
          <a:ext cx="8140699" cy="5142107"/>
        </p:xfrm>
        <a:graphic>
          <a:graphicData uri="http://schemas.openxmlformats.org/drawingml/2006/table">
            <a:tbl>
              <a:tblPr>
                <a:tableStyleId>{5940675A-B579-460E-94D1-54222C63F5DA}</a:tableStyleId>
              </a:tblPr>
              <a:tblGrid>
                <a:gridCol w="998156">
                  <a:extLst>
                    <a:ext uri="{9D8B030D-6E8A-4147-A177-3AD203B41FA5}">
                      <a16:colId xmlns:a16="http://schemas.microsoft.com/office/drawing/2014/main" val="3037125951"/>
                    </a:ext>
                  </a:extLst>
                </a:gridCol>
                <a:gridCol w="5326226">
                  <a:extLst>
                    <a:ext uri="{9D8B030D-6E8A-4147-A177-3AD203B41FA5}">
                      <a16:colId xmlns:a16="http://schemas.microsoft.com/office/drawing/2014/main" val="428251270"/>
                    </a:ext>
                  </a:extLst>
                </a:gridCol>
                <a:gridCol w="1816317">
                  <a:extLst>
                    <a:ext uri="{9D8B030D-6E8A-4147-A177-3AD203B41FA5}">
                      <a16:colId xmlns:a16="http://schemas.microsoft.com/office/drawing/2014/main" val="2546492573"/>
                    </a:ext>
                  </a:extLst>
                </a:gridCol>
              </a:tblGrid>
              <a:tr h="639072">
                <a:tc gridSpan="2">
                  <a:txBody>
                    <a:bodyPr/>
                    <a:lstStyle/>
                    <a:p>
                      <a:pPr algn="ctr" fontAlgn="ctr">
                        <a:buNone/>
                      </a:pPr>
                      <a:r>
                        <a:rPr lang="zh-CN" altLang="en-US" sz="1500" b="1" u="none" strike="noStrike" dirty="0">
                          <a:effectLst/>
                        </a:rPr>
                        <a:t>专业写作基础</a:t>
                      </a:r>
                      <a:r>
                        <a:rPr lang="en-US" altLang="zh-CN" sz="1500" b="1" u="none" strike="noStrike" dirty="0">
                          <a:effectLst/>
                        </a:rPr>
                        <a:t>-</a:t>
                      </a:r>
                      <a:r>
                        <a:rPr lang="zh-CN" altLang="en-US" sz="1500" b="1" u="none" strike="noStrike" dirty="0">
                          <a:effectLst/>
                        </a:rPr>
                        <a:t>选题</a:t>
                      </a:r>
                      <a:endParaRPr lang="zh-CN" altLang="en-US" sz="1500" b="1" i="0" u="none" strike="noStrike" dirty="0">
                        <a:solidFill>
                          <a:srgbClr val="000000"/>
                        </a:solidFill>
                        <a:effectLst/>
                        <a:latin typeface="宋体" panose="02010600030101010101" pitchFamily="2" charset="-122"/>
                        <a:ea typeface="宋体" panose="02010600030101010101" pitchFamily="2" charset="-122"/>
                      </a:endParaRPr>
                    </a:p>
                  </a:txBody>
                  <a:tcPr marL="5882" marR="5882" marT="5882" marB="0" anchor="ctr"/>
                </a:tc>
                <a:tc hMerge="1">
                  <a:txBody>
                    <a:bodyPr/>
                    <a:lstStyle/>
                    <a:p>
                      <a:endParaRPr lang="zh-CN" altLang="en-US"/>
                    </a:p>
                  </a:txBody>
                  <a:tcPr/>
                </a:tc>
                <a:tc>
                  <a:txBody>
                    <a:bodyPr/>
                    <a:lstStyle/>
                    <a:p>
                      <a:pPr algn="ctr" fontAlgn="ctr">
                        <a:buNone/>
                      </a:pPr>
                      <a:r>
                        <a:rPr lang="zh-CN" altLang="en-US" sz="1500" b="1" u="none" strike="noStrike" dirty="0">
                          <a:effectLst/>
                        </a:rPr>
                        <a:t>组长</a:t>
                      </a:r>
                      <a:endParaRPr lang="zh-CN" altLang="en-US" sz="1500" b="1" i="0" u="none" strike="noStrike" dirty="0">
                        <a:solidFill>
                          <a:srgbClr val="000000"/>
                        </a:solidFill>
                        <a:effectLst/>
                        <a:latin typeface="宋体" panose="02010600030101010101" pitchFamily="2" charset="-122"/>
                        <a:ea typeface="宋体" panose="02010600030101010101" pitchFamily="2" charset="-122"/>
                      </a:endParaRPr>
                    </a:p>
                  </a:txBody>
                  <a:tcPr marL="5882" marR="5882" marT="5882" marB="0" anchor="ctr"/>
                </a:tc>
                <a:extLst>
                  <a:ext uri="{0D108BD9-81ED-4DB2-BD59-A6C34878D82A}">
                    <a16:rowId xmlns:a16="http://schemas.microsoft.com/office/drawing/2014/main" val="588698849"/>
                  </a:ext>
                </a:extLst>
              </a:tr>
              <a:tr h="447350">
                <a:tc>
                  <a:txBody>
                    <a:bodyPr/>
                    <a:lstStyle/>
                    <a:p>
                      <a:pPr algn="ctr">
                        <a:lnSpc>
                          <a:spcPct val="115000"/>
                        </a:lnSpc>
                        <a:spcAft>
                          <a:spcPts val="800"/>
                        </a:spcAft>
                        <a:buNone/>
                      </a:pPr>
                      <a:r>
                        <a:rPr lang="zh-CN" sz="1400" kern="100">
                          <a:effectLst/>
                          <a:latin typeface="等线" panose="02010600030101010101" pitchFamily="2" charset="-122"/>
                          <a:ea typeface="等线" panose="02010600030101010101" pitchFamily="2" charset="-122"/>
                          <a:cs typeface="Times New Roman" panose="02020603050405020304" pitchFamily="18" charset="0"/>
                        </a:rPr>
                        <a:t>第一组</a:t>
                      </a:r>
                    </a:p>
                  </a:txBody>
                  <a:tcPr marL="68580" marR="68580" marT="0" marB="0" anchor="ctr"/>
                </a:tc>
                <a:tc>
                  <a:txBody>
                    <a:bodyPr/>
                    <a:lstStyle/>
                    <a:p>
                      <a:pPr algn="ctr">
                        <a:lnSpc>
                          <a:spcPct val="115000"/>
                        </a:lnSpc>
                        <a:spcAft>
                          <a:spcPts val="800"/>
                        </a:spcAft>
                        <a:buNone/>
                      </a:pPr>
                      <a:r>
                        <a:rPr lang="en-US" sz="1400" kern="100">
                          <a:effectLst/>
                          <a:latin typeface="等线" panose="02010600030101010101" pitchFamily="2" charset="-122"/>
                          <a:ea typeface="等线" panose="02010600030101010101" pitchFamily="2" charset="-122"/>
                          <a:cs typeface="Times New Roman" panose="02020603050405020304" pitchFamily="18" charset="0"/>
                        </a:rPr>
                        <a:t>Sci-FMs</a:t>
                      </a:r>
                      <a:r>
                        <a:rPr lang="zh-CN" sz="1400" kern="100">
                          <a:effectLst/>
                          <a:latin typeface="等线" panose="02010600030101010101" pitchFamily="2" charset="-122"/>
                          <a:ea typeface="等线" panose="02010600030101010101" pitchFamily="2" charset="-122"/>
                          <a:cs typeface="Times New Roman" panose="02020603050405020304" pitchFamily="18" charset="0"/>
                        </a:rPr>
                        <a:t>（科学基础模型）的研究现状</a:t>
                      </a:r>
                    </a:p>
                  </a:txBody>
                  <a:tcPr marL="68580" marR="68580" marT="0" marB="0" anchor="ctr"/>
                </a:tc>
                <a:tc>
                  <a:txBody>
                    <a:bodyPr/>
                    <a:lstStyle/>
                    <a:p>
                      <a:pPr algn="ctr" fontAlgn="ctr">
                        <a:buNone/>
                      </a:pP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5882" marR="5882" marT="5882" marB="0" anchor="ctr"/>
                </a:tc>
                <a:extLst>
                  <a:ext uri="{0D108BD9-81ED-4DB2-BD59-A6C34878D82A}">
                    <a16:rowId xmlns:a16="http://schemas.microsoft.com/office/drawing/2014/main" val="1928655235"/>
                  </a:ext>
                </a:extLst>
              </a:tr>
              <a:tr h="447350">
                <a:tc>
                  <a:txBody>
                    <a:bodyPr/>
                    <a:lstStyle/>
                    <a:p>
                      <a:pPr algn="ctr">
                        <a:lnSpc>
                          <a:spcPct val="115000"/>
                        </a:lnSpc>
                        <a:spcAft>
                          <a:spcPts val="800"/>
                        </a:spcAft>
                        <a:buNone/>
                      </a:pPr>
                      <a:r>
                        <a:rPr lang="zh-CN" sz="1400" kern="100">
                          <a:effectLst/>
                          <a:latin typeface="等线" panose="02010600030101010101" pitchFamily="2" charset="-122"/>
                          <a:ea typeface="等线" panose="02010600030101010101" pitchFamily="2" charset="-122"/>
                          <a:cs typeface="Times New Roman" panose="02020603050405020304" pitchFamily="18" charset="0"/>
                        </a:rPr>
                        <a:t>第二组</a:t>
                      </a:r>
                    </a:p>
                  </a:txBody>
                  <a:tcPr marL="68580" marR="68580" marT="0" marB="0" anchor="ctr"/>
                </a:tc>
                <a:tc>
                  <a:txBody>
                    <a:bodyPr/>
                    <a:lstStyle/>
                    <a:p>
                      <a:pPr algn="ctr">
                        <a:lnSpc>
                          <a:spcPct val="115000"/>
                        </a:lnSpc>
                        <a:spcAft>
                          <a:spcPts val="800"/>
                        </a:spcAft>
                        <a:buNone/>
                      </a:pPr>
                      <a:r>
                        <a:rPr lang="zh-CN" sz="1400" kern="100">
                          <a:effectLst/>
                          <a:latin typeface="等线" panose="02010600030101010101" pitchFamily="2" charset="-122"/>
                          <a:ea typeface="等线" panose="02010600030101010101" pitchFamily="2" charset="-122"/>
                          <a:cs typeface="Times New Roman" panose="02020603050405020304" pitchFamily="18" charset="0"/>
                        </a:rPr>
                        <a:t>从感知到行动：航空智能体的分层架构与关键技术综述</a:t>
                      </a:r>
                    </a:p>
                  </a:txBody>
                  <a:tcPr marL="68580" marR="68580" marT="0" marB="0" anchor="ctr"/>
                </a:tc>
                <a:tc>
                  <a:txBody>
                    <a:bodyPr/>
                    <a:lstStyle/>
                    <a:p>
                      <a:pPr algn="ctr" fontAlgn="ctr">
                        <a:buNone/>
                      </a:pP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5882" marR="5882" marT="5882" marB="0" anchor="ctr"/>
                </a:tc>
                <a:extLst>
                  <a:ext uri="{0D108BD9-81ED-4DB2-BD59-A6C34878D82A}">
                    <a16:rowId xmlns:a16="http://schemas.microsoft.com/office/drawing/2014/main" val="1192757513"/>
                  </a:ext>
                </a:extLst>
              </a:tr>
              <a:tr h="447350">
                <a:tc>
                  <a:txBody>
                    <a:bodyPr/>
                    <a:lstStyle/>
                    <a:p>
                      <a:pPr algn="ctr">
                        <a:lnSpc>
                          <a:spcPct val="115000"/>
                        </a:lnSpc>
                        <a:spcAft>
                          <a:spcPts val="800"/>
                        </a:spcAft>
                        <a:buNone/>
                      </a:pPr>
                      <a:r>
                        <a:rPr lang="zh-CN" sz="1400" kern="100">
                          <a:effectLst/>
                          <a:latin typeface="等线" panose="02010600030101010101" pitchFamily="2" charset="-122"/>
                          <a:ea typeface="等线" panose="02010600030101010101" pitchFamily="2" charset="-122"/>
                          <a:cs typeface="Times New Roman" panose="02020603050405020304" pitchFamily="18" charset="0"/>
                        </a:rPr>
                        <a:t>第三组</a:t>
                      </a:r>
                    </a:p>
                  </a:txBody>
                  <a:tcPr marL="68580" marR="68580" marT="0" marB="0" anchor="ctr"/>
                </a:tc>
                <a:tc>
                  <a:txBody>
                    <a:bodyPr/>
                    <a:lstStyle/>
                    <a:p>
                      <a:pPr algn="ctr">
                        <a:lnSpc>
                          <a:spcPct val="115000"/>
                        </a:lnSpc>
                        <a:spcAft>
                          <a:spcPts val="800"/>
                        </a:spcAft>
                        <a:buNone/>
                      </a:pPr>
                      <a:r>
                        <a:rPr lang="zh-CN" sz="1400" kern="100">
                          <a:effectLst/>
                          <a:latin typeface="等线" panose="02010600030101010101" pitchFamily="2" charset="-122"/>
                          <a:ea typeface="等线" panose="02010600030101010101" pitchFamily="2" charset="-122"/>
                          <a:cs typeface="Times New Roman" panose="02020603050405020304" pitchFamily="18" charset="0"/>
                        </a:rPr>
                        <a:t>面向</a:t>
                      </a:r>
                      <a:r>
                        <a:rPr lang="en-US" sz="1400" kern="100">
                          <a:effectLst/>
                          <a:latin typeface="等线" panose="02010600030101010101" pitchFamily="2" charset="-122"/>
                          <a:ea typeface="等线" panose="02010600030101010101" pitchFamily="2" charset="-122"/>
                          <a:cs typeface="Times New Roman" panose="02020603050405020304" pitchFamily="18" charset="0"/>
                        </a:rPr>
                        <a:t>6G</a:t>
                      </a:r>
                      <a:r>
                        <a:rPr lang="zh-CN" sz="1400" kern="100">
                          <a:effectLst/>
                          <a:latin typeface="等线" panose="02010600030101010101" pitchFamily="2" charset="-122"/>
                          <a:ea typeface="等线" panose="02010600030101010101" pitchFamily="2" charset="-122"/>
                          <a:cs typeface="Times New Roman" panose="02020603050405020304" pitchFamily="18" charset="0"/>
                        </a:rPr>
                        <a:t>边缘智能的通信</a:t>
                      </a:r>
                      <a:r>
                        <a:rPr lang="en-US" sz="1400" kern="100">
                          <a:effectLst/>
                          <a:latin typeface="等线" panose="02010600030101010101" pitchFamily="2" charset="-122"/>
                          <a:ea typeface="等线" panose="02010600030101010101" pitchFamily="2" charset="-122"/>
                          <a:cs typeface="Times New Roman" panose="02020603050405020304" pitchFamily="18" charset="0"/>
                        </a:rPr>
                        <a:t>—AI—</a:t>
                      </a:r>
                      <a:r>
                        <a:rPr lang="zh-CN" sz="1400" kern="100">
                          <a:effectLst/>
                          <a:latin typeface="等线" panose="02010600030101010101" pitchFamily="2" charset="-122"/>
                          <a:ea typeface="等线" panose="02010600030101010101" pitchFamily="2" charset="-122"/>
                          <a:cs typeface="Times New Roman" panose="02020603050405020304" pitchFamily="18" charset="0"/>
                        </a:rPr>
                        <a:t>芯片协同研究综述</a:t>
                      </a:r>
                    </a:p>
                  </a:txBody>
                  <a:tcPr marL="68580" marR="68580" marT="0" marB="0" anchor="ctr"/>
                </a:tc>
                <a:tc>
                  <a:txBody>
                    <a:bodyPr/>
                    <a:lstStyle/>
                    <a:p>
                      <a:pPr algn="ctr" fontAlgn="ctr">
                        <a:buNone/>
                      </a:pP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5882" marR="5882" marT="5882" marB="0" anchor="ctr"/>
                </a:tc>
                <a:extLst>
                  <a:ext uri="{0D108BD9-81ED-4DB2-BD59-A6C34878D82A}">
                    <a16:rowId xmlns:a16="http://schemas.microsoft.com/office/drawing/2014/main" val="2460254228"/>
                  </a:ext>
                </a:extLst>
              </a:tr>
              <a:tr h="447350">
                <a:tc>
                  <a:txBody>
                    <a:bodyPr/>
                    <a:lstStyle/>
                    <a:p>
                      <a:pPr algn="ctr">
                        <a:lnSpc>
                          <a:spcPct val="115000"/>
                        </a:lnSpc>
                        <a:spcAft>
                          <a:spcPts val="800"/>
                        </a:spcAft>
                        <a:buNone/>
                      </a:pPr>
                      <a:r>
                        <a:rPr lang="zh-CN" sz="1400" kern="100">
                          <a:effectLst/>
                          <a:latin typeface="等线" panose="02010600030101010101" pitchFamily="2" charset="-122"/>
                          <a:ea typeface="等线" panose="02010600030101010101" pitchFamily="2" charset="-122"/>
                          <a:cs typeface="Times New Roman" panose="02020603050405020304" pitchFamily="18" charset="0"/>
                        </a:rPr>
                        <a:t>第四组</a:t>
                      </a:r>
                    </a:p>
                  </a:txBody>
                  <a:tcPr marL="68580" marR="68580" marT="0" marB="0" anchor="ctr"/>
                </a:tc>
                <a:tc>
                  <a:txBody>
                    <a:bodyPr/>
                    <a:lstStyle/>
                    <a:p>
                      <a:pPr algn="ctr">
                        <a:lnSpc>
                          <a:spcPct val="115000"/>
                        </a:lnSpc>
                        <a:spcAft>
                          <a:spcPts val="800"/>
                        </a:spcAft>
                        <a:buNone/>
                      </a:pPr>
                      <a:r>
                        <a:rPr lang="zh-CN" sz="1400" kern="100">
                          <a:effectLst/>
                          <a:latin typeface="等线" panose="02010600030101010101" pitchFamily="2" charset="-122"/>
                          <a:ea typeface="等线" panose="02010600030101010101" pitchFamily="2" charset="-122"/>
                          <a:cs typeface="Times New Roman" panose="02020603050405020304" pitchFamily="18" charset="0"/>
                        </a:rPr>
                        <a:t>低功耗单片机的电源管理优化设计</a:t>
                      </a:r>
                    </a:p>
                  </a:txBody>
                  <a:tcPr marL="68580" marR="68580" marT="0" marB="0" anchor="ctr"/>
                </a:tc>
                <a:tc>
                  <a:txBody>
                    <a:bodyPr/>
                    <a:lstStyle/>
                    <a:p>
                      <a:pPr algn="ctr" fontAlgn="ctr">
                        <a:buNone/>
                      </a:pP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5882" marR="5882" marT="5882" marB="0" anchor="ctr"/>
                </a:tc>
                <a:extLst>
                  <a:ext uri="{0D108BD9-81ED-4DB2-BD59-A6C34878D82A}">
                    <a16:rowId xmlns:a16="http://schemas.microsoft.com/office/drawing/2014/main" val="859474691"/>
                  </a:ext>
                </a:extLst>
              </a:tr>
              <a:tr h="447350">
                <a:tc>
                  <a:txBody>
                    <a:bodyPr/>
                    <a:lstStyle/>
                    <a:p>
                      <a:pPr algn="ctr">
                        <a:lnSpc>
                          <a:spcPct val="115000"/>
                        </a:lnSpc>
                        <a:spcAft>
                          <a:spcPts val="800"/>
                        </a:spcAft>
                        <a:buNone/>
                      </a:pPr>
                      <a:r>
                        <a:rPr lang="zh-CN" sz="1400" kern="100">
                          <a:effectLst/>
                          <a:latin typeface="等线" panose="02010600030101010101" pitchFamily="2" charset="-122"/>
                          <a:ea typeface="等线" panose="02010600030101010101" pitchFamily="2" charset="-122"/>
                          <a:cs typeface="Times New Roman" panose="02020603050405020304" pitchFamily="18" charset="0"/>
                        </a:rPr>
                        <a:t>第五组</a:t>
                      </a:r>
                    </a:p>
                  </a:txBody>
                  <a:tcPr marL="68580" marR="68580" marT="0" marB="0" anchor="ctr"/>
                </a:tc>
                <a:tc>
                  <a:txBody>
                    <a:bodyPr/>
                    <a:lstStyle/>
                    <a:p>
                      <a:pPr algn="ctr">
                        <a:lnSpc>
                          <a:spcPct val="115000"/>
                        </a:lnSpc>
                        <a:spcAft>
                          <a:spcPts val="800"/>
                        </a:spcAft>
                        <a:buNone/>
                      </a:pPr>
                      <a:r>
                        <a:rPr lang="zh-CN" sz="1400" kern="100" dirty="0">
                          <a:effectLst/>
                          <a:latin typeface="等线" panose="02010600030101010101" pitchFamily="2" charset="-122"/>
                          <a:ea typeface="等线" panose="02010600030101010101" pitchFamily="2" charset="-122"/>
                          <a:cs typeface="Times New Roman" panose="02020603050405020304" pitchFamily="18" charset="0"/>
                        </a:rPr>
                        <a:t>光纤激光器研究进展与发展综述</a:t>
                      </a:r>
                    </a:p>
                  </a:txBody>
                  <a:tcPr marL="68580" marR="68580" marT="0" marB="0" anchor="ctr"/>
                </a:tc>
                <a:tc>
                  <a:txBody>
                    <a:bodyPr/>
                    <a:lstStyle/>
                    <a:p>
                      <a:pPr algn="ctr" fontAlgn="ctr">
                        <a:buNone/>
                      </a:pP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5882" marR="5882" marT="5882" marB="0" anchor="ctr"/>
                </a:tc>
                <a:extLst>
                  <a:ext uri="{0D108BD9-81ED-4DB2-BD59-A6C34878D82A}">
                    <a16:rowId xmlns:a16="http://schemas.microsoft.com/office/drawing/2014/main" val="3171082613"/>
                  </a:ext>
                </a:extLst>
              </a:tr>
              <a:tr h="447350">
                <a:tc>
                  <a:txBody>
                    <a:bodyPr/>
                    <a:lstStyle/>
                    <a:p>
                      <a:pPr algn="ctr">
                        <a:lnSpc>
                          <a:spcPct val="115000"/>
                        </a:lnSpc>
                        <a:spcAft>
                          <a:spcPts val="800"/>
                        </a:spcAft>
                        <a:buNone/>
                      </a:pPr>
                      <a:r>
                        <a:rPr lang="zh-CN" sz="1400" kern="100">
                          <a:effectLst/>
                          <a:latin typeface="等线" panose="02010600030101010101" pitchFamily="2" charset="-122"/>
                          <a:ea typeface="等线" panose="02010600030101010101" pitchFamily="2" charset="-122"/>
                          <a:cs typeface="Times New Roman" panose="02020603050405020304" pitchFamily="18" charset="0"/>
                        </a:rPr>
                        <a:t>第六组</a:t>
                      </a:r>
                    </a:p>
                  </a:txBody>
                  <a:tcPr marL="68580" marR="68580" marT="0" marB="0" anchor="ctr"/>
                </a:tc>
                <a:tc>
                  <a:txBody>
                    <a:bodyPr/>
                    <a:lstStyle/>
                    <a:p>
                      <a:pPr algn="ctr">
                        <a:lnSpc>
                          <a:spcPct val="115000"/>
                        </a:lnSpc>
                        <a:spcAft>
                          <a:spcPts val="800"/>
                        </a:spcAft>
                        <a:buNone/>
                      </a:pPr>
                      <a:r>
                        <a:rPr lang="zh-CN" sz="1400" kern="100">
                          <a:effectLst/>
                          <a:latin typeface="等线" panose="02010600030101010101" pitchFamily="2" charset="-122"/>
                          <a:ea typeface="等线" panose="02010600030101010101" pitchFamily="2" charset="-122"/>
                          <a:cs typeface="Times New Roman" panose="02020603050405020304" pitchFamily="18" charset="0"/>
                        </a:rPr>
                        <a:t>阿尔茨海默病的</a:t>
                      </a:r>
                      <a:r>
                        <a:rPr lang="en-US" sz="1400" kern="100">
                          <a:effectLst/>
                          <a:latin typeface="等线" panose="02010600030101010101" pitchFamily="2" charset="-122"/>
                          <a:ea typeface="等线" panose="02010600030101010101" pitchFamily="2" charset="-122"/>
                          <a:cs typeface="Times New Roman" panose="02020603050405020304" pitchFamily="18" charset="0"/>
                        </a:rPr>
                        <a:t>MRI</a:t>
                      </a:r>
                      <a:r>
                        <a:rPr lang="zh-CN" sz="1400" kern="100">
                          <a:effectLst/>
                          <a:latin typeface="等线" panose="02010600030101010101" pitchFamily="2" charset="-122"/>
                          <a:ea typeface="等线" panose="02010600030101010101" pitchFamily="2" charset="-122"/>
                          <a:cs typeface="Times New Roman" panose="02020603050405020304" pitchFamily="18" charset="0"/>
                        </a:rPr>
                        <a:t>诊断：从结构影像到多模态融合</a:t>
                      </a:r>
                    </a:p>
                  </a:txBody>
                  <a:tcPr marL="68580" marR="68580" marT="0" marB="0" anchor="ctr"/>
                </a:tc>
                <a:tc>
                  <a:txBody>
                    <a:bodyPr/>
                    <a:lstStyle/>
                    <a:p>
                      <a:pPr algn="ctr" fontAlgn="ctr">
                        <a:buNone/>
                      </a:pPr>
                      <a:endParaRPr lang="zh-CN" altLang="en-US" sz="1500" b="0" i="0" u="none" strike="noStrike">
                        <a:solidFill>
                          <a:srgbClr val="000000"/>
                        </a:solidFill>
                        <a:effectLst/>
                        <a:latin typeface="宋体" panose="02010600030101010101" pitchFamily="2" charset="-122"/>
                        <a:ea typeface="宋体" panose="02010600030101010101" pitchFamily="2" charset="-122"/>
                      </a:endParaRPr>
                    </a:p>
                  </a:txBody>
                  <a:tcPr marL="5882" marR="5882" marT="5882" marB="0" anchor="ctr"/>
                </a:tc>
                <a:extLst>
                  <a:ext uri="{0D108BD9-81ED-4DB2-BD59-A6C34878D82A}">
                    <a16:rowId xmlns:a16="http://schemas.microsoft.com/office/drawing/2014/main" val="1435130929"/>
                  </a:ext>
                </a:extLst>
              </a:tr>
              <a:tr h="447350">
                <a:tc>
                  <a:txBody>
                    <a:bodyPr/>
                    <a:lstStyle/>
                    <a:p>
                      <a:pPr algn="ctr">
                        <a:lnSpc>
                          <a:spcPct val="115000"/>
                        </a:lnSpc>
                        <a:spcAft>
                          <a:spcPts val="800"/>
                        </a:spcAft>
                        <a:buNone/>
                      </a:pPr>
                      <a:r>
                        <a:rPr lang="zh-CN" sz="1400" kern="100">
                          <a:effectLst/>
                          <a:latin typeface="等线" panose="02010600030101010101" pitchFamily="2" charset="-122"/>
                          <a:ea typeface="等线" panose="02010600030101010101" pitchFamily="2" charset="-122"/>
                          <a:cs typeface="Times New Roman" panose="02020603050405020304" pitchFamily="18" charset="0"/>
                        </a:rPr>
                        <a:t>第七组</a:t>
                      </a:r>
                    </a:p>
                  </a:txBody>
                  <a:tcPr marL="68580" marR="68580" marT="0" marB="0" anchor="ctr"/>
                </a:tc>
                <a:tc>
                  <a:txBody>
                    <a:bodyPr/>
                    <a:lstStyle/>
                    <a:p>
                      <a:pPr algn="ctr">
                        <a:lnSpc>
                          <a:spcPct val="115000"/>
                        </a:lnSpc>
                        <a:spcAft>
                          <a:spcPts val="800"/>
                        </a:spcAft>
                        <a:buNone/>
                      </a:pPr>
                      <a:r>
                        <a:rPr lang="zh-CN" sz="1400" kern="100">
                          <a:effectLst/>
                          <a:latin typeface="等线" panose="02010600030101010101" pitchFamily="2" charset="-122"/>
                          <a:ea typeface="等线" panose="02010600030101010101" pitchFamily="2" charset="-122"/>
                          <a:cs typeface="Times New Roman" panose="02020603050405020304" pitchFamily="18" charset="0"/>
                        </a:rPr>
                        <a:t>无线边缘网络中联邦学习通信效率优化方法研究综述</a:t>
                      </a:r>
                    </a:p>
                  </a:txBody>
                  <a:tcPr marL="68580" marR="68580" marT="0" marB="0" anchor="ctr"/>
                </a:tc>
                <a:tc>
                  <a:txBody>
                    <a:bodyPr/>
                    <a:lstStyle/>
                    <a:p>
                      <a:pPr algn="ctr" fontAlgn="ctr">
                        <a:buNone/>
                      </a:pP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5882" marR="5882" marT="5882" marB="0" anchor="ctr"/>
                </a:tc>
                <a:extLst>
                  <a:ext uri="{0D108BD9-81ED-4DB2-BD59-A6C34878D82A}">
                    <a16:rowId xmlns:a16="http://schemas.microsoft.com/office/drawing/2014/main" val="1670854863"/>
                  </a:ext>
                </a:extLst>
              </a:tr>
              <a:tr h="447350">
                <a:tc>
                  <a:txBody>
                    <a:bodyPr/>
                    <a:lstStyle/>
                    <a:p>
                      <a:pPr algn="ctr">
                        <a:lnSpc>
                          <a:spcPct val="115000"/>
                        </a:lnSpc>
                        <a:spcAft>
                          <a:spcPts val="800"/>
                        </a:spcAft>
                        <a:buNone/>
                      </a:pPr>
                      <a:r>
                        <a:rPr lang="zh-CN" sz="1400" kern="100">
                          <a:effectLst/>
                          <a:latin typeface="等线" panose="02010600030101010101" pitchFamily="2" charset="-122"/>
                          <a:ea typeface="等线" panose="02010600030101010101" pitchFamily="2" charset="-122"/>
                          <a:cs typeface="Times New Roman" panose="02020603050405020304" pitchFamily="18" charset="0"/>
                        </a:rPr>
                        <a:t>第八组</a:t>
                      </a:r>
                    </a:p>
                  </a:txBody>
                  <a:tcPr marL="68580" marR="68580" marT="0" marB="0" anchor="ctr"/>
                </a:tc>
                <a:tc>
                  <a:txBody>
                    <a:bodyPr/>
                    <a:lstStyle/>
                    <a:p>
                      <a:pPr algn="ctr">
                        <a:lnSpc>
                          <a:spcPct val="115000"/>
                        </a:lnSpc>
                        <a:spcAft>
                          <a:spcPts val="800"/>
                        </a:spcAft>
                        <a:buNone/>
                      </a:pPr>
                      <a:r>
                        <a:rPr lang="zh-CN" altLang="en-US" sz="1400" kern="100" dirty="0">
                          <a:effectLst/>
                          <a:latin typeface="等线" panose="02010600030101010101" pitchFamily="2" charset="-122"/>
                          <a:ea typeface="等线" panose="02010600030101010101" pitchFamily="2" charset="-122"/>
                          <a:cs typeface="Times New Roman" panose="02020603050405020304" pitchFamily="18" charset="0"/>
                        </a:rPr>
                        <a:t>机器学习事后可解释方法综述</a:t>
                      </a:r>
                      <a:r>
                        <a:rPr lang="en-US" altLang="zh-CN" sz="14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400" kern="100" dirty="0">
                          <a:effectLst/>
                          <a:latin typeface="等线" panose="02010600030101010101" pitchFamily="2" charset="-122"/>
                          <a:ea typeface="等线" panose="02010600030101010101" pitchFamily="2" charset="-122"/>
                          <a:cs typeface="Times New Roman" panose="02020603050405020304" pitchFamily="18" charset="0"/>
                        </a:rPr>
                        <a:t>从</a:t>
                      </a:r>
                      <a:r>
                        <a:rPr lang="en-US" altLang="zh-CN" sz="1400" kern="100" dirty="0">
                          <a:effectLst/>
                          <a:latin typeface="等线" panose="02010600030101010101" pitchFamily="2" charset="-122"/>
                          <a:ea typeface="等线" panose="02010600030101010101" pitchFamily="2" charset="-122"/>
                          <a:cs typeface="Times New Roman" panose="02020603050405020304" pitchFamily="18" charset="0"/>
                        </a:rPr>
                        <a:t>LIME</a:t>
                      </a:r>
                      <a:r>
                        <a:rPr lang="zh-CN" altLang="en-US" sz="14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400" kern="100" dirty="0">
                          <a:effectLst/>
                          <a:latin typeface="等线" panose="02010600030101010101" pitchFamily="2" charset="-122"/>
                          <a:ea typeface="等线" panose="02010600030101010101" pitchFamily="2" charset="-122"/>
                          <a:cs typeface="Times New Roman" panose="02020603050405020304" pitchFamily="18" charset="0"/>
                        </a:rPr>
                        <a:t>SHAP</a:t>
                      </a:r>
                      <a:r>
                        <a:rPr lang="zh-CN" altLang="en-US" sz="1400" kern="100" dirty="0">
                          <a:effectLst/>
                          <a:latin typeface="等线" panose="02010600030101010101" pitchFamily="2" charset="-122"/>
                          <a:ea typeface="等线" panose="02010600030101010101" pitchFamily="2" charset="-122"/>
                          <a:cs typeface="Times New Roman" panose="02020603050405020304" pitchFamily="18" charset="0"/>
                        </a:rPr>
                        <a:t>到深度模型特征归因</a:t>
                      </a:r>
                      <a:r>
                        <a:rPr lang="en-US" sz="14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fontAlgn="ctr">
                        <a:buNone/>
                      </a:pP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5882" marR="5882" marT="5882" marB="0" anchor="ctr"/>
                </a:tc>
                <a:extLst>
                  <a:ext uri="{0D108BD9-81ED-4DB2-BD59-A6C34878D82A}">
                    <a16:rowId xmlns:a16="http://schemas.microsoft.com/office/drawing/2014/main" val="1165045407"/>
                  </a:ext>
                </a:extLst>
              </a:tr>
              <a:tr h="447350">
                <a:tc>
                  <a:txBody>
                    <a:bodyPr/>
                    <a:lstStyle/>
                    <a:p>
                      <a:pPr algn="ctr">
                        <a:lnSpc>
                          <a:spcPct val="115000"/>
                        </a:lnSpc>
                        <a:spcAft>
                          <a:spcPts val="800"/>
                        </a:spcAft>
                        <a:buNone/>
                      </a:pPr>
                      <a:r>
                        <a:rPr lang="zh-CN" sz="1400" kern="100">
                          <a:effectLst/>
                          <a:latin typeface="等线" panose="02010600030101010101" pitchFamily="2" charset="-122"/>
                          <a:ea typeface="等线" panose="02010600030101010101" pitchFamily="2" charset="-122"/>
                          <a:cs typeface="Times New Roman" panose="02020603050405020304" pitchFamily="18" charset="0"/>
                        </a:rPr>
                        <a:t>第九组</a:t>
                      </a:r>
                    </a:p>
                  </a:txBody>
                  <a:tcPr marL="68580" marR="68580" marT="0" marB="0" anchor="ctr"/>
                </a:tc>
                <a:tc>
                  <a:txBody>
                    <a:bodyPr/>
                    <a:lstStyle/>
                    <a:p>
                      <a:pPr algn="ctr">
                        <a:lnSpc>
                          <a:spcPct val="115000"/>
                        </a:lnSpc>
                        <a:spcAft>
                          <a:spcPts val="800"/>
                        </a:spcAft>
                        <a:buNone/>
                      </a:pPr>
                      <a:r>
                        <a:rPr lang="zh-CN" sz="1400" kern="100">
                          <a:effectLst/>
                          <a:latin typeface="等线" panose="02010600030101010101" pitchFamily="2" charset="-122"/>
                          <a:ea typeface="等线" panose="02010600030101010101" pitchFamily="2" charset="-122"/>
                          <a:cs typeface="Times New Roman" panose="02020603050405020304" pitchFamily="18" charset="0"/>
                        </a:rPr>
                        <a:t>算法推荐中的信息茧房效应与治理研究</a:t>
                      </a:r>
                    </a:p>
                  </a:txBody>
                  <a:tcPr marL="68580" marR="68580" marT="0" marB="0" anchor="ctr"/>
                </a:tc>
                <a:tc>
                  <a:txBody>
                    <a:bodyPr/>
                    <a:lstStyle/>
                    <a:p>
                      <a:pPr algn="ctr" fontAlgn="ctr">
                        <a:buNone/>
                      </a:pP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5882" marR="5882" marT="5882" marB="0" anchor="ctr"/>
                </a:tc>
                <a:extLst>
                  <a:ext uri="{0D108BD9-81ED-4DB2-BD59-A6C34878D82A}">
                    <a16:rowId xmlns:a16="http://schemas.microsoft.com/office/drawing/2014/main" val="3421780074"/>
                  </a:ext>
                </a:extLst>
              </a:tr>
              <a:tr h="447350">
                <a:tc>
                  <a:txBody>
                    <a:bodyPr/>
                    <a:lstStyle/>
                    <a:p>
                      <a:pPr algn="ctr">
                        <a:lnSpc>
                          <a:spcPct val="115000"/>
                        </a:lnSpc>
                        <a:spcAft>
                          <a:spcPts val="800"/>
                        </a:spcAft>
                        <a:buNone/>
                      </a:pPr>
                      <a:r>
                        <a:rPr lang="zh-CN" sz="1400" kern="100">
                          <a:effectLst/>
                          <a:latin typeface="等线" panose="02010600030101010101" pitchFamily="2" charset="-122"/>
                          <a:ea typeface="等线" panose="02010600030101010101" pitchFamily="2" charset="-122"/>
                          <a:cs typeface="Times New Roman" panose="02020603050405020304" pitchFamily="18" charset="0"/>
                        </a:rPr>
                        <a:t>第十组</a:t>
                      </a:r>
                    </a:p>
                  </a:txBody>
                  <a:tcPr marL="68580" marR="68580" marT="0" marB="0" anchor="ctr"/>
                </a:tc>
                <a:tc>
                  <a:txBody>
                    <a:bodyPr/>
                    <a:lstStyle/>
                    <a:p>
                      <a:pPr algn="ctr">
                        <a:lnSpc>
                          <a:spcPct val="115000"/>
                        </a:lnSpc>
                        <a:spcAft>
                          <a:spcPts val="800"/>
                        </a:spcAft>
                        <a:buNone/>
                      </a:pPr>
                      <a:r>
                        <a:rPr lang="en-US" sz="14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ctr" fontAlgn="ctr">
                        <a:buNone/>
                      </a:pPr>
                      <a:endParaRPr lang="zh-CN" altLang="en-US" sz="1500" b="0" i="0" u="none" strike="noStrike" dirty="0">
                        <a:solidFill>
                          <a:srgbClr val="000000"/>
                        </a:solidFill>
                        <a:effectLst/>
                        <a:latin typeface="宋体" panose="02010600030101010101" pitchFamily="2" charset="-122"/>
                        <a:ea typeface="宋体" panose="02010600030101010101" pitchFamily="2" charset="-122"/>
                      </a:endParaRPr>
                    </a:p>
                  </a:txBody>
                  <a:tcPr marL="5882" marR="5882" marT="5882" marB="0" anchor="ctr"/>
                </a:tc>
                <a:extLst>
                  <a:ext uri="{0D108BD9-81ED-4DB2-BD59-A6C34878D82A}">
                    <a16:rowId xmlns:a16="http://schemas.microsoft.com/office/drawing/2014/main" val="1589076050"/>
                  </a:ext>
                </a:extLst>
              </a:tr>
            </a:tbl>
          </a:graphicData>
        </a:graphic>
      </p:graphicFrame>
      <p:sp>
        <p:nvSpPr>
          <p:cNvPr id="5" name="标题 1">
            <a:extLst>
              <a:ext uri="{FF2B5EF4-FFF2-40B4-BE49-F238E27FC236}">
                <a16:creationId xmlns:a16="http://schemas.microsoft.com/office/drawing/2014/main" id="{7B35185A-F0BE-4C62-212E-4EBEF866C338}"/>
              </a:ext>
            </a:extLst>
          </p:cNvPr>
          <p:cNvSpPr>
            <a:spLocks noGrp="1"/>
          </p:cNvSpPr>
          <p:nvPr>
            <p:custDataLst>
              <p:tags r:id="rId1"/>
            </p:custDataLst>
          </p:nvPr>
        </p:nvSpPr>
        <p:spPr>
          <a:xfrm>
            <a:off x="1200150" y="20638"/>
            <a:ext cx="7943850" cy="815975"/>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dirty="0">
                <a:solidFill>
                  <a:schemeClr val="dk2">
                    <a:lumMod val="25000"/>
                  </a:schemeClr>
                </a:solidFill>
                <a:latin typeface="微软雅黑" panose="020B0503020204020204" charset="-122"/>
                <a:ea typeface="微软雅黑" panose="020B0503020204020204" charset="-122"/>
              </a:rPr>
              <a:t>课程回顾：第一讲</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6"/>
          <a:stretch>
            <a:fillRect/>
          </a:stretch>
        </p:blipFill>
        <p:spPr>
          <a:xfrm>
            <a:off x="48577" y="249238"/>
            <a:ext cx="1127284" cy="1068705"/>
          </a:xfrm>
          <a:prstGeom prst="rect">
            <a:avLst/>
          </a:prstGeom>
        </p:spPr>
      </p:pic>
      <p:sp>
        <p:nvSpPr>
          <p:cNvPr id="9" name="内容占位符 2"/>
          <p:cNvSpPr txBox="1">
            <a:spLocks/>
          </p:cNvSpPr>
          <p:nvPr>
            <p:custDataLst>
              <p:tags r:id="rId3"/>
            </p:custDataLst>
          </p:nvPr>
        </p:nvSpPr>
        <p:spPr>
          <a:xfrm>
            <a:off x="166370" y="1072515"/>
            <a:ext cx="4846955" cy="815975"/>
          </a:xfrm>
          <a:prstGeom prst="rect">
            <a:avLst/>
          </a:prstGeom>
          <a:noFill/>
          <a:ln w="9525">
            <a:noFill/>
          </a:ln>
        </p:spPr>
        <p:txBody>
          <a:bodyPr vert="horz" wrap="square" lIns="90170" tIns="46990" rIns="90170" bIns="46990" rtlCol="0" anchor="t">
            <a:noAutofit/>
          </a:bodyPr>
          <a:lstStyle>
            <a:lvl1pPr marL="342900" indent="-342900" algn="l" defTabSz="685800" rtl="0" eaLnBrk="0" fontAlgn="base" latinLnBrk="0" hangingPunct="0">
              <a:lnSpc>
                <a:spcPct val="130000"/>
              </a:lnSpc>
              <a:spcBef>
                <a:spcPct val="20000"/>
              </a:spcBef>
              <a:spcAft>
                <a:spcPct val="0"/>
              </a:spcAft>
              <a:buFont typeface="Arial" panose="020B0604020202020204" pitchFamily="34" charset="0"/>
              <a:buChar char="•"/>
              <a:defRPr kumimoji="1" sz="2800" u="none" strike="noStrike" kern="1200" cap="none" spc="150" normalizeH="0" baseline="0">
                <a:solidFill>
                  <a:schemeClr val="tx1"/>
                </a:solidFill>
                <a:uFillTx/>
                <a:latin typeface="+mn-lt"/>
                <a:ea typeface="+mn-ea"/>
                <a:cs typeface="+mn-cs"/>
              </a:defRPr>
            </a:lvl1pPr>
            <a:lvl2pPr marL="742950" indent="-285750" algn="l" defTabSz="685800" rtl="0" eaLnBrk="0" fontAlgn="base" latinLnBrk="0" hangingPunct="0">
              <a:lnSpc>
                <a:spcPct val="130000"/>
              </a:lnSpc>
              <a:spcBef>
                <a:spcPct val="20000"/>
              </a:spcBef>
              <a:spcAft>
                <a:spcPct val="0"/>
              </a:spcAft>
              <a:buFont typeface="Arial" panose="020B0604020202020204" pitchFamily="34" charset="0"/>
              <a:buChar char="–"/>
              <a:tabLst>
                <a:tab pos="1207135" algn="l"/>
              </a:tabLst>
              <a:defRPr kumimoji="1" sz="2400" u="none" strike="noStrike" kern="1200" cap="none" spc="150" normalizeH="0" baseline="0">
                <a:solidFill>
                  <a:schemeClr val="tx1"/>
                </a:solidFill>
                <a:uFillTx/>
                <a:latin typeface="+mn-lt"/>
                <a:ea typeface="+mn-ea"/>
                <a:cs typeface="+mn-cs"/>
              </a:defRPr>
            </a:lvl2pPr>
            <a:lvl3pPr marL="1143000" indent="-228600" algn="l" defTabSz="685800" rtl="0" eaLnBrk="0" fontAlgn="base" latinLnBrk="0" hangingPunct="0">
              <a:lnSpc>
                <a:spcPct val="130000"/>
              </a:lnSpc>
              <a:spcBef>
                <a:spcPct val="20000"/>
              </a:spcBef>
              <a:spcAft>
                <a:spcPct val="0"/>
              </a:spcAft>
              <a:buFont typeface="Arial" panose="020B0604020202020204" pitchFamily="34" charset="0"/>
              <a:buChar char="•"/>
              <a:defRPr kumimoji="1" sz="2000" u="none" strike="noStrike" kern="1200" cap="none" spc="150" normalizeH="0" baseline="0">
                <a:solidFill>
                  <a:schemeClr val="tx1"/>
                </a:solidFill>
                <a:uFillTx/>
                <a:latin typeface="+mn-lt"/>
                <a:ea typeface="+mn-ea"/>
                <a:cs typeface="+mn-cs"/>
              </a:defRPr>
            </a:lvl3pPr>
            <a:lvl4pPr marL="1600200" indent="-228600" algn="l" defTabSz="685800" rtl="0" eaLnBrk="0" fontAlgn="base" latinLnBrk="0" hangingPunct="0">
              <a:lnSpc>
                <a:spcPct val="130000"/>
              </a:lnSpc>
              <a:spcBef>
                <a:spcPct val="20000"/>
              </a:spcBef>
              <a:spcAft>
                <a:spcPct val="0"/>
              </a:spcAft>
              <a:buFont typeface="Arial" panose="020B0604020202020204" pitchFamily="34" charset="0"/>
              <a:buChar char="–"/>
              <a:defRPr kumimoji="1" sz="1800" u="none" strike="noStrike" kern="1200" cap="none" spc="150" normalizeH="0" baseline="0">
                <a:solidFill>
                  <a:schemeClr val="tx1"/>
                </a:solidFill>
                <a:uFillTx/>
                <a:latin typeface="+mn-lt"/>
                <a:ea typeface="+mn-ea"/>
                <a:cs typeface="+mn-cs"/>
              </a:defRPr>
            </a:lvl4pPr>
            <a:lvl5pPr marL="2057400" indent="-228600" algn="l" defTabSz="685800" rtl="0" eaLnBrk="0" fontAlgn="base" latinLnBrk="0" hangingPunct="0">
              <a:lnSpc>
                <a:spcPct val="130000"/>
              </a:lnSpc>
              <a:spcBef>
                <a:spcPct val="20000"/>
              </a:spcBef>
              <a:spcAft>
                <a:spcPct val="0"/>
              </a:spcAft>
              <a:buFont typeface="Arial" panose="020B0604020202020204" pitchFamily="34" charset="0"/>
              <a:buChar char="»"/>
              <a:defRPr kumimoji="1" sz="1800" u="none" strike="noStrike" kern="1200" cap="none" spc="150" normalizeH="0" baseline="0">
                <a:solidFill>
                  <a:schemeClr val="tx1"/>
                </a:solidFill>
                <a:uFillTx/>
                <a:latin typeface="+mn-lt"/>
                <a:ea typeface="+mn-ea"/>
                <a:cs typeface="+mn-cs"/>
              </a:defRPr>
            </a:lvl5pPr>
            <a:lvl6pPr marL="2514600" indent="-228600" algn="l" defTabSz="685800" rtl="0" eaLnBrk="1" fontAlgn="base" latinLnBrk="0" hangingPunct="1">
              <a:lnSpc>
                <a:spcPct val="90000"/>
              </a:lnSpc>
              <a:spcBef>
                <a:spcPct val="20000"/>
              </a:spcBef>
              <a:spcAft>
                <a:spcPct val="0"/>
              </a:spcAft>
              <a:buFont typeface="Arial" panose="020B0604020202020204" pitchFamily="34" charset="0"/>
              <a:buChar char="»"/>
              <a:defRPr kumimoji="1" sz="1800" kern="1200">
                <a:solidFill>
                  <a:schemeClr val="tx1"/>
                </a:solidFill>
                <a:latin typeface="+mn-lt"/>
                <a:ea typeface="+mn-ea"/>
                <a:cs typeface="+mn-cs"/>
              </a:defRPr>
            </a:lvl6pPr>
            <a:lvl7pPr marL="2971800" indent="-228600" algn="l" defTabSz="685800" rtl="0" eaLnBrk="1" fontAlgn="base" latinLnBrk="0" hangingPunct="1">
              <a:lnSpc>
                <a:spcPct val="90000"/>
              </a:lnSpc>
              <a:spcBef>
                <a:spcPct val="20000"/>
              </a:spcBef>
              <a:spcAft>
                <a:spcPct val="0"/>
              </a:spcAft>
              <a:buFont typeface="Arial" panose="020B0604020202020204" pitchFamily="34" charset="0"/>
              <a:buChar char="»"/>
              <a:defRPr kumimoji="1" sz="1800" kern="1200">
                <a:solidFill>
                  <a:schemeClr val="tx1"/>
                </a:solidFill>
                <a:latin typeface="+mn-lt"/>
                <a:ea typeface="+mn-ea"/>
                <a:cs typeface="+mn-cs"/>
              </a:defRPr>
            </a:lvl7pPr>
            <a:lvl8pPr marL="3429000" indent="-228600" algn="l" defTabSz="685800" rtl="0" eaLnBrk="1" fontAlgn="base" latinLnBrk="0" hangingPunct="1">
              <a:lnSpc>
                <a:spcPct val="90000"/>
              </a:lnSpc>
              <a:spcBef>
                <a:spcPct val="20000"/>
              </a:spcBef>
              <a:spcAft>
                <a:spcPct val="0"/>
              </a:spcAft>
              <a:buFont typeface="Arial" panose="020B0604020202020204" pitchFamily="34" charset="0"/>
              <a:buChar char="»"/>
              <a:defRPr kumimoji="1" sz="1800" kern="1200">
                <a:solidFill>
                  <a:schemeClr val="tx1"/>
                </a:solidFill>
                <a:latin typeface="+mn-lt"/>
                <a:ea typeface="+mn-ea"/>
                <a:cs typeface="+mn-cs"/>
              </a:defRPr>
            </a:lvl8pPr>
            <a:lvl9pPr marL="3886200" indent="-228600" algn="l" defTabSz="685800" rtl="0" eaLnBrk="1" fontAlgn="base" latinLnBrk="0" hangingPunct="1">
              <a:lnSpc>
                <a:spcPct val="90000"/>
              </a:lnSpc>
              <a:spcBef>
                <a:spcPct val="20000"/>
              </a:spcBef>
              <a:spcAft>
                <a:spcPct val="0"/>
              </a:spcAft>
              <a:buFont typeface="Arial" panose="020B0604020202020204" pitchFamily="34" charset="0"/>
              <a:buChar char="»"/>
              <a:defRPr kumimoji="1" sz="1800" kern="1200">
                <a:solidFill>
                  <a:schemeClr val="tx1"/>
                </a:solidFill>
                <a:latin typeface="+mn-lt"/>
                <a:ea typeface="+mn-ea"/>
                <a:cs typeface="+mn-cs"/>
              </a:defRPr>
            </a:lvl9pPr>
          </a:lstStyle>
          <a:p>
            <a:pPr defTabSz="914400">
              <a:lnSpc>
                <a:spcPct val="100000"/>
              </a:lnSpc>
              <a:spcAft>
                <a:spcPts val="0"/>
              </a:spcAft>
              <a:buFontTx/>
              <a:buChar char="•"/>
            </a:pPr>
            <a:r>
              <a:rPr lang="zh-CN" altLang="en-US" sz="2000" spc="0" dirty="0">
                <a:solidFill>
                  <a:schemeClr val="dk1"/>
                </a:solidFill>
                <a:latin typeface="黑体" panose="02010609060101010101" charset="-122"/>
                <a:ea typeface="黑体" panose="02010609060101010101" charset="-122"/>
                <a:cs typeface="黑体" panose="02010609060101010101" charset="-122"/>
                <a:sym typeface="+mn-ea"/>
              </a:rPr>
              <a:t>请同学关注图书馆发布的讲座！</a:t>
            </a:r>
          </a:p>
          <a:p>
            <a:pPr lvl="1" defTabSz="914400">
              <a:lnSpc>
                <a:spcPct val="100000"/>
              </a:lnSpc>
              <a:spcBef>
                <a:spcPts val="20"/>
              </a:spcBef>
              <a:spcAft>
                <a:spcPts val="0"/>
              </a:spcAft>
              <a:buFontTx/>
              <a:buChar char="–"/>
            </a:pPr>
            <a:r>
              <a:rPr lang="zh-CN" altLang="en-US" sz="1800" spc="0" dirty="0">
                <a:solidFill>
                  <a:schemeClr val="dk1"/>
                </a:solidFill>
                <a:latin typeface="黑体" panose="02010609060101010101" charset="-122"/>
                <a:ea typeface="黑体" panose="02010609060101010101" charset="-122"/>
                <a:cs typeface="黑体" panose="02010609060101010101" charset="-122"/>
                <a:sym typeface="+mn-ea"/>
              </a:rPr>
              <a:t>https://www.lib.uestc.edu.cn</a:t>
            </a:r>
          </a:p>
        </p:txBody>
      </p:sp>
      <p:sp>
        <p:nvSpPr>
          <p:cNvPr id="12" name="标题 1">
            <a:extLst>
              <a:ext uri="{FF2B5EF4-FFF2-40B4-BE49-F238E27FC236}">
                <a16:creationId xmlns:a16="http://schemas.microsoft.com/office/drawing/2014/main" id="{157578D2-3777-566A-EF21-F6EC64C7CA63}"/>
              </a:ext>
            </a:extLst>
          </p:cNvPr>
          <p:cNvSpPr>
            <a:spLocks noGrp="1"/>
          </p:cNvSpPr>
          <p:nvPr>
            <p:custDataLst>
              <p:tags r:id="rId4"/>
            </p:custDataLst>
          </p:nvPr>
        </p:nvSpPr>
        <p:spPr>
          <a:xfrm>
            <a:off x="1200150" y="20638"/>
            <a:ext cx="7943850" cy="815975"/>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dirty="0">
                <a:solidFill>
                  <a:schemeClr val="dk2">
                    <a:lumMod val="25000"/>
                  </a:schemeClr>
                </a:solidFill>
                <a:latin typeface="微软雅黑" panose="020B0503020204020204" charset="-122"/>
                <a:ea typeface="微软雅黑" panose="020B0503020204020204" charset="-122"/>
              </a:rPr>
              <a:t>课程回顾：第一讲</a:t>
            </a:r>
          </a:p>
        </p:txBody>
      </p:sp>
      <p:pic>
        <p:nvPicPr>
          <p:cNvPr id="3" name="图片 2">
            <a:extLst>
              <a:ext uri="{FF2B5EF4-FFF2-40B4-BE49-F238E27FC236}">
                <a16:creationId xmlns:a16="http://schemas.microsoft.com/office/drawing/2014/main" id="{FF597F81-9D80-7F59-5F3D-A1F6274023C2}"/>
              </a:ext>
            </a:extLst>
          </p:cNvPr>
          <p:cNvPicPr>
            <a:picLocks noChangeAspect="1"/>
          </p:cNvPicPr>
          <p:nvPr/>
        </p:nvPicPr>
        <p:blipFill>
          <a:blip r:embed="rId7"/>
          <a:stretch>
            <a:fillRect/>
          </a:stretch>
        </p:blipFill>
        <p:spPr>
          <a:xfrm>
            <a:off x="0" y="1844824"/>
            <a:ext cx="9144000" cy="5063685"/>
          </a:xfrm>
          <a:prstGeom prst="rect">
            <a:avLst/>
          </a:prstGeom>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副标题 4"/>
          <p:cNvSpPr>
            <a:spLocks noGrp="1"/>
          </p:cNvSpPr>
          <p:nvPr>
            <p:custDataLst>
              <p:tags r:id="rId2"/>
            </p:custDataLst>
          </p:nvPr>
        </p:nvSpPr>
        <p:spPr>
          <a:xfrm>
            <a:off x="689610" y="3877866"/>
            <a:ext cx="4569619" cy="277654"/>
          </a:xfrm>
          <a:prstGeom prst="rect">
            <a:avLst/>
          </a:prstGeom>
        </p:spPr>
        <p:txBody>
          <a:bodyPr vert="horz" wrap="square" lIns="0" tIns="0" rIns="0" bIns="0" rtlCol="0" anchor="t" anchorCtr="0">
            <a:normAutofit fontScale="37500" lnSpcReduction="20000"/>
          </a:bodyPr>
          <a:lstStyle>
            <a:lvl1pPr marL="0" marR="0" indent="0" algn="l" defTabSz="914400" rtl="0" eaLnBrk="1" fontAlgn="auto" latinLnBrk="0" hangingPunct="1">
              <a:lnSpc>
                <a:spcPct val="100000"/>
              </a:lnSpc>
              <a:spcBef>
                <a:spcPts val="0"/>
              </a:spcBef>
              <a:spcAft>
                <a:spcPts val="0"/>
              </a:spcAft>
              <a:buClrTx/>
              <a:buSzPts val="2000"/>
              <a:buFont typeface="Arial" panose="020B0604020202020204" pitchFamily="34" charset="0"/>
              <a:buNone/>
              <a:defRPr sz="1125" b="0" u="none" strike="noStrike" kern="1200" cap="none" spc="200" normalizeH="0" baseline="0">
                <a:solidFill>
                  <a:schemeClr val="tx1"/>
                </a:solidFill>
                <a:uFillTx/>
                <a:latin typeface="Arial" panose="020B0604020202020204" pitchFamily="34" charset="0"/>
                <a:ea typeface="隶书" panose="02010509060101010101" pitchFamily="49" charset="-122"/>
                <a:cs typeface="+mn-cs"/>
              </a:defRPr>
            </a:lvl1pPr>
            <a:lvl2pPr marL="257175" indent="0" algn="ctr" defTabSz="514350" rtl="0" eaLnBrk="1" fontAlgn="auto" latinLnBrk="0" hangingPunct="1">
              <a:lnSpc>
                <a:spcPct val="130000"/>
              </a:lnSpc>
              <a:spcBef>
                <a:spcPts val="0"/>
              </a:spcBef>
              <a:spcAft>
                <a:spcPts val="1000"/>
              </a:spcAft>
              <a:buFont typeface="Arial" panose="020B0604020202020204" pitchFamily="34" charset="0"/>
              <a:buNone/>
              <a:tabLst>
                <a:tab pos="905510" algn="l"/>
              </a:tabLst>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2pPr>
            <a:lvl3pPr marL="514350" indent="0" algn="ctr" defTabSz="514350" rtl="0" eaLnBrk="1" fontAlgn="auto" latinLnBrk="0" hangingPunct="1">
              <a:lnSpc>
                <a:spcPct val="130000"/>
              </a:lnSpc>
              <a:spcBef>
                <a:spcPts val="0"/>
              </a:spcBef>
              <a:spcAft>
                <a:spcPts val="1000"/>
              </a:spcAft>
              <a:buFont typeface="Arial" panose="020B0604020202020204" pitchFamily="34" charset="0"/>
              <a:buNone/>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3pPr>
            <a:lvl4pPr marL="771525" indent="0" algn="ctr" defTabSz="514350" rtl="0" eaLnBrk="1" fontAlgn="auto" latinLnBrk="0" hangingPunct="1">
              <a:lnSpc>
                <a:spcPct val="130000"/>
              </a:lnSpc>
              <a:spcBef>
                <a:spcPts val="0"/>
              </a:spcBef>
              <a:spcAft>
                <a:spcPts val="1000"/>
              </a:spcAft>
              <a:buFont typeface="Arial" panose="020B0604020202020204" pitchFamily="34" charset="0"/>
              <a:buNone/>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4pPr>
            <a:lvl5pPr marL="1028700" indent="0" algn="ctr" defTabSz="514350" rtl="0" eaLnBrk="1" fontAlgn="auto" latinLnBrk="0" hangingPunct="1">
              <a:lnSpc>
                <a:spcPct val="130000"/>
              </a:lnSpc>
              <a:spcBef>
                <a:spcPts val="0"/>
              </a:spcBef>
              <a:spcAft>
                <a:spcPts val="1000"/>
              </a:spcAft>
              <a:buFont typeface="Arial" panose="020B0604020202020204" pitchFamily="34" charset="0"/>
              <a:buNone/>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5pPr>
            <a:lvl6pPr marL="1285875"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6pPr>
            <a:lvl7pPr marL="1543050"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7pPr>
            <a:lvl8pPr marL="1800225"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8pPr>
            <a:lvl9pPr marL="2057400"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9pPr>
          </a:lstStyle>
          <a:p>
            <a:pPr marL="0" marR="0" lvl="0" indent="-285750" algn="l" defTabSz="914400" rtl="0" eaLnBrk="1" fontAlgn="ctr" latinLnBrk="0" hangingPunct="1">
              <a:lnSpc>
                <a:spcPct val="130000"/>
              </a:lnSpc>
              <a:spcBef>
                <a:spcPts val="1000"/>
              </a:spcBef>
              <a:spcAft>
                <a:spcPts val="0"/>
              </a:spcAft>
              <a:buClrTx/>
              <a:buSzPct val="100000"/>
              <a:buFont typeface="Wingdings" panose="05000000000000000000" charset="0"/>
              <a:buNone/>
              <a:tabLst/>
              <a:defRPr/>
            </a:pPr>
            <a:r>
              <a:rPr kumimoji="0" lang="zh-CN" altLang="en-US" sz="1000" b="0" i="0" u="none" strike="noStrike" kern="1200" cap="none" spc="200" normalizeH="0" baseline="0" noProof="0" dirty="0">
                <a:ln>
                  <a:noFill/>
                </a:ln>
                <a:solidFill>
                  <a:srgbClr val="FFFFFF"/>
                </a:solidFill>
                <a:effectLst/>
                <a:uLnTx/>
                <a:uFillTx/>
                <a:latin typeface="Arial" panose="020B0604020202020204" pitchFamily="34" charset="0"/>
                <a:ea typeface="隶书" panose="02010509060101010101" pitchFamily="49" charset="-122"/>
                <a:cs typeface="+mn-cs"/>
                <a:sym typeface="+mn-ea"/>
              </a:rPr>
              <a:t>第一讲  课程概述、文献检索与综述</a:t>
            </a:r>
          </a:p>
          <a:p>
            <a:pPr marL="0" marR="0" lvl="0" indent="-285750" algn="l" defTabSz="914400" rtl="0" eaLnBrk="1" fontAlgn="ctr" latinLnBrk="0" hangingPunct="1">
              <a:lnSpc>
                <a:spcPct val="130000"/>
              </a:lnSpc>
              <a:spcBef>
                <a:spcPts val="1000"/>
              </a:spcBef>
              <a:spcAft>
                <a:spcPts val="0"/>
              </a:spcAft>
              <a:buClrTx/>
              <a:buSzPct val="100000"/>
              <a:buFont typeface="Wingdings" panose="05000000000000000000" charset="0"/>
              <a:buNone/>
              <a:tabLst/>
              <a:defRPr/>
            </a:pPr>
            <a:r>
              <a:rPr kumimoji="0" lang="zh-CN" altLang="en-US" sz="1000" b="0" i="0" u="none" strike="noStrike" kern="1200" cap="none" spc="200" normalizeH="0" baseline="0" noProof="0" dirty="0">
                <a:ln>
                  <a:noFill/>
                </a:ln>
                <a:solidFill>
                  <a:srgbClr val="FFFFFF"/>
                </a:solidFill>
                <a:effectLst/>
                <a:uLnTx/>
                <a:uFillTx/>
                <a:latin typeface="Arial" panose="020B0604020202020204" pitchFamily="34" charset="0"/>
                <a:ea typeface="隶书" panose="02010509060101010101" pitchFamily="49" charset="-122"/>
                <a:cs typeface="+mn-cs"/>
                <a:sym typeface="+mn-ea"/>
              </a:rPr>
              <a:t>部分幻灯片素材源自：武刚  姚佰承 黄勇军 杨鍊 邬震宇</a:t>
            </a:r>
          </a:p>
        </p:txBody>
      </p:sp>
      <p:sp>
        <p:nvSpPr>
          <p:cNvPr id="4" name="副标题 3"/>
          <p:cNvSpPr>
            <a:spLocks noGrp="1"/>
          </p:cNvSpPr>
          <p:nvPr>
            <p:ph type="subTitle" idx="1"/>
            <p:custDataLst>
              <p:tags r:id="rId3"/>
            </p:custDataLst>
          </p:nvPr>
        </p:nvSpPr>
        <p:spPr>
          <a:xfrm>
            <a:off x="4016568" y="3552825"/>
            <a:ext cx="4761230" cy="1692275"/>
          </a:xfrm>
        </p:spPr>
        <p:txBody>
          <a:bodyPr>
            <a:noAutofit/>
          </a:bodyPr>
          <a:lstStyle/>
          <a:p>
            <a:pPr marL="0" lvl="0" indent="-285750" fontAlgn="ctr">
              <a:lnSpc>
                <a:spcPct val="130000"/>
              </a:lnSpc>
              <a:spcBef>
                <a:spcPts val="1000"/>
              </a:spcBef>
              <a:spcAft>
                <a:spcPts val="0"/>
              </a:spcAft>
              <a:buSzPct val="100000"/>
              <a:buFont typeface="Wingdings" panose="05000000000000000000" charset="0"/>
              <a:buNone/>
            </a:pPr>
            <a:r>
              <a:rPr lang="zh-CN" altLang="en-US" sz="2400" dirty="0">
                <a:solidFill>
                  <a:schemeClr val="lt1"/>
                </a:solidFill>
              </a:rPr>
              <a:t>巫江</a:t>
            </a:r>
            <a:endParaRPr lang="en-US" altLang="zh-CN" sz="2400" dirty="0">
              <a:solidFill>
                <a:schemeClr val="lt1"/>
              </a:solidFill>
            </a:endParaRPr>
          </a:p>
          <a:p>
            <a:pPr marL="0" lvl="0" indent="-285750" fontAlgn="ctr">
              <a:lnSpc>
                <a:spcPct val="130000"/>
              </a:lnSpc>
              <a:spcBef>
                <a:spcPts val="1000"/>
              </a:spcBef>
              <a:spcAft>
                <a:spcPts val="0"/>
              </a:spcAft>
              <a:buSzPct val="100000"/>
              <a:buFont typeface="Wingdings" panose="05000000000000000000" charset="0"/>
              <a:buNone/>
            </a:pPr>
            <a:r>
              <a:rPr lang="zh-CN" altLang="en-US" sz="2400" u="none" strike="noStrike" baseline="0" dirty="0">
                <a:solidFill>
                  <a:schemeClr val="lt1"/>
                </a:solidFill>
                <a:uLnTx/>
                <a:uFillTx/>
              </a:rPr>
              <a:t>电子科技大学 </a:t>
            </a:r>
          </a:p>
          <a:p>
            <a:pPr marL="0" lvl="0" indent="-285750" fontAlgn="ctr">
              <a:lnSpc>
                <a:spcPct val="130000"/>
              </a:lnSpc>
              <a:spcBef>
                <a:spcPts val="1000"/>
              </a:spcBef>
              <a:spcAft>
                <a:spcPts val="0"/>
              </a:spcAft>
              <a:buSzPct val="100000"/>
              <a:buFont typeface="Wingdings" panose="05000000000000000000" charset="0"/>
              <a:buNone/>
            </a:pPr>
            <a:r>
              <a:rPr lang="zh-CN" altLang="en-US" sz="2400" u="none" strike="noStrike" baseline="0" dirty="0">
                <a:solidFill>
                  <a:schemeClr val="lt1"/>
                </a:solidFill>
                <a:uLnTx/>
                <a:uFillTx/>
              </a:rPr>
              <a:t>基础与前沿研究院</a:t>
            </a:r>
            <a:endParaRPr lang="en-US" altLang="zh-CN" sz="2400" u="none" strike="noStrike" baseline="0" dirty="0">
              <a:solidFill>
                <a:schemeClr val="lt1"/>
              </a:solidFill>
              <a:uLnTx/>
              <a:uFillTx/>
            </a:endParaRPr>
          </a:p>
          <a:p>
            <a:pPr marL="0" lvl="0" indent="-285750" fontAlgn="ctr">
              <a:lnSpc>
                <a:spcPct val="130000"/>
              </a:lnSpc>
              <a:spcBef>
                <a:spcPts val="1000"/>
              </a:spcBef>
              <a:spcAft>
                <a:spcPts val="0"/>
              </a:spcAft>
              <a:buSzPct val="100000"/>
              <a:buFont typeface="Wingdings" panose="05000000000000000000" charset="0"/>
              <a:buNone/>
            </a:pPr>
            <a:r>
              <a:rPr lang="en-US" altLang="zh-CN" sz="2400" dirty="0">
                <a:solidFill>
                  <a:schemeClr val="lt1"/>
                </a:solidFill>
              </a:rPr>
              <a:t>jiangwu@uestc.edu.cn</a:t>
            </a:r>
            <a:endParaRPr lang="zh-CN" altLang="en-US" sz="2400" u="none" strike="noStrike" baseline="0" dirty="0">
              <a:solidFill>
                <a:schemeClr val="lt1"/>
              </a:solidFill>
              <a:uLnTx/>
              <a:uFillTx/>
            </a:endParaRPr>
          </a:p>
        </p:txBody>
      </p:sp>
      <p:sp>
        <p:nvSpPr>
          <p:cNvPr id="5" name="标题 4"/>
          <p:cNvSpPr>
            <a:spLocks noGrp="1"/>
          </p:cNvSpPr>
          <p:nvPr>
            <p:ph type="ctrTitle"/>
            <p:custDataLst>
              <p:tags r:id="rId4"/>
            </p:custDataLst>
          </p:nvPr>
        </p:nvSpPr>
        <p:spPr>
          <a:xfrm>
            <a:off x="3829878" y="1341120"/>
            <a:ext cx="5134610" cy="1867535"/>
          </a:xfrm>
        </p:spPr>
        <p:txBody>
          <a:bodyPr>
            <a:normAutofit fontScale="90000"/>
          </a:bodyPr>
          <a:lstStyle/>
          <a:p>
            <a:pPr marL="0" indent="0" algn="ctr">
              <a:lnSpc>
                <a:spcPct val="150000"/>
              </a:lnSpc>
              <a:spcBef>
                <a:spcPts val="0"/>
              </a:spcBef>
              <a:spcAft>
                <a:spcPts val="0"/>
              </a:spcAft>
              <a:buSzPct val="100000"/>
              <a:buNone/>
            </a:pPr>
            <a:br>
              <a:rPr lang="en-US" altLang="zh-CN" sz="3600" u="none" strike="noStrike" baseline="0" dirty="0">
                <a:solidFill>
                  <a:schemeClr val="accent1"/>
                </a:solidFill>
                <a:uLnTx/>
                <a:uFillTx/>
              </a:rPr>
            </a:br>
            <a:br>
              <a:rPr lang="en-US" altLang="zh-CN" sz="3600" u="none" strike="noStrike" baseline="0" dirty="0">
                <a:solidFill>
                  <a:schemeClr val="accent1"/>
                </a:solidFill>
                <a:uLnTx/>
                <a:uFillTx/>
              </a:rPr>
            </a:br>
            <a:r>
              <a:rPr lang="en-US" altLang="zh-CN" sz="3600" u="none" strike="noStrike" baseline="0" dirty="0">
                <a:solidFill>
                  <a:schemeClr val="accent1"/>
                </a:solidFill>
                <a:uLnTx/>
                <a:uFillTx/>
              </a:rPr>
              <a:t>《</a:t>
            </a:r>
            <a:r>
              <a:rPr lang="en-US" altLang="zh-CN" sz="3600" u="none" strike="noStrike" baseline="0" dirty="0" err="1">
                <a:solidFill>
                  <a:schemeClr val="accent1"/>
                </a:solidFill>
                <a:uLnTx/>
                <a:uFillTx/>
              </a:rPr>
              <a:t>专业写作</a:t>
            </a:r>
            <a:r>
              <a:rPr lang="zh-CN" altLang="en-US" sz="3600" u="none" strike="noStrike" baseline="0" dirty="0">
                <a:solidFill>
                  <a:schemeClr val="accent1"/>
                </a:solidFill>
                <a:uLnTx/>
                <a:uFillTx/>
              </a:rPr>
              <a:t>基础</a:t>
            </a:r>
            <a:r>
              <a:rPr lang="en-US" altLang="zh-CN" sz="3600" u="none" strike="noStrike" baseline="0" dirty="0">
                <a:solidFill>
                  <a:schemeClr val="accent1"/>
                </a:solidFill>
                <a:uLnTx/>
                <a:uFillTx/>
              </a:rPr>
              <a:t>》</a:t>
            </a:r>
            <a:br>
              <a:rPr lang="en-US" altLang="zh-CN" sz="3600" u="none" strike="noStrike" baseline="0" dirty="0">
                <a:solidFill>
                  <a:schemeClr val="accent1"/>
                </a:solidFill>
                <a:uLnTx/>
                <a:uFillTx/>
              </a:rPr>
            </a:br>
            <a:r>
              <a:rPr lang="zh-CN" altLang="en-US" u="none" strike="noStrike" baseline="0" dirty="0">
                <a:solidFill>
                  <a:schemeClr val="accent1"/>
                </a:solidFill>
                <a:uLnTx/>
                <a:uFillTx/>
              </a:rPr>
              <a:t>第</a:t>
            </a:r>
            <a:r>
              <a:rPr lang="en-US" altLang="zh-CN" u="none" strike="noStrike" baseline="0" dirty="0">
                <a:solidFill>
                  <a:schemeClr val="accent1"/>
                </a:solidFill>
                <a:uLnTx/>
                <a:uFillTx/>
              </a:rPr>
              <a:t>2</a:t>
            </a:r>
            <a:r>
              <a:rPr lang="zh-CN" altLang="en-US" u="none" strike="noStrike" baseline="0" dirty="0">
                <a:solidFill>
                  <a:schemeClr val="accent1"/>
                </a:solidFill>
                <a:uLnTx/>
                <a:uFillTx/>
              </a:rPr>
              <a:t>讲 文献检索与综述论文写作</a:t>
            </a:r>
            <a:br>
              <a:rPr lang="en-US" altLang="zh-CN" u="none" strike="noStrike" baseline="0" dirty="0">
                <a:solidFill>
                  <a:schemeClr val="accent1"/>
                </a:solidFill>
                <a:uLnTx/>
                <a:uFillTx/>
              </a:rPr>
            </a:br>
            <a:endParaRPr lang="en-US" altLang="zh-CN" sz="3600" u="none" strike="noStrike" baseline="0" dirty="0">
              <a:solidFill>
                <a:schemeClr val="accent1"/>
              </a:solidFill>
              <a:uLnTx/>
              <a:uFillTx/>
            </a:endParaRPr>
          </a:p>
        </p:txBody>
      </p:sp>
      <p:sp>
        <p:nvSpPr>
          <p:cNvPr id="6" name="文本框 5"/>
          <p:cNvSpPr txBox="1"/>
          <p:nvPr>
            <p:custDataLst>
              <p:tags r:id="rId5"/>
            </p:custDataLst>
          </p:nvPr>
        </p:nvSpPr>
        <p:spPr>
          <a:xfrm>
            <a:off x="4932045" y="116840"/>
            <a:ext cx="3964940" cy="46037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FFC000">
                    <a:lumMod val="20000"/>
                    <a:lumOff val="80000"/>
                  </a:srgbClr>
                </a:solidFill>
                <a:effectLst/>
                <a:uLnTx/>
                <a:uFillTx/>
                <a:latin typeface="Times New Roman" panose="02020603050405020304" pitchFamily="18" charset="0"/>
                <a:ea typeface="宋体" panose="02010600030101010101" pitchFamily="2" charset="-122"/>
                <a:cs typeface="+mn-cs"/>
              </a:rPr>
              <a:t>2026-2027-01</a:t>
            </a:r>
            <a:r>
              <a:rPr kumimoji="0" lang="zh-CN" altLang="en-US" sz="2400" b="0" i="0" u="none" strike="noStrike" kern="1200" cap="none" spc="0" normalizeH="0" baseline="0" noProof="0" dirty="0">
                <a:ln>
                  <a:noFill/>
                </a:ln>
                <a:solidFill>
                  <a:srgbClr val="FFC000">
                    <a:lumMod val="20000"/>
                    <a:lumOff val="80000"/>
                  </a:srgbClr>
                </a:solidFill>
                <a:effectLst/>
                <a:uLnTx/>
                <a:uFillTx/>
                <a:latin typeface="Times New Roman" panose="02020603050405020304" pitchFamily="18" charset="0"/>
                <a:ea typeface="宋体" panose="02010600030101010101" pitchFamily="2" charset="-122"/>
                <a:cs typeface="+mn-cs"/>
              </a:rPr>
              <a:t>学期</a:t>
            </a:r>
          </a:p>
        </p:txBody>
      </p:sp>
      <p:sp>
        <p:nvSpPr>
          <p:cNvPr id="9" name="文本框 8">
            <a:extLst>
              <a:ext uri="{FF2B5EF4-FFF2-40B4-BE49-F238E27FC236}">
                <a16:creationId xmlns:a16="http://schemas.microsoft.com/office/drawing/2014/main" id="{AB4E61D1-F0AB-2035-E7E7-5C18B836AD97}"/>
              </a:ext>
            </a:extLst>
          </p:cNvPr>
          <p:cNvSpPr txBox="1"/>
          <p:nvPr/>
        </p:nvSpPr>
        <p:spPr>
          <a:xfrm>
            <a:off x="4200107" y="6237312"/>
            <a:ext cx="4394152" cy="461665"/>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FFFFFF"/>
                </a:solidFill>
                <a:effectLst/>
                <a:uLnTx/>
                <a:uFillTx/>
                <a:latin typeface="Arial"/>
                <a:ea typeface="黑体" panose="02010609060101010101" pitchFamily="49" charset="-122"/>
                <a:cs typeface="+mn-cs"/>
              </a:rPr>
              <a:t>助教：周翔宇 </a:t>
            </a:r>
            <a:r>
              <a:rPr kumimoji="0" lang="en-US" altLang="zh-CN" sz="2400" b="0" i="0" u="none" strike="noStrike" kern="1200" cap="none" spc="0" normalizeH="0" baseline="0" noProof="0" dirty="0">
                <a:ln>
                  <a:noFill/>
                </a:ln>
                <a:solidFill>
                  <a:srgbClr val="FFFFFF"/>
                </a:solidFill>
                <a:effectLst/>
                <a:uLnTx/>
                <a:uFillTx/>
                <a:latin typeface="Arial"/>
                <a:ea typeface="黑体" panose="02010609060101010101" pitchFamily="49" charset="-122"/>
                <a:cs typeface="+mn-cs"/>
              </a:rPr>
              <a:t>QQ:2661829386</a:t>
            </a:r>
            <a:endParaRPr kumimoji="0" lang="zh-CN" altLang="en-US" sz="2400" b="0" i="0" u="none" strike="noStrike" kern="1200" cap="none" spc="0" normalizeH="0" baseline="0" noProof="0" dirty="0">
              <a:ln>
                <a:noFill/>
              </a:ln>
              <a:solidFill>
                <a:srgbClr val="FFFFFF"/>
              </a:solidFill>
              <a:effectLst/>
              <a:uLnTx/>
              <a:uFillTx/>
              <a:latin typeface="Arial"/>
              <a:ea typeface="黑体" panose="02010609060101010101" pitchFamily="49" charset="-122"/>
              <a:cs typeface="+mn-cs"/>
            </a:endParaRPr>
          </a:p>
        </p:txBody>
      </p:sp>
      <p:pic>
        <p:nvPicPr>
          <p:cNvPr id="8" name="图片 7">
            <a:extLst>
              <a:ext uri="{FF2B5EF4-FFF2-40B4-BE49-F238E27FC236}">
                <a16:creationId xmlns:a16="http://schemas.microsoft.com/office/drawing/2014/main" id="{F92C78AF-0299-049E-1803-8C54AD599A8A}"/>
              </a:ext>
            </a:extLst>
          </p:cNvPr>
          <p:cNvPicPr>
            <a:picLocks noChangeAspect="1"/>
          </p:cNvPicPr>
          <p:nvPr/>
        </p:nvPicPr>
        <p:blipFill>
          <a:blip r:embed="rId7" cstate="print">
            <a:clrChange>
              <a:clrFrom>
                <a:srgbClr val="0F0E13"/>
              </a:clrFrom>
              <a:clrTo>
                <a:srgbClr val="0F0E13">
                  <a:alpha val="0"/>
                </a:srgbClr>
              </a:clrTo>
            </a:clrChange>
            <a:extLst>
              <a:ext uri="{28A0092B-C50C-407E-A947-70E740481C1C}">
                <a14:useLocalDpi xmlns:a14="http://schemas.microsoft.com/office/drawing/2010/main" val="0"/>
              </a:ext>
            </a:extLst>
          </a:blip>
          <a:stretch>
            <a:fillRect/>
          </a:stretch>
        </p:blipFill>
        <p:spPr>
          <a:xfrm>
            <a:off x="-27184" y="-13841"/>
            <a:ext cx="3857062" cy="6858000"/>
          </a:xfrm>
          <a:prstGeom prst="rect">
            <a:avLst/>
          </a:prstGeom>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14400" y="635000"/>
            <a:ext cx="7315200" cy="2143125"/>
          </a:xfrm>
          <a:prstGeom prst="rect">
            <a:avLst/>
          </a:prstGeom>
          <a:noFill/>
        </p:spPr>
        <p:txBody>
          <a:bodyPr wrap="square" rtlCol="0" anchor="ctr" anchorCtr="0">
            <a:noAutofit/>
          </a:bodyPr>
          <a:lstStyle/>
          <a:p>
            <a:pPr lvl="0" algn="l">
              <a:spcAft>
                <a:spcPts val="0"/>
              </a:spcAft>
              <a:buNone/>
            </a:pPr>
            <a:r>
              <a:rPr lang="zh-CN" altLang="en-US" sz="2600">
                <a:solidFill>
                  <a:srgbClr val="000000"/>
                </a:solidFill>
                <a:latin typeface="微软雅黑" panose="020B0503020204020204" charset="-122"/>
                <a:ea typeface="微软雅黑" panose="020B0503020204020204" charset="-122"/>
                <a:sym typeface="+mn-ea"/>
              </a:rPr>
              <a:t>请选择你使用过的搜素引擎，或数据库</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3"/>
            </p:custDataLst>
          </p:nvPr>
        </p:nvSpPr>
        <p:spPr>
          <a:xfrm>
            <a:off x="1828800" y="2786063"/>
            <a:ext cx="6400800" cy="642620"/>
          </a:xfrm>
          <a:prstGeom prst="rect">
            <a:avLst/>
          </a:prstGeom>
          <a:noFill/>
        </p:spPr>
        <p:txBody>
          <a:bodyPr wrap="square" rtlCol="0" anchor="ctr" anchorCtr="0">
            <a:noAutofit/>
          </a:bodyPr>
          <a:lstStyle/>
          <a:p>
            <a:pPr lvl="0" algn="l">
              <a:spcAft>
                <a:spcPts val="0"/>
              </a:spcAft>
              <a:buNone/>
            </a:pPr>
            <a:r>
              <a:rPr lang="zh-CN" altLang="en-US" sz="2600">
                <a:solidFill>
                  <a:srgbClr val="000000"/>
                </a:solidFill>
                <a:latin typeface="微软雅黑" panose="020B0503020204020204" charset="-122"/>
                <a:ea typeface="微软雅黑" panose="020B0503020204020204" charset="-122"/>
              </a:rPr>
              <a:t>百度，及百度学术，或百度文库</a:t>
            </a:r>
          </a:p>
        </p:txBody>
      </p:sp>
      <p:sp>
        <p:nvSpPr>
          <p:cNvPr id="5" name="文本框 4"/>
          <p:cNvSpPr txBox="1"/>
          <p:nvPr>
            <p:custDataLst>
              <p:tags r:id="rId4"/>
            </p:custDataLst>
          </p:nvPr>
        </p:nvSpPr>
        <p:spPr>
          <a:xfrm>
            <a:off x="1828800" y="3275920"/>
            <a:ext cx="6400800" cy="642620"/>
          </a:xfrm>
          <a:prstGeom prst="rect">
            <a:avLst/>
          </a:prstGeom>
          <a:noFill/>
        </p:spPr>
        <p:txBody>
          <a:bodyPr wrap="square" rtlCol="0" anchor="ctr" anchorCtr="0">
            <a:noAutofit/>
          </a:bodyPr>
          <a:lstStyle/>
          <a:p>
            <a:pPr lvl="0" algn="l">
              <a:spcAft>
                <a:spcPts val="0"/>
              </a:spcAft>
              <a:buNone/>
            </a:pPr>
            <a:r>
              <a:rPr lang="zh-CN" altLang="en-US" sz="2600">
                <a:solidFill>
                  <a:srgbClr val="000000"/>
                </a:solidFill>
                <a:latin typeface="微软雅黑" panose="020B0503020204020204" charset="-122"/>
                <a:ea typeface="微软雅黑" panose="020B0503020204020204" charset="-122"/>
              </a:rPr>
              <a:t>谷歌，谷歌学术</a:t>
            </a:r>
          </a:p>
        </p:txBody>
      </p:sp>
      <p:sp>
        <p:nvSpPr>
          <p:cNvPr id="6" name="文本框 5"/>
          <p:cNvSpPr txBox="1"/>
          <p:nvPr>
            <p:custDataLst>
              <p:tags r:id="rId5"/>
            </p:custDataLst>
          </p:nvPr>
        </p:nvSpPr>
        <p:spPr>
          <a:xfrm>
            <a:off x="1828800" y="3765777"/>
            <a:ext cx="6400800" cy="642620"/>
          </a:xfrm>
          <a:prstGeom prst="rect">
            <a:avLst/>
          </a:prstGeom>
          <a:noFill/>
        </p:spPr>
        <p:txBody>
          <a:bodyPr wrap="square" rtlCol="0" anchor="ctr" anchorCtr="0">
            <a:noAutofit/>
          </a:bodyPr>
          <a:lstStyle/>
          <a:p>
            <a:pPr lvl="0" algn="l">
              <a:spcAft>
                <a:spcPts val="0"/>
              </a:spcAft>
              <a:buNone/>
            </a:pPr>
            <a:r>
              <a:rPr lang="zh-CN" altLang="en-US" sz="2600">
                <a:solidFill>
                  <a:srgbClr val="000000"/>
                </a:solidFill>
                <a:latin typeface="微软雅黑" panose="020B0503020204020204" charset="-122"/>
                <a:ea typeface="微软雅黑" panose="020B0503020204020204" charset="-122"/>
              </a:rPr>
              <a:t>知网，或万方</a:t>
            </a:r>
          </a:p>
        </p:txBody>
      </p:sp>
      <p:sp>
        <p:nvSpPr>
          <p:cNvPr id="7" name="文本框 6"/>
          <p:cNvSpPr txBox="1"/>
          <p:nvPr>
            <p:custDataLst>
              <p:tags r:id="rId6"/>
            </p:custDataLst>
          </p:nvPr>
        </p:nvSpPr>
        <p:spPr>
          <a:xfrm>
            <a:off x="1828800" y="4255634"/>
            <a:ext cx="6400800" cy="642620"/>
          </a:xfrm>
          <a:prstGeom prst="rect">
            <a:avLst/>
          </a:prstGeom>
          <a:noFill/>
        </p:spPr>
        <p:txBody>
          <a:bodyPr wrap="square" rtlCol="0" anchor="ctr" anchorCtr="0">
            <a:noAutofit/>
          </a:bodyPr>
          <a:lstStyle/>
          <a:p>
            <a:pPr lvl="0" algn="l">
              <a:spcAft>
                <a:spcPts val="0"/>
              </a:spcAft>
              <a:buNone/>
            </a:pPr>
            <a:r>
              <a:rPr lang="en-US" altLang="zh-CN" sz="2600">
                <a:solidFill>
                  <a:srgbClr val="000000"/>
                </a:solidFill>
                <a:latin typeface="微软雅黑" panose="020B0503020204020204" charset="-122"/>
                <a:ea typeface="微软雅黑" panose="020B0503020204020204" charset="-122"/>
              </a:rPr>
              <a:t>IEEE</a:t>
            </a:r>
            <a:r>
              <a:rPr lang="zh-CN" altLang="en-US" sz="2600">
                <a:solidFill>
                  <a:srgbClr val="000000"/>
                </a:solidFill>
                <a:latin typeface="微软雅黑" panose="020B0503020204020204" charset="-122"/>
                <a:ea typeface="微软雅黑" panose="020B0503020204020204" charset="-122"/>
              </a:rPr>
              <a:t>的</a:t>
            </a:r>
            <a:r>
              <a:rPr lang="en-US" altLang="zh-CN" sz="2600">
                <a:solidFill>
                  <a:srgbClr val="000000"/>
                </a:solidFill>
                <a:latin typeface="微软雅黑" panose="020B0503020204020204" charset="-122"/>
                <a:ea typeface="微软雅黑" panose="020B0503020204020204" charset="-122"/>
              </a:rPr>
              <a:t>IEL</a:t>
            </a:r>
          </a:p>
        </p:txBody>
      </p:sp>
      <p:sp>
        <p:nvSpPr>
          <p:cNvPr id="8" name="矩形 7"/>
          <p:cNvSpPr>
            <a:spLocks noChangeAspect="1"/>
          </p:cNvSpPr>
          <p:nvPr>
            <p:custDataLst>
              <p:tags r:id="rId7"/>
            </p:custDataLst>
          </p:nvPr>
        </p:nvSpPr>
        <p:spPr>
          <a:xfrm>
            <a:off x="1114425" y="2850356"/>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marL="0" indent="0" algn="ctr"/>
            <a:r>
              <a:rPr lang="zh-CN" altLang="en-US" sz="1600">
                <a:solidFill>
                  <a:srgbClr val="FFFFFF"/>
                </a:solidFill>
                <a:latin typeface="微软雅黑" panose="020B0503020204020204" charset="-122"/>
                <a:ea typeface="微软雅黑" panose="020B0503020204020204" charset="-122"/>
              </a:rPr>
              <a:t>A</a:t>
            </a:r>
          </a:p>
        </p:txBody>
      </p:sp>
      <p:sp>
        <p:nvSpPr>
          <p:cNvPr id="9" name="矩形 8"/>
          <p:cNvSpPr>
            <a:spLocks noChangeAspect="1"/>
          </p:cNvSpPr>
          <p:nvPr>
            <p:custDataLst>
              <p:tags r:id="rId8"/>
            </p:custDataLst>
          </p:nvPr>
        </p:nvSpPr>
        <p:spPr>
          <a:xfrm>
            <a:off x="1114425" y="3340214"/>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marL="0" indent="0" algn="ctr"/>
            <a:r>
              <a:rPr lang="zh-CN" altLang="en-US" sz="1600">
                <a:solidFill>
                  <a:srgbClr val="FFFFFF"/>
                </a:solidFill>
                <a:latin typeface="微软雅黑" panose="020B0503020204020204" charset="-122"/>
                <a:ea typeface="微软雅黑" panose="020B0503020204020204" charset="-122"/>
              </a:rPr>
              <a:t>B</a:t>
            </a:r>
          </a:p>
        </p:txBody>
      </p:sp>
      <p:sp>
        <p:nvSpPr>
          <p:cNvPr id="10" name="矩形 9"/>
          <p:cNvSpPr>
            <a:spLocks noChangeAspect="1"/>
          </p:cNvSpPr>
          <p:nvPr>
            <p:custDataLst>
              <p:tags r:id="rId9"/>
            </p:custDataLst>
          </p:nvPr>
        </p:nvSpPr>
        <p:spPr>
          <a:xfrm>
            <a:off x="1114425" y="3830071"/>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marL="0" indent="0" algn="ctr"/>
            <a:r>
              <a:rPr lang="zh-CN" altLang="en-US" sz="1600">
                <a:solidFill>
                  <a:srgbClr val="FFFFFF"/>
                </a:solidFill>
                <a:latin typeface="微软雅黑" panose="020B0503020204020204" charset="-122"/>
                <a:ea typeface="微软雅黑" panose="020B0503020204020204" charset="-122"/>
              </a:rPr>
              <a:t>C</a:t>
            </a:r>
          </a:p>
        </p:txBody>
      </p:sp>
      <p:sp>
        <p:nvSpPr>
          <p:cNvPr id="11" name="矩形 10"/>
          <p:cNvSpPr>
            <a:spLocks noChangeAspect="1"/>
          </p:cNvSpPr>
          <p:nvPr>
            <p:custDataLst>
              <p:tags r:id="rId10"/>
            </p:custDataLst>
          </p:nvPr>
        </p:nvSpPr>
        <p:spPr>
          <a:xfrm>
            <a:off x="1114425" y="4319928"/>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marL="0" indent="0" algn="ctr"/>
            <a:r>
              <a:rPr lang="zh-CN" altLang="en-US" sz="1600">
                <a:solidFill>
                  <a:srgbClr val="FFFFFF"/>
                </a:solidFill>
                <a:latin typeface="微软雅黑" panose="020B0503020204020204" charset="-122"/>
                <a:ea typeface="微软雅黑" panose="020B0503020204020204" charset="-122"/>
              </a:rPr>
              <a:t>D</a:t>
            </a:r>
          </a:p>
        </p:txBody>
      </p:sp>
      <p:sp>
        <p:nvSpPr>
          <p:cNvPr id="12" name="圆角矩形 11"/>
          <p:cNvSpPr/>
          <p:nvPr>
            <p:custDataLst>
              <p:tags r:id="rId11"/>
            </p:custDataLst>
          </p:nvPr>
        </p:nvSpPr>
        <p:spPr>
          <a:xfrm>
            <a:off x="6172200" y="6215064"/>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sp>
        <p:nvSpPr>
          <p:cNvPr id="19" name="文本框 18"/>
          <p:cNvSpPr txBox="1"/>
          <p:nvPr>
            <p:custDataLst>
              <p:tags r:id="rId12"/>
            </p:custDataLst>
          </p:nvPr>
        </p:nvSpPr>
        <p:spPr>
          <a:xfrm>
            <a:off x="1828800" y="4745492"/>
            <a:ext cx="6400800" cy="642620"/>
          </a:xfrm>
          <a:prstGeom prst="rect">
            <a:avLst/>
          </a:prstGeom>
          <a:noFill/>
        </p:spPr>
        <p:txBody>
          <a:bodyPr wrap="square" rtlCol="0" anchor="ctr" anchorCtr="0">
            <a:noAutofit/>
          </a:bodyPr>
          <a:lstStyle/>
          <a:p>
            <a:pPr lvl="0" algn="l">
              <a:spcAft>
                <a:spcPts val="0"/>
              </a:spcAft>
              <a:buNone/>
            </a:pPr>
            <a:r>
              <a:rPr lang="zh-CN" altLang="en-US" sz="2600">
                <a:solidFill>
                  <a:srgbClr val="000000"/>
                </a:solidFill>
                <a:latin typeface="微软雅黑" panose="020B0503020204020204" charset="-122"/>
                <a:ea typeface="微软雅黑" panose="020B0503020204020204" charset="-122"/>
              </a:rPr>
              <a:t>清华大学</a:t>
            </a:r>
            <a:r>
              <a:rPr lang="en-US" altLang="zh-CN" sz="2600">
                <a:solidFill>
                  <a:srgbClr val="000000"/>
                </a:solidFill>
                <a:latin typeface="微软雅黑" panose="020B0503020204020204" charset="-122"/>
                <a:ea typeface="微软雅黑" panose="020B0503020204020204" charset="-122"/>
              </a:rPr>
              <a:t>AMINER</a:t>
            </a:r>
            <a:endParaRPr lang="zh-CN" altLang="en-US" sz="2600">
              <a:solidFill>
                <a:srgbClr val="000000"/>
              </a:solidFill>
              <a:latin typeface="微软雅黑" panose="020B0503020204020204" charset="-122"/>
              <a:ea typeface="微软雅黑" panose="020B0503020204020204" charset="-122"/>
            </a:endParaRPr>
          </a:p>
        </p:txBody>
      </p:sp>
      <p:sp>
        <p:nvSpPr>
          <p:cNvPr id="20" name="矩形 19"/>
          <p:cNvSpPr>
            <a:spLocks noChangeAspect="1"/>
          </p:cNvSpPr>
          <p:nvPr>
            <p:custDataLst>
              <p:tags r:id="rId13"/>
            </p:custDataLst>
          </p:nvPr>
        </p:nvSpPr>
        <p:spPr>
          <a:xfrm>
            <a:off x="1114425" y="4809785"/>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marL="0" indent="0" algn="ctr"/>
            <a:r>
              <a:rPr lang="zh-CN" altLang="en-US" sz="1600">
                <a:solidFill>
                  <a:srgbClr val="FFFFFF"/>
                </a:solidFill>
                <a:latin typeface="微软雅黑" panose="020B0503020204020204" charset="-122"/>
                <a:ea typeface="微软雅黑" panose="020B0503020204020204" charset="-122"/>
              </a:rPr>
              <a:t>E</a:t>
            </a:r>
          </a:p>
        </p:txBody>
      </p:sp>
      <p:sp>
        <p:nvSpPr>
          <p:cNvPr id="21" name="文本框 20"/>
          <p:cNvSpPr txBox="1"/>
          <p:nvPr>
            <p:custDataLst>
              <p:tags r:id="rId14"/>
            </p:custDataLst>
          </p:nvPr>
        </p:nvSpPr>
        <p:spPr>
          <a:xfrm>
            <a:off x="1828800" y="5235349"/>
            <a:ext cx="6400800" cy="642620"/>
          </a:xfrm>
          <a:prstGeom prst="rect">
            <a:avLst/>
          </a:prstGeom>
          <a:noFill/>
        </p:spPr>
        <p:txBody>
          <a:bodyPr wrap="square" rtlCol="0" anchor="ctr" anchorCtr="0">
            <a:noAutofit/>
          </a:bodyPr>
          <a:lstStyle/>
          <a:p>
            <a:pPr lvl="0" algn="l">
              <a:spcAft>
                <a:spcPts val="0"/>
              </a:spcAft>
              <a:buNone/>
            </a:pPr>
            <a:r>
              <a:rPr lang="en-US" altLang="zh-CN" sz="2600">
                <a:solidFill>
                  <a:srgbClr val="000000"/>
                </a:solidFill>
                <a:latin typeface="微软雅黑" panose="020B0503020204020204" charset="-122"/>
                <a:ea typeface="微软雅黑" panose="020B0503020204020204" charset="-122"/>
              </a:rPr>
              <a:t>Web of Science</a:t>
            </a:r>
          </a:p>
        </p:txBody>
      </p:sp>
      <p:sp>
        <p:nvSpPr>
          <p:cNvPr id="22" name="矩形 21"/>
          <p:cNvSpPr>
            <a:spLocks noChangeAspect="1"/>
          </p:cNvSpPr>
          <p:nvPr>
            <p:custDataLst>
              <p:tags r:id="rId15"/>
            </p:custDataLst>
          </p:nvPr>
        </p:nvSpPr>
        <p:spPr>
          <a:xfrm>
            <a:off x="1114425" y="5299643"/>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marL="0" indent="0" algn="ctr"/>
            <a:r>
              <a:rPr lang="zh-CN" altLang="en-US" sz="1600">
                <a:solidFill>
                  <a:srgbClr val="FFFFFF"/>
                </a:solidFill>
                <a:latin typeface="微软雅黑" panose="020B0503020204020204" charset="-122"/>
                <a:ea typeface="微软雅黑" panose="020B0503020204020204" charset="-122"/>
              </a:rPr>
              <a:t>F</a:t>
            </a:r>
          </a:p>
        </p:txBody>
      </p:sp>
      <p:sp>
        <p:nvSpPr>
          <p:cNvPr id="23" name="文本框 22"/>
          <p:cNvSpPr txBox="1"/>
          <p:nvPr>
            <p:custDataLst>
              <p:tags r:id="rId16"/>
            </p:custDataLst>
          </p:nvPr>
        </p:nvSpPr>
        <p:spPr>
          <a:xfrm>
            <a:off x="1828800" y="5725160"/>
            <a:ext cx="6400800" cy="642620"/>
          </a:xfrm>
          <a:prstGeom prst="rect">
            <a:avLst/>
          </a:prstGeom>
          <a:noFill/>
        </p:spPr>
        <p:txBody>
          <a:bodyPr wrap="square" rtlCol="0" anchor="ctr" anchorCtr="0">
            <a:noAutofit/>
          </a:bodyPr>
          <a:lstStyle/>
          <a:p>
            <a:pPr lvl="0" algn="l">
              <a:spcAft>
                <a:spcPts val="0"/>
              </a:spcAft>
              <a:buNone/>
            </a:pPr>
            <a:r>
              <a:rPr lang="zh-CN" altLang="en-US" sz="2600">
                <a:solidFill>
                  <a:srgbClr val="000000"/>
                </a:solidFill>
                <a:latin typeface="微软雅黑" panose="020B0503020204020204" charset="-122"/>
                <a:ea typeface="微软雅黑" panose="020B0503020204020204" charset="-122"/>
              </a:rPr>
              <a:t>以上都有</a:t>
            </a:r>
          </a:p>
        </p:txBody>
      </p:sp>
      <p:sp>
        <p:nvSpPr>
          <p:cNvPr id="24" name="矩形 23"/>
          <p:cNvSpPr>
            <a:spLocks noChangeAspect="1"/>
          </p:cNvSpPr>
          <p:nvPr>
            <p:custDataLst>
              <p:tags r:id="rId17"/>
            </p:custDataLst>
          </p:nvPr>
        </p:nvSpPr>
        <p:spPr>
          <a:xfrm>
            <a:off x="1114425" y="5789295"/>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marL="0" indent="0" algn="ctr"/>
            <a:r>
              <a:rPr lang="zh-CN" altLang="en-US" sz="1600">
                <a:solidFill>
                  <a:srgbClr val="FFFFFF"/>
                </a:solidFill>
                <a:latin typeface="微软雅黑" panose="020B0503020204020204" charset="-122"/>
                <a:ea typeface="微软雅黑" panose="020B0503020204020204" charset="-122"/>
              </a:rPr>
              <a:t>G</a:t>
            </a:r>
          </a:p>
        </p:txBody>
      </p:sp>
      <p:grpSp>
        <p:nvGrpSpPr>
          <p:cNvPr id="17" name="组合 16"/>
          <p:cNvGrpSpPr/>
          <p:nvPr>
            <p:custDataLst>
              <p:tags r:id="rId18"/>
            </p:custDataLst>
          </p:nvPr>
        </p:nvGrpSpPr>
        <p:grpSpPr>
          <a:xfrm>
            <a:off x="0" y="0"/>
            <a:ext cx="9144000" cy="635000"/>
            <a:chOff x="0" y="0"/>
            <a:chExt cx="14400" cy="1000"/>
          </a:xfrm>
        </p:grpSpPr>
        <p:sp>
          <p:nvSpPr>
            <p:cNvPr id="13" name="TitleBackground"/>
            <p:cNvSpPr/>
            <p:nvPr>
              <p:custDataLst>
                <p:tags r:id="rId20"/>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ColorBlock"/>
            <p:cNvSpPr/>
            <p:nvPr>
              <p:custDataLst>
                <p:tags r:id="rId21"/>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TypeText"/>
            <p:cNvSpPr txBox="1"/>
            <p:nvPr>
              <p:custDataLst>
                <p:tags r:id="rId22"/>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多选题</a:t>
              </a:r>
            </a:p>
          </p:txBody>
        </p:sp>
        <p:sp>
          <p:nvSpPr>
            <p:cNvPr id="16" name="TipText"/>
            <p:cNvSpPr txBox="1"/>
            <p:nvPr>
              <p:custDataLst>
                <p:tags r:id="rId23"/>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p>
          </p:txBody>
        </p:sp>
      </p:grpSp>
      <p:pic>
        <p:nvPicPr>
          <p:cNvPr id="2" name="图片 1" descr="tmp5EFB"/>
          <p:cNvPicPr>
            <a:picLocks noChangeAspect="1"/>
          </p:cNvPicPr>
          <p:nvPr>
            <p:custDataLst>
              <p:tags r:id="rId19"/>
            </p:custDataLst>
          </p:nvPr>
        </p:nvPicPr>
        <p:blipFill>
          <a:blip r:embed="rId25"/>
          <a:stretch>
            <a:fillRect/>
          </a:stretch>
        </p:blipFill>
        <p:spPr>
          <a:xfrm>
            <a:off x="7594600" y="63500"/>
            <a:ext cx="1422400" cy="508000"/>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30723" name="矩形 3"/>
          <p:cNvSpPr/>
          <p:nvPr/>
        </p:nvSpPr>
        <p:spPr>
          <a:xfrm>
            <a:off x="900113" y="1196975"/>
            <a:ext cx="8632825" cy="906780"/>
          </a:xfrm>
          <a:prstGeom prst="rect">
            <a:avLst/>
          </a:prstGeom>
          <a:noFill/>
          <a:ln w="9525">
            <a:noFill/>
          </a:ln>
        </p:spPr>
        <p:txBody>
          <a:bodyPr anchor="t">
            <a:spAutoFit/>
          </a:bodyPr>
          <a:lstStyle/>
          <a:p>
            <a:pPr defTabSz="457200">
              <a:spcAft>
                <a:spcPts val="600"/>
              </a:spcAft>
            </a:pPr>
            <a:r>
              <a:rPr lang="zh-CN" altLang="en-US" sz="2000" b="1" dirty="0">
                <a:solidFill>
                  <a:srgbClr val="000000"/>
                </a:solidFill>
                <a:latin typeface="黑体" panose="02010609060101010101" charset="-122"/>
                <a:ea typeface="黑体" panose="02010609060101010101" charset="-122"/>
                <a:cs typeface="黑体" panose="02010609060101010101" charset="-122"/>
              </a:rPr>
              <a:t>基本逻辑：</a:t>
            </a:r>
            <a:endParaRPr lang="en-US" altLang="zh-CN" sz="2000" b="1"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spcAft>
                <a:spcPts val="600"/>
              </a:spcAft>
            </a:pPr>
            <a:r>
              <a:rPr lang="en-US" altLang="zh-CN" sz="2800" b="1" dirty="0">
                <a:solidFill>
                  <a:srgbClr val="000000"/>
                </a:solidFill>
                <a:latin typeface="黑体" panose="02010609060101010101" charset="-122"/>
                <a:ea typeface="黑体" panose="02010609060101010101" charset="-122"/>
                <a:cs typeface="黑体" panose="02010609060101010101" charset="-122"/>
              </a:rPr>
              <a:t>3WHC</a:t>
            </a:r>
            <a:r>
              <a:rPr lang="zh-CN" altLang="en-US" sz="2800" b="1" dirty="0">
                <a:solidFill>
                  <a:srgbClr val="000000"/>
                </a:solidFill>
                <a:latin typeface="黑体" panose="02010609060101010101" charset="-122"/>
                <a:ea typeface="黑体" panose="02010609060101010101" charset="-122"/>
                <a:cs typeface="黑体" panose="02010609060101010101" charset="-122"/>
              </a:rPr>
              <a:t>原则</a:t>
            </a:r>
          </a:p>
        </p:txBody>
      </p:sp>
      <p:sp>
        <p:nvSpPr>
          <p:cNvPr id="30724" name="矩形 4"/>
          <p:cNvSpPr/>
          <p:nvPr/>
        </p:nvSpPr>
        <p:spPr>
          <a:xfrm>
            <a:off x="2771775" y="1700213"/>
            <a:ext cx="6042660" cy="1938020"/>
          </a:xfrm>
          <a:prstGeom prst="rect">
            <a:avLst/>
          </a:prstGeom>
          <a:noFill/>
          <a:ln w="9525">
            <a:noFill/>
          </a:ln>
        </p:spPr>
        <p:txBody>
          <a:bodyPr wrap="none" anchor="t">
            <a:spAutoFit/>
          </a:bodyPr>
          <a:lstStyle/>
          <a:p>
            <a:pPr marL="285750" indent="-285750" defTabSz="457200">
              <a:spcAft>
                <a:spcPts val="600"/>
              </a:spcAft>
              <a:buChar char="•"/>
            </a:pPr>
            <a:r>
              <a:rPr lang="en-US" altLang="zh-CN" sz="2000" dirty="0">
                <a:solidFill>
                  <a:srgbClr val="000000"/>
                </a:solidFill>
                <a:ea typeface="黑体" panose="02010609060101010101" charset="-122"/>
                <a:cs typeface="Times New Roman" panose="02020603050405020304" pitchFamily="18" charset="0"/>
              </a:rPr>
              <a:t>Why</a:t>
            </a:r>
            <a:r>
              <a:rPr lang="zh-CN" altLang="en-US" sz="2000" dirty="0">
                <a:solidFill>
                  <a:srgbClr val="000000"/>
                </a:solidFill>
                <a:ea typeface="黑体" panose="02010609060101010101" charset="-122"/>
                <a:cs typeface="Times New Roman" panose="02020603050405020304" pitchFamily="18" charset="0"/>
              </a:rPr>
              <a:t>：为什么要提这个内容，讲这个话，做这件事</a:t>
            </a:r>
            <a:endParaRPr lang="en-US" altLang="zh-CN" sz="2000" dirty="0">
              <a:solidFill>
                <a:srgbClr val="000000"/>
              </a:solidFill>
              <a:ea typeface="黑体" panose="02010609060101010101" charset="-122"/>
              <a:cs typeface="Times New Roman" panose="02020603050405020304" pitchFamily="18" charset="0"/>
            </a:endParaRPr>
          </a:p>
          <a:p>
            <a:pPr marL="285750" indent="-285750" defTabSz="457200">
              <a:spcBef>
                <a:spcPts val="0"/>
              </a:spcBef>
              <a:spcAft>
                <a:spcPts val="600"/>
              </a:spcAft>
              <a:buChar char="•"/>
            </a:pPr>
            <a:r>
              <a:rPr lang="en-US" altLang="zh-CN" sz="2000" dirty="0">
                <a:solidFill>
                  <a:srgbClr val="000000"/>
                </a:solidFill>
                <a:ea typeface="黑体" panose="02010609060101010101" charset="-122"/>
                <a:cs typeface="Times New Roman" panose="02020603050405020304" pitchFamily="18" charset="0"/>
              </a:rPr>
              <a:t>What</a:t>
            </a:r>
            <a:r>
              <a:rPr lang="zh-CN" altLang="en-US" sz="2000" dirty="0">
                <a:solidFill>
                  <a:srgbClr val="000000"/>
                </a:solidFill>
                <a:ea typeface="黑体" panose="02010609060101010101" charset="-122"/>
                <a:cs typeface="Times New Roman" panose="02020603050405020304" pitchFamily="18" charset="0"/>
              </a:rPr>
              <a:t>：这是个啥，简要明确、定义清楚</a:t>
            </a:r>
            <a:endParaRPr lang="en-US" altLang="zh-CN" sz="2000" dirty="0">
              <a:solidFill>
                <a:srgbClr val="000000"/>
              </a:solidFill>
              <a:ea typeface="黑体" panose="02010609060101010101" charset="-122"/>
              <a:cs typeface="Times New Roman" panose="02020603050405020304" pitchFamily="18" charset="0"/>
            </a:endParaRPr>
          </a:p>
          <a:p>
            <a:pPr marL="285750" indent="-285750" defTabSz="457200">
              <a:spcBef>
                <a:spcPts val="0"/>
              </a:spcBef>
              <a:spcAft>
                <a:spcPts val="600"/>
              </a:spcAft>
              <a:buChar char="•"/>
            </a:pPr>
            <a:r>
              <a:rPr lang="en-US" altLang="zh-CN" sz="2000" dirty="0">
                <a:solidFill>
                  <a:srgbClr val="000000"/>
                </a:solidFill>
                <a:ea typeface="黑体" panose="02010609060101010101" charset="-122"/>
                <a:cs typeface="Times New Roman" panose="02020603050405020304" pitchFamily="18" charset="0"/>
              </a:rPr>
              <a:t>Who</a:t>
            </a:r>
            <a:r>
              <a:rPr lang="zh-CN" altLang="en-US" sz="2000" dirty="0">
                <a:solidFill>
                  <a:srgbClr val="000000"/>
                </a:solidFill>
                <a:ea typeface="黑体" panose="02010609060101010101" charset="-122"/>
                <a:cs typeface="Times New Roman" panose="02020603050405020304" pitchFamily="18" charset="0"/>
              </a:rPr>
              <a:t>：有没有前人经验</a:t>
            </a:r>
            <a:endParaRPr lang="en-US" altLang="zh-CN" sz="2000" dirty="0">
              <a:solidFill>
                <a:srgbClr val="000000"/>
              </a:solidFill>
              <a:ea typeface="黑体" panose="02010609060101010101" charset="-122"/>
              <a:cs typeface="Times New Roman" panose="02020603050405020304" pitchFamily="18" charset="0"/>
            </a:endParaRPr>
          </a:p>
          <a:p>
            <a:pPr marL="285750" indent="-285750" defTabSz="457200">
              <a:spcBef>
                <a:spcPts val="0"/>
              </a:spcBef>
              <a:spcAft>
                <a:spcPts val="600"/>
              </a:spcAft>
              <a:buChar char="•"/>
            </a:pPr>
            <a:r>
              <a:rPr lang="en-US" altLang="zh-CN" sz="2000" dirty="0">
                <a:solidFill>
                  <a:srgbClr val="000000"/>
                </a:solidFill>
                <a:ea typeface="黑体" panose="02010609060101010101" charset="-122"/>
                <a:cs typeface="Times New Roman" panose="02020603050405020304" pitchFamily="18" charset="0"/>
              </a:rPr>
              <a:t>How</a:t>
            </a:r>
            <a:r>
              <a:rPr lang="zh-CN" altLang="en-US" sz="2000" dirty="0">
                <a:solidFill>
                  <a:srgbClr val="000000"/>
                </a:solidFill>
                <a:ea typeface="黑体" panose="02010609060101010101" charset="-122"/>
                <a:cs typeface="Times New Roman" panose="02020603050405020304" pitchFamily="18" charset="0"/>
              </a:rPr>
              <a:t>：如何实现</a:t>
            </a:r>
            <a:endParaRPr lang="en-US" altLang="zh-CN" sz="2000" dirty="0">
              <a:solidFill>
                <a:srgbClr val="000000"/>
              </a:solidFill>
              <a:ea typeface="黑体" panose="02010609060101010101" charset="-122"/>
              <a:cs typeface="Times New Roman" panose="02020603050405020304" pitchFamily="18" charset="0"/>
            </a:endParaRPr>
          </a:p>
          <a:p>
            <a:pPr marL="285750" indent="-285750" defTabSz="457200">
              <a:spcBef>
                <a:spcPts val="0"/>
              </a:spcBef>
              <a:spcAft>
                <a:spcPts val="600"/>
              </a:spcAft>
              <a:buChar char="•"/>
            </a:pPr>
            <a:r>
              <a:rPr lang="en-US" altLang="zh-CN" sz="2000" dirty="0">
                <a:solidFill>
                  <a:srgbClr val="000000"/>
                </a:solidFill>
                <a:ea typeface="黑体" panose="02010609060101010101" charset="-122"/>
                <a:cs typeface="Times New Roman" panose="02020603050405020304" pitchFamily="18" charset="0"/>
              </a:rPr>
              <a:t>Conclusion</a:t>
            </a:r>
            <a:r>
              <a:rPr lang="zh-CN" altLang="en-US" sz="2000" dirty="0">
                <a:solidFill>
                  <a:srgbClr val="000000"/>
                </a:solidFill>
                <a:ea typeface="黑体" panose="02010609060101010101" charset="-122"/>
                <a:cs typeface="Times New Roman" panose="02020603050405020304" pitchFamily="18" charset="0"/>
              </a:rPr>
              <a:t>：简单总结，高屋建瓴</a:t>
            </a:r>
          </a:p>
        </p:txBody>
      </p:sp>
      <p:sp>
        <p:nvSpPr>
          <p:cNvPr id="30725" name="矩形 5"/>
          <p:cNvSpPr/>
          <p:nvPr/>
        </p:nvSpPr>
        <p:spPr>
          <a:xfrm>
            <a:off x="3779838" y="6092825"/>
            <a:ext cx="4867910" cy="398780"/>
          </a:xfrm>
          <a:prstGeom prst="rect">
            <a:avLst/>
          </a:prstGeom>
          <a:noFill/>
          <a:ln w="9525">
            <a:noFill/>
          </a:ln>
        </p:spPr>
        <p:txBody>
          <a:bodyPr wrap="none" anchor="t">
            <a:spAutoFit/>
          </a:bodyPr>
          <a:lstStyle/>
          <a:p>
            <a:pPr defTabSz="457200">
              <a:spcAft>
                <a:spcPts val="0"/>
              </a:spcAft>
            </a:pPr>
            <a:r>
              <a:rPr lang="zh-CN" altLang="en-US" sz="2000" dirty="0">
                <a:solidFill>
                  <a:srgbClr val="000000"/>
                </a:solidFill>
                <a:ea typeface="黑体" panose="02010609060101010101" charset="-122"/>
                <a:cs typeface="Times New Roman" panose="02020603050405020304" pitchFamily="18" charset="0"/>
              </a:rPr>
              <a:t>解决</a:t>
            </a:r>
            <a:r>
              <a:rPr lang="en-US" altLang="zh-CN" sz="2000" dirty="0">
                <a:solidFill>
                  <a:srgbClr val="000000"/>
                </a:solidFill>
                <a:ea typeface="黑体" panose="02010609060101010101" charset="-122"/>
                <a:cs typeface="Times New Roman" panose="02020603050405020304" pitchFamily="18" charset="0"/>
              </a:rPr>
              <a:t>3W</a:t>
            </a:r>
            <a:r>
              <a:rPr lang="zh-CN" altLang="en-US" sz="2000" dirty="0">
                <a:solidFill>
                  <a:srgbClr val="000000"/>
                </a:solidFill>
                <a:ea typeface="黑体" panose="02010609060101010101" charset="-122"/>
                <a:cs typeface="Times New Roman" panose="02020603050405020304" pitchFamily="18" charset="0"/>
              </a:rPr>
              <a:t>问题，文献检索和综述就尤为重要</a:t>
            </a:r>
          </a:p>
        </p:txBody>
      </p:sp>
      <p:sp>
        <p:nvSpPr>
          <p:cNvPr id="7" name="矩形 6"/>
          <p:cNvSpPr/>
          <p:nvPr/>
        </p:nvSpPr>
        <p:spPr>
          <a:xfrm>
            <a:off x="900113" y="3752850"/>
            <a:ext cx="7920038" cy="647700"/>
          </a:xfrm>
          <a:prstGeom prst="rect">
            <a:avLst/>
          </a:prstGeom>
          <a:solidFill>
            <a:srgbClr val="ED7D31">
              <a:lumMod val="40000"/>
              <a:lumOff val="60000"/>
            </a:srgbClr>
          </a:solidFill>
          <a:ln w="12700" cap="flat" cmpd="sng" algn="ctr">
            <a:solidFill>
              <a:srgbClr val="0070C0"/>
            </a:solid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rgbClr val="000000"/>
                </a:solidFill>
                <a:effectLst/>
                <a:uLnTx/>
                <a:uFillTx/>
                <a:ea typeface="黑体" panose="02010609060101010101" charset="-122"/>
                <a:cs typeface="Times New Roman" panose="02020603050405020304" pitchFamily="18" charset="0"/>
              </a:rPr>
              <a:t>“</a:t>
            </a:r>
            <a:r>
              <a:rPr kumimoji="0" lang="en-US" altLang="zh-CN" sz="2000" b="0" i="0" u="none" strike="noStrike" kern="0" cap="none" spc="0" normalizeH="0" baseline="0" noProof="0" dirty="0">
                <a:ln>
                  <a:noFill/>
                </a:ln>
                <a:solidFill>
                  <a:srgbClr val="000000"/>
                </a:solidFill>
                <a:effectLst/>
                <a:uLnTx/>
                <a:uFillTx/>
                <a:ea typeface="黑体" panose="02010609060101010101" charset="-122"/>
                <a:cs typeface="Times New Roman" panose="02020603050405020304" pitchFamily="18" charset="0"/>
              </a:rPr>
              <a:t>Why</a:t>
            </a:r>
            <a:r>
              <a:rPr kumimoji="0" lang="zh-CN" altLang="en-US" sz="2000" b="0" i="0" u="none" strike="noStrike" kern="0" cap="none" spc="0" normalizeH="0" baseline="0" noProof="0" dirty="0">
                <a:ln>
                  <a:noFill/>
                </a:ln>
                <a:solidFill>
                  <a:srgbClr val="000000"/>
                </a:solidFill>
                <a:effectLst/>
                <a:uLnTx/>
                <a:uFillTx/>
                <a:ea typeface="黑体" panose="02010609060101010101" charset="-122"/>
                <a:cs typeface="Times New Roman" panose="02020603050405020304" pitchFamily="18" charset="0"/>
              </a:rPr>
              <a:t>”是立根之本：市场决定内容，需求决定项目。</a:t>
            </a:r>
            <a:br>
              <a:rPr kumimoji="0" lang="en-US" altLang="zh-CN" sz="2000" b="0" i="0" u="none" strike="noStrike" kern="0" cap="none" spc="0" normalizeH="0" baseline="0" noProof="0" dirty="0">
                <a:ln>
                  <a:noFill/>
                </a:ln>
                <a:solidFill>
                  <a:srgbClr val="000000"/>
                </a:solidFill>
                <a:effectLst/>
                <a:uLnTx/>
                <a:uFillTx/>
                <a:ea typeface="黑体" panose="02010609060101010101" charset="-122"/>
                <a:cs typeface="Times New Roman" panose="02020603050405020304" pitchFamily="18" charset="0"/>
              </a:rPr>
            </a:br>
            <a:r>
              <a:rPr kumimoji="0" lang="zh-CN" altLang="en-US" sz="2000" b="0" i="0" u="none" strike="noStrike" kern="0" cap="none" spc="0" normalizeH="0" baseline="0" noProof="0" dirty="0">
                <a:ln>
                  <a:noFill/>
                </a:ln>
                <a:solidFill>
                  <a:srgbClr val="000000"/>
                </a:solidFill>
                <a:effectLst/>
                <a:uLnTx/>
                <a:uFillTx/>
                <a:ea typeface="黑体" panose="02010609060101010101" charset="-122"/>
                <a:cs typeface="Times New Roman" panose="02020603050405020304" pitchFamily="18" charset="0"/>
              </a:rPr>
              <a:t>天马行空是艺术，不是科学</a:t>
            </a:r>
          </a:p>
        </p:txBody>
      </p:sp>
      <p:sp>
        <p:nvSpPr>
          <p:cNvPr id="8" name="矩形 7"/>
          <p:cNvSpPr/>
          <p:nvPr/>
        </p:nvSpPr>
        <p:spPr>
          <a:xfrm>
            <a:off x="900113" y="4584700"/>
            <a:ext cx="7920038" cy="647700"/>
          </a:xfrm>
          <a:prstGeom prst="rect">
            <a:avLst/>
          </a:prstGeom>
          <a:solidFill>
            <a:srgbClr val="ED7D31">
              <a:lumMod val="40000"/>
              <a:lumOff val="60000"/>
            </a:srgbClr>
          </a:solidFill>
          <a:ln w="12700" cap="flat" cmpd="sng" algn="ctr">
            <a:solidFill>
              <a:srgbClr val="0070C0"/>
            </a:solid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rgbClr val="000000"/>
                </a:solidFill>
                <a:effectLst/>
                <a:uLnTx/>
                <a:uFillTx/>
                <a:ea typeface="黑体" panose="02010609060101010101" charset="-122"/>
                <a:cs typeface="Times New Roman" panose="02020603050405020304" pitchFamily="18" charset="0"/>
              </a:rPr>
              <a:t>“</a:t>
            </a:r>
            <a:r>
              <a:rPr kumimoji="0" lang="en-US" altLang="zh-CN" sz="2000" b="0" i="0" u="none" strike="noStrike" kern="0" cap="none" spc="0" normalizeH="0" baseline="0" noProof="0" dirty="0">
                <a:ln>
                  <a:noFill/>
                </a:ln>
                <a:solidFill>
                  <a:srgbClr val="000000"/>
                </a:solidFill>
                <a:effectLst/>
                <a:uLnTx/>
                <a:uFillTx/>
                <a:ea typeface="黑体" panose="02010609060101010101" charset="-122"/>
                <a:cs typeface="Times New Roman" panose="02020603050405020304" pitchFamily="18" charset="0"/>
              </a:rPr>
              <a:t>What</a:t>
            </a:r>
            <a:r>
              <a:rPr kumimoji="0" lang="zh-CN" altLang="en-US" sz="2000" b="0" i="0" u="none" strike="noStrike" kern="0" cap="none" spc="0" normalizeH="0" baseline="0" noProof="0" dirty="0">
                <a:ln>
                  <a:noFill/>
                </a:ln>
                <a:solidFill>
                  <a:srgbClr val="000000"/>
                </a:solidFill>
                <a:effectLst/>
                <a:uLnTx/>
                <a:uFillTx/>
                <a:ea typeface="黑体" panose="02010609060101010101" charset="-122"/>
                <a:cs typeface="Times New Roman" panose="02020603050405020304" pitchFamily="18" charset="0"/>
              </a:rPr>
              <a:t>”是发矢之地：敌人是谁都不清楚，就难谈攻关。</a:t>
            </a:r>
            <a:br>
              <a:rPr kumimoji="0" lang="en-US" altLang="zh-CN" sz="2000" b="0" i="0" u="none" strike="noStrike" kern="0" cap="none" spc="0" normalizeH="0" baseline="0" noProof="0" dirty="0">
                <a:ln>
                  <a:noFill/>
                </a:ln>
                <a:solidFill>
                  <a:srgbClr val="000000"/>
                </a:solidFill>
                <a:effectLst/>
                <a:uLnTx/>
                <a:uFillTx/>
                <a:ea typeface="黑体" panose="02010609060101010101" charset="-122"/>
                <a:cs typeface="Times New Roman" panose="02020603050405020304" pitchFamily="18" charset="0"/>
              </a:rPr>
            </a:br>
            <a:r>
              <a:rPr kumimoji="0" lang="zh-CN" altLang="en-US" sz="2000" b="0" i="0" u="none" strike="noStrike" kern="0" cap="none" spc="0" normalizeH="0" baseline="0" noProof="0" dirty="0">
                <a:ln>
                  <a:noFill/>
                </a:ln>
                <a:solidFill>
                  <a:srgbClr val="000000"/>
                </a:solidFill>
                <a:effectLst/>
                <a:uLnTx/>
                <a:uFillTx/>
                <a:ea typeface="黑体" panose="02010609060101010101" charset="-122"/>
                <a:cs typeface="Times New Roman" panose="02020603050405020304" pitchFamily="18" charset="0"/>
              </a:rPr>
              <a:t>问题越简单明了，越好解答</a:t>
            </a:r>
          </a:p>
        </p:txBody>
      </p:sp>
      <p:sp>
        <p:nvSpPr>
          <p:cNvPr id="10" name="矩形 9"/>
          <p:cNvSpPr/>
          <p:nvPr/>
        </p:nvSpPr>
        <p:spPr>
          <a:xfrm>
            <a:off x="900113" y="5373688"/>
            <a:ext cx="7920038" cy="647700"/>
          </a:xfrm>
          <a:prstGeom prst="rect">
            <a:avLst/>
          </a:prstGeom>
          <a:solidFill>
            <a:srgbClr val="ED7D31">
              <a:lumMod val="40000"/>
              <a:lumOff val="60000"/>
            </a:srgbClr>
          </a:solidFill>
          <a:ln w="12700" cap="flat" cmpd="sng" algn="ctr">
            <a:solidFill>
              <a:srgbClr val="0070C0"/>
            </a:solid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rgbClr val="000000"/>
                </a:solidFill>
                <a:effectLst/>
                <a:uLnTx/>
                <a:uFillTx/>
                <a:ea typeface="黑体" panose="02010609060101010101" charset="-122"/>
                <a:cs typeface="Times New Roman" panose="02020603050405020304" pitchFamily="18" charset="0"/>
              </a:rPr>
              <a:t>“</a:t>
            </a:r>
            <a:r>
              <a:rPr kumimoji="0" lang="en-US" altLang="zh-CN" sz="2000" b="0" i="0" u="none" strike="noStrike" kern="0" cap="none" spc="0" normalizeH="0" baseline="0" noProof="0" dirty="0">
                <a:ln>
                  <a:noFill/>
                </a:ln>
                <a:solidFill>
                  <a:srgbClr val="000000"/>
                </a:solidFill>
                <a:effectLst/>
                <a:uLnTx/>
                <a:uFillTx/>
                <a:ea typeface="黑体" panose="02010609060101010101" charset="-122"/>
                <a:cs typeface="Times New Roman" panose="02020603050405020304" pitchFamily="18" charset="0"/>
              </a:rPr>
              <a:t>Who</a:t>
            </a:r>
            <a:r>
              <a:rPr kumimoji="0" lang="zh-CN" altLang="en-US" sz="2000" b="0" i="0" u="none" strike="noStrike" kern="0" cap="none" spc="0" normalizeH="0" baseline="0" noProof="0" dirty="0">
                <a:ln>
                  <a:noFill/>
                </a:ln>
                <a:solidFill>
                  <a:srgbClr val="000000"/>
                </a:solidFill>
                <a:effectLst/>
                <a:uLnTx/>
                <a:uFillTx/>
                <a:ea typeface="黑体" panose="02010609060101010101" charset="-122"/>
                <a:cs typeface="Times New Roman" panose="02020603050405020304" pitchFamily="18" charset="0"/>
              </a:rPr>
              <a:t>”是评判依据：有桥过河，干嘛要摸着石头。</a:t>
            </a:r>
            <a:br>
              <a:rPr kumimoji="0" lang="en-US" altLang="zh-CN" sz="2000" b="0" i="0" u="none" strike="noStrike" kern="0" cap="none" spc="0" normalizeH="0" baseline="0" noProof="0" dirty="0">
                <a:ln>
                  <a:noFill/>
                </a:ln>
                <a:solidFill>
                  <a:srgbClr val="000000"/>
                </a:solidFill>
                <a:effectLst/>
                <a:uLnTx/>
                <a:uFillTx/>
                <a:ea typeface="黑体" panose="02010609060101010101" charset="-122"/>
                <a:cs typeface="Times New Roman" panose="02020603050405020304" pitchFamily="18" charset="0"/>
              </a:rPr>
            </a:br>
            <a:r>
              <a:rPr kumimoji="0" lang="zh-CN" altLang="en-US" sz="2000" b="0" i="0" u="none" strike="noStrike" kern="0" cap="none" spc="0" normalizeH="0" baseline="0" noProof="0" dirty="0">
                <a:ln>
                  <a:noFill/>
                </a:ln>
                <a:solidFill>
                  <a:srgbClr val="000000"/>
                </a:solidFill>
                <a:effectLst/>
                <a:uLnTx/>
                <a:uFillTx/>
                <a:ea typeface="黑体" panose="02010609060101010101" charset="-122"/>
                <a:cs typeface="Times New Roman" panose="02020603050405020304" pitchFamily="18" charset="0"/>
              </a:rPr>
              <a:t>切忌自以为是，无视进展</a:t>
            </a:r>
          </a:p>
        </p:txBody>
      </p:sp>
      <p:sp>
        <p:nvSpPr>
          <p:cNvPr id="2" name="Rectangle 2"/>
          <p:cNvSpPr>
            <a:spLocks noGrp="1" noChangeArrowheads="1"/>
          </p:cNvSpPr>
          <p:nvPr/>
        </p:nvSpPr>
        <p:spPr>
          <a:xfrm>
            <a:off x="-5715" y="44450"/>
            <a:ext cx="9185910" cy="845820"/>
          </a:xfrm>
          <a:prstGeom prst="rect">
            <a:avLst/>
          </a:prstGeo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0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文献检索和综述论文撰写</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animEffect transition="in" filter="blinds(horizontal)">
                                      <p:cBhvr>
                                        <p:cTn id="7" dur="500"/>
                                        <p:tgtEl>
                                          <p:spTgt spid="3072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ppt_x"/>
                                          </p:val>
                                        </p:tav>
                                        <p:tav tm="100000">
                                          <p:val>
                                            <p:strVal val="#ppt_x"/>
                                          </p:val>
                                        </p:tav>
                                      </p:tavLst>
                                    </p:anim>
                                    <p:anim calcmode="lin" valueType="num">
                                      <p:cBhvr additive="base">
                                        <p:cTn id="2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0725"/>
                                        </p:tgtEl>
                                        <p:attrNameLst>
                                          <p:attrName>style.visibility</p:attrName>
                                        </p:attrNameLst>
                                      </p:cBhvr>
                                      <p:to>
                                        <p:strVal val="visible"/>
                                      </p:to>
                                    </p:set>
                                    <p:anim calcmode="lin" valueType="num">
                                      <p:cBhvr additive="base">
                                        <p:cTn id="30" dur="500" fill="hold"/>
                                        <p:tgtEl>
                                          <p:spTgt spid="30725"/>
                                        </p:tgtEl>
                                        <p:attrNameLst>
                                          <p:attrName>ppt_x</p:attrName>
                                        </p:attrNameLst>
                                      </p:cBhvr>
                                      <p:tavLst>
                                        <p:tav tm="0">
                                          <p:val>
                                            <p:strVal val="#ppt_x"/>
                                          </p:val>
                                        </p:tav>
                                        <p:tav tm="100000">
                                          <p:val>
                                            <p:strVal val="#ppt_x"/>
                                          </p:val>
                                        </p:tav>
                                      </p:tavLst>
                                    </p:anim>
                                    <p:anim calcmode="lin" valueType="num">
                                      <p:cBhvr additive="base">
                                        <p:cTn id="31" dur="500" fill="hold"/>
                                        <p:tgtEl>
                                          <p:spTgt spid="307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p:bldP spid="30724" grpId="1"/>
      <p:bldP spid="30725" grpId="0"/>
      <p:bldP spid="30725" grpId="1"/>
      <p:bldP spid="7" grpId="0" bldLvl="0" animBg="1"/>
      <p:bldP spid="7" grpId="1" animBg="1"/>
      <p:bldP spid="8" grpId="0" bldLvl="0" animBg="1"/>
      <p:bldP spid="8" grpId="1" animBg="1"/>
      <p:bldP spid="10" grpId="0" bldLvl="0" animBg="1"/>
      <p:bldP spid="10"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31747" name="矩形 3"/>
          <p:cNvSpPr/>
          <p:nvPr/>
        </p:nvSpPr>
        <p:spPr>
          <a:xfrm>
            <a:off x="1116013" y="1268413"/>
            <a:ext cx="8634412"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1. </a:t>
            </a:r>
            <a:r>
              <a:rPr lang="zh-CN" altLang="en-US" sz="2000" b="1" dirty="0">
                <a:solidFill>
                  <a:srgbClr val="000000"/>
                </a:solidFill>
                <a:latin typeface="黑体" panose="02010609060101010101" charset="-122"/>
                <a:ea typeface="黑体" panose="02010609060101010101" charset="-122"/>
                <a:cs typeface="黑体" panose="02010609060101010101" charset="-122"/>
              </a:rPr>
              <a:t>什么是文献检索：</a:t>
            </a:r>
          </a:p>
        </p:txBody>
      </p:sp>
      <p:sp>
        <p:nvSpPr>
          <p:cNvPr id="3" name="圆角矩形 2"/>
          <p:cNvSpPr/>
          <p:nvPr/>
        </p:nvSpPr>
        <p:spPr>
          <a:xfrm>
            <a:off x="827584" y="3357245"/>
            <a:ext cx="7560840" cy="1666875"/>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altLang="zh-CN" sz="2000" dirty="0">
                <a:solidFill>
                  <a:schemeClr val="bg1"/>
                </a:solidFill>
                <a:sym typeface="+mn-ea"/>
              </a:rPr>
              <a:t>“</a:t>
            </a:r>
            <a:r>
              <a:rPr lang="zh-CN" altLang="en-US" sz="2000" dirty="0">
                <a:solidFill>
                  <a:schemeClr val="bg1"/>
                </a:solidFill>
                <a:sym typeface="+mn-ea"/>
              </a:rPr>
              <a:t>温故而知新</a:t>
            </a:r>
            <a:r>
              <a:rPr lang="en-US" altLang="zh-CN" sz="2000" dirty="0">
                <a:solidFill>
                  <a:schemeClr val="bg1"/>
                </a:solidFill>
                <a:sym typeface="+mn-ea"/>
              </a:rPr>
              <a:t>”</a:t>
            </a:r>
            <a:endParaRPr lang="en-US" altLang="zh-CN" sz="2000" dirty="0">
              <a:solidFill>
                <a:schemeClr val="bg1"/>
              </a:solidFill>
            </a:endParaRPr>
          </a:p>
          <a:p>
            <a:pPr algn="ctr">
              <a:spcBef>
                <a:spcPts val="0"/>
              </a:spcBef>
            </a:pPr>
            <a:r>
              <a:rPr lang="zh-CN" altLang="en-US" sz="2000" dirty="0">
                <a:solidFill>
                  <a:schemeClr val="bg1"/>
                </a:solidFill>
                <a:sym typeface="+mn-ea"/>
              </a:rPr>
              <a:t>知道别人已经做了什么，用什么方法解决了什么问题，以批判性思维角度思考并总结技术现状与趋势，辨识出仍待解决的问题。</a:t>
            </a:r>
            <a:endParaRPr lang="zh-CN" altLang="en-US" sz="2000" dirty="0">
              <a:solidFill>
                <a:schemeClr val="bg1"/>
              </a:solidFill>
            </a:endParaRPr>
          </a:p>
        </p:txBody>
      </p:sp>
      <p:sp>
        <p:nvSpPr>
          <p:cNvPr id="4" name="圆角矩形 3"/>
          <p:cNvSpPr/>
          <p:nvPr/>
        </p:nvSpPr>
        <p:spPr>
          <a:xfrm>
            <a:off x="830734" y="5141595"/>
            <a:ext cx="7533251" cy="114554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zh-CN" altLang="en-US" sz="2000" dirty="0">
                <a:solidFill>
                  <a:schemeClr val="bg1"/>
                </a:solidFill>
                <a:sym typeface="+mn-ea"/>
              </a:rPr>
              <a:t>通过在各个数据库中去查找、阅读、筛选相关文献的过程，</a:t>
            </a:r>
            <a:endParaRPr lang="en-US" altLang="zh-CN" sz="2000" dirty="0">
              <a:solidFill>
                <a:schemeClr val="bg1"/>
              </a:solidFill>
              <a:sym typeface="+mn-ea"/>
            </a:endParaRPr>
          </a:p>
          <a:p>
            <a:pPr algn="ctr">
              <a:spcAft>
                <a:spcPts val="0"/>
              </a:spcAft>
            </a:pPr>
            <a:r>
              <a:rPr lang="zh-CN" altLang="en-US" sz="2000" dirty="0">
                <a:solidFill>
                  <a:schemeClr val="bg1"/>
                </a:solidFill>
                <a:sym typeface="+mn-ea"/>
              </a:rPr>
              <a:t>称为文献检索。</a:t>
            </a:r>
          </a:p>
        </p:txBody>
      </p:sp>
      <p:sp>
        <p:nvSpPr>
          <p:cNvPr id="5" name="Rectangle 2"/>
          <p:cNvSpPr>
            <a:spLocks noGrp="1" noChangeArrowheads="1"/>
          </p:cNvSpPr>
          <p:nvPr/>
        </p:nvSpPr>
        <p:spPr>
          <a:xfrm>
            <a:off x="-5715" y="44450"/>
            <a:ext cx="9185910" cy="845820"/>
          </a:xfrm>
          <a:prstGeom prst="rect">
            <a:avLst/>
          </a:prstGeo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0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文献检索和综述论文撰写</a:t>
            </a:r>
          </a:p>
        </p:txBody>
      </p:sp>
      <p:sp>
        <p:nvSpPr>
          <p:cNvPr id="9" name="文本框 8">
            <a:extLst>
              <a:ext uri="{FF2B5EF4-FFF2-40B4-BE49-F238E27FC236}">
                <a16:creationId xmlns:a16="http://schemas.microsoft.com/office/drawing/2014/main" id="{EE71F2EF-B49D-B9CC-C056-1516C4DDB78C}"/>
              </a:ext>
            </a:extLst>
          </p:cNvPr>
          <p:cNvSpPr txBox="1"/>
          <p:nvPr/>
        </p:nvSpPr>
        <p:spPr>
          <a:xfrm>
            <a:off x="1547664" y="1880952"/>
            <a:ext cx="4877808" cy="120032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2400" b="1" kern="0" noProof="0" dirty="0">
                <a:ln>
                  <a:noFill/>
                </a:ln>
                <a:effectLst/>
                <a:uLnTx/>
                <a:uFillTx/>
                <a:latin typeface="黑体" panose="02010609060101010101" charset="-122"/>
                <a:ea typeface="黑体" panose="02010609060101010101" charset="-122"/>
                <a:sym typeface="+mn-ea"/>
              </a:rPr>
              <a:t>提醒大家：</a:t>
            </a:r>
            <a:endParaRPr kumimoji="0" lang="en-US" altLang="zh-CN" sz="2400" b="1" i="0" u="none" strike="noStrike" kern="0" cap="none" spc="0" normalizeH="0" baseline="0" noProof="0" dirty="0">
              <a:ln>
                <a:noFill/>
              </a:ln>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2400" b="1" kern="0" noProof="0" dirty="0">
                <a:ln>
                  <a:noFill/>
                </a:ln>
                <a:effectLst/>
                <a:uLnTx/>
                <a:uFillTx/>
                <a:latin typeface="黑体" panose="02010609060101010101" charset="-122"/>
                <a:ea typeface="黑体" panose="02010609060101010101" charset="-122"/>
                <a:sym typeface="+mn-ea"/>
              </a:rPr>
              <a:t>研究千万条，文献第一条。</a:t>
            </a:r>
            <a:endParaRPr kumimoji="0" lang="en-US" altLang="zh-CN" sz="2400" b="1" i="0" u="none" strike="noStrike" kern="0" cap="none" spc="0" normalizeH="0" baseline="0" noProof="0" dirty="0">
              <a:ln>
                <a:noFill/>
              </a:ln>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2400" b="1" kern="0" noProof="0" dirty="0">
                <a:ln>
                  <a:noFill/>
                </a:ln>
                <a:effectLst/>
                <a:uLnTx/>
                <a:uFillTx/>
                <a:latin typeface="黑体" panose="02010609060101010101" charset="-122"/>
                <a:ea typeface="黑体" panose="02010609060101010101" charset="-122"/>
                <a:sym typeface="+mn-ea"/>
              </a:rPr>
              <a:t>事前不调研，做完两行泪。</a:t>
            </a:r>
            <a:endParaRPr kumimoji="0" lang="zh-CN" altLang="en-US" sz="2400" b="1" i="0" u="none" strike="noStrike" kern="0" cap="none" spc="0" normalizeH="0" baseline="0" noProof="0" dirty="0">
              <a:ln>
                <a:noFill/>
              </a:ln>
              <a:effectLst/>
              <a:uLnTx/>
              <a:uFillTx/>
              <a:latin typeface="黑体" panose="02010609060101010101" charset="-122"/>
              <a:ea typeface="黑体" panose="02010609060101010101" charset="-122"/>
              <a:cs typeface="+mn-cs"/>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32771" name="矩形 3"/>
          <p:cNvSpPr/>
          <p:nvPr/>
        </p:nvSpPr>
        <p:spPr>
          <a:xfrm>
            <a:off x="827088" y="1196975"/>
            <a:ext cx="8634412"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2. </a:t>
            </a:r>
            <a:r>
              <a:rPr lang="zh-CN" altLang="en-US" sz="2000" b="1" dirty="0">
                <a:solidFill>
                  <a:srgbClr val="000000"/>
                </a:solidFill>
                <a:latin typeface="黑体" panose="02010609060101010101" charset="-122"/>
                <a:ea typeface="黑体" panose="02010609060101010101" charset="-122"/>
                <a:cs typeface="黑体" panose="02010609060101010101" charset="-122"/>
              </a:rPr>
              <a:t>文献检索的信息来源</a:t>
            </a:r>
          </a:p>
        </p:txBody>
      </p:sp>
      <p:sp>
        <p:nvSpPr>
          <p:cNvPr id="5" name="矩形 4"/>
          <p:cNvSpPr/>
          <p:nvPr/>
        </p:nvSpPr>
        <p:spPr>
          <a:xfrm>
            <a:off x="971104" y="2705153"/>
            <a:ext cx="3455988" cy="3600450"/>
          </a:xfrm>
          <a:prstGeom prst="rect">
            <a:avLst/>
          </a:prstGeom>
          <a:solidFill>
            <a:srgbClr val="ED7D31"/>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中文</a:t>
            </a:r>
          </a:p>
        </p:txBody>
      </p:sp>
      <p:sp>
        <p:nvSpPr>
          <p:cNvPr id="6" name="矩形 5"/>
          <p:cNvSpPr/>
          <p:nvPr/>
        </p:nvSpPr>
        <p:spPr>
          <a:xfrm>
            <a:off x="4716016" y="2705153"/>
            <a:ext cx="3455988" cy="3600450"/>
          </a:xfrm>
          <a:prstGeom prst="rect">
            <a:avLst/>
          </a:prstGeom>
          <a:solidFill>
            <a:srgbClr val="0070C0"/>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0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外文</a:t>
            </a:r>
          </a:p>
        </p:txBody>
      </p:sp>
      <p:sp>
        <p:nvSpPr>
          <p:cNvPr id="32774" name="矩形 6"/>
          <p:cNvSpPr/>
          <p:nvPr/>
        </p:nvSpPr>
        <p:spPr>
          <a:xfrm>
            <a:off x="1259076" y="1891083"/>
            <a:ext cx="6120765" cy="829945"/>
          </a:xfrm>
          <a:prstGeom prst="rect">
            <a:avLst/>
          </a:prstGeom>
          <a:noFill/>
          <a:ln w="9525">
            <a:noFill/>
          </a:ln>
        </p:spPr>
        <p:txBody>
          <a:bodyPr wrap="square" anchor="t">
            <a:spAutoFit/>
          </a:bodyPr>
          <a:lstStyle/>
          <a:p>
            <a:pPr algn="ctr" defTabSz="457200">
              <a:spcAft>
                <a:spcPts val="0"/>
              </a:spcAft>
            </a:pPr>
            <a:r>
              <a:rPr lang="zh-CN" altLang="en-US" sz="2400" dirty="0">
                <a:solidFill>
                  <a:srgbClr val="000000"/>
                </a:solidFill>
                <a:latin typeface="黑体" panose="02010609060101010101" charset="-122"/>
                <a:ea typeface="黑体" panose="02010609060101010101" charset="-122"/>
              </a:rPr>
              <a:t>一般的我们科学技术领域</a:t>
            </a:r>
            <a:endParaRPr lang="en-US" altLang="zh-CN" sz="2400" dirty="0">
              <a:solidFill>
                <a:srgbClr val="000000"/>
              </a:solidFill>
              <a:latin typeface="黑体" panose="02010609060101010101" charset="-122"/>
              <a:ea typeface="黑体" panose="02010609060101010101" charset="-122"/>
            </a:endParaRPr>
          </a:p>
          <a:p>
            <a:pPr algn="ctr" defTabSz="457200">
              <a:spcBef>
                <a:spcPts val="0"/>
              </a:spcBef>
            </a:pPr>
            <a:r>
              <a:rPr lang="zh-CN" altLang="en-US" sz="2400" dirty="0">
                <a:solidFill>
                  <a:srgbClr val="000000"/>
                </a:solidFill>
                <a:latin typeface="黑体" panose="02010609060101010101" charset="-122"/>
                <a:ea typeface="黑体" panose="02010609060101010101" charset="-122"/>
              </a:rPr>
              <a:t>按专业文献语言类别分</a:t>
            </a:r>
          </a:p>
        </p:txBody>
      </p:sp>
      <p:sp>
        <p:nvSpPr>
          <p:cNvPr id="2" name="Rectangle 2"/>
          <p:cNvSpPr>
            <a:spLocks noGrp="1" noChangeArrowheads="1"/>
          </p:cNvSpPr>
          <p:nvPr/>
        </p:nvSpPr>
        <p:spPr>
          <a:xfrm>
            <a:off x="-5715" y="44450"/>
            <a:ext cx="9185910" cy="845820"/>
          </a:xfrm>
          <a:prstGeom prst="rect">
            <a:avLst/>
          </a:prstGeo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0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文献检索和综述论文撰写</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5715" y="44450"/>
            <a:ext cx="9185910" cy="845820"/>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0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文献检索和综述论文撰写</a:t>
            </a:r>
          </a:p>
        </p:txBody>
      </p:sp>
      <p:sp>
        <p:nvSpPr>
          <p:cNvPr id="33795" name="矩形 3"/>
          <p:cNvSpPr/>
          <p:nvPr/>
        </p:nvSpPr>
        <p:spPr>
          <a:xfrm>
            <a:off x="971550" y="857250"/>
            <a:ext cx="8634413"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2. </a:t>
            </a:r>
            <a:r>
              <a:rPr lang="zh-CN" altLang="en-US" sz="2000" b="1" dirty="0">
                <a:solidFill>
                  <a:srgbClr val="000000"/>
                </a:solidFill>
                <a:latin typeface="黑体" panose="02010609060101010101" charset="-122"/>
                <a:ea typeface="黑体" panose="02010609060101010101" charset="-122"/>
                <a:cs typeface="黑体" panose="02010609060101010101" charset="-122"/>
              </a:rPr>
              <a:t>文献检索的信息来源</a:t>
            </a:r>
          </a:p>
        </p:txBody>
      </p:sp>
      <p:sp>
        <p:nvSpPr>
          <p:cNvPr id="5" name="矩形 4"/>
          <p:cNvSpPr/>
          <p:nvPr/>
        </p:nvSpPr>
        <p:spPr>
          <a:xfrm>
            <a:off x="971550" y="1433513"/>
            <a:ext cx="1439863" cy="5040313"/>
          </a:xfrm>
          <a:prstGeom prst="rect">
            <a:avLst/>
          </a:prstGeom>
          <a:solidFill>
            <a:srgbClr val="ED7D31"/>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中文</a:t>
            </a:r>
          </a:p>
        </p:txBody>
      </p:sp>
      <p:pic>
        <p:nvPicPr>
          <p:cNvPr id="33797" name="图片 5"/>
          <p:cNvPicPr>
            <a:picLocks noChangeAspect="1"/>
          </p:cNvPicPr>
          <p:nvPr/>
        </p:nvPicPr>
        <p:blipFill>
          <a:blip r:embed="rId5"/>
          <a:stretch>
            <a:fillRect/>
          </a:stretch>
        </p:blipFill>
        <p:spPr>
          <a:xfrm>
            <a:off x="7019925" y="4745038"/>
            <a:ext cx="1873250" cy="720725"/>
          </a:xfrm>
          <a:prstGeom prst="rect">
            <a:avLst/>
          </a:prstGeom>
          <a:noFill/>
          <a:ln w="9525">
            <a:noFill/>
          </a:ln>
        </p:spPr>
      </p:pic>
      <p:sp>
        <p:nvSpPr>
          <p:cNvPr id="7" name="矩形 6"/>
          <p:cNvSpPr/>
          <p:nvPr/>
        </p:nvSpPr>
        <p:spPr>
          <a:xfrm>
            <a:off x="2636838" y="5753100"/>
            <a:ext cx="4311650" cy="720725"/>
          </a:xfrm>
          <a:prstGeom prst="rect">
            <a:avLst/>
          </a:prstGeom>
          <a:solidFill>
            <a:srgbClr val="ED7D31">
              <a:lumMod val="75000"/>
            </a:srgbClr>
          </a:solidFill>
          <a:ln w="12700" cap="flat" cmpd="sng" algn="ctr">
            <a:noFill/>
            <a:prstDash val="solid"/>
            <a:miter lim="800000"/>
          </a:ln>
          <a:effectLst/>
        </p:spPr>
        <p:txBody>
          <a:bodyPr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青铜</a:t>
            </a:r>
            <a:endParaRPr kumimoji="0" lang="en-US" altLang="zh-CN"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endParaRPr>
          </a:p>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图书馆里找教材</a:t>
            </a:r>
          </a:p>
        </p:txBody>
      </p:sp>
      <p:sp>
        <p:nvSpPr>
          <p:cNvPr id="8" name="矩形 7"/>
          <p:cNvSpPr/>
          <p:nvPr/>
        </p:nvSpPr>
        <p:spPr>
          <a:xfrm>
            <a:off x="3348038" y="4745038"/>
            <a:ext cx="3600450" cy="720725"/>
          </a:xfrm>
          <a:prstGeom prst="rect">
            <a:avLst/>
          </a:prstGeom>
          <a:solidFill>
            <a:sysClr val="window" lastClr="FFFFFF">
              <a:lumMod val="50000"/>
            </a:sysClr>
          </a:solidFill>
          <a:ln w="12700" cap="flat" cmpd="sng" algn="ctr">
            <a:noFill/>
            <a:prstDash val="solid"/>
            <a:miter lim="800000"/>
          </a:ln>
          <a:effectLst/>
        </p:spPr>
        <p:txBody>
          <a:bodyPr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白银</a:t>
            </a:r>
            <a:endParaRPr kumimoji="0" lang="en-US" altLang="zh-CN"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endParaRPr>
          </a:p>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我不知道，百度知道</a:t>
            </a:r>
          </a:p>
        </p:txBody>
      </p:sp>
      <p:pic>
        <p:nvPicPr>
          <p:cNvPr id="33800" name="图片 9"/>
          <p:cNvPicPr>
            <a:picLocks noChangeAspect="1"/>
          </p:cNvPicPr>
          <p:nvPr/>
        </p:nvPicPr>
        <p:blipFill>
          <a:blip r:embed="rId6"/>
          <a:stretch>
            <a:fillRect/>
          </a:stretch>
        </p:blipFill>
        <p:spPr>
          <a:xfrm>
            <a:off x="7092950" y="2728913"/>
            <a:ext cx="2087563" cy="720725"/>
          </a:xfrm>
          <a:prstGeom prst="rect">
            <a:avLst/>
          </a:prstGeom>
          <a:noFill/>
          <a:ln w="9525">
            <a:noFill/>
          </a:ln>
        </p:spPr>
      </p:pic>
      <p:sp>
        <p:nvSpPr>
          <p:cNvPr id="11" name="矩形 10"/>
          <p:cNvSpPr/>
          <p:nvPr/>
        </p:nvSpPr>
        <p:spPr>
          <a:xfrm>
            <a:off x="4068763" y="3736975"/>
            <a:ext cx="2879725" cy="720725"/>
          </a:xfrm>
          <a:prstGeom prst="rect">
            <a:avLst/>
          </a:prstGeom>
          <a:solidFill>
            <a:srgbClr val="FFC000"/>
          </a:solidFill>
          <a:ln w="12700" cap="flat" cmpd="sng" algn="ctr">
            <a:noFill/>
            <a:prstDash val="solid"/>
            <a:miter lim="800000"/>
          </a:ln>
          <a:effectLst/>
        </p:spPr>
        <p:txBody>
          <a:bodyPr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黄金</a:t>
            </a:r>
            <a:endParaRPr kumimoji="0" lang="en-US" altLang="zh-CN" sz="1800" b="0" i="0" u="none" strike="noStrike" kern="0" cap="none" spc="0" normalizeH="0" baseline="0" noProof="0" dirty="0">
              <a:ln>
                <a:noFill/>
              </a:ln>
              <a:solidFill>
                <a:srgbClr val="00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endParaRPr>
          </a:p>
          <a:p>
            <a:pPr marL="0" marR="0" lvl="0" indent="0" algn="r"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BBS</a:t>
            </a:r>
            <a:r>
              <a:rPr kumimoji="0" lang="zh-CN" altLang="en-US" sz="1800" b="0" i="0" u="none" strike="noStrike" kern="0" cap="none" spc="0" normalizeH="0" baseline="0" noProof="0" dirty="0">
                <a:ln>
                  <a:noFill/>
                </a:ln>
                <a:solidFill>
                  <a:srgbClr val="00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发问、抱专业人士大腿</a:t>
            </a:r>
          </a:p>
        </p:txBody>
      </p:sp>
      <p:sp>
        <p:nvSpPr>
          <p:cNvPr id="12" name="矩形 11"/>
          <p:cNvSpPr/>
          <p:nvPr/>
        </p:nvSpPr>
        <p:spPr>
          <a:xfrm>
            <a:off x="4787900" y="2728913"/>
            <a:ext cx="2160588" cy="720725"/>
          </a:xfrm>
          <a:prstGeom prst="rect">
            <a:avLst/>
          </a:prstGeom>
          <a:solidFill>
            <a:srgbClr val="0070C0"/>
          </a:solidFill>
          <a:ln w="12700" cap="flat" cmpd="sng" algn="ctr">
            <a:noFill/>
            <a:prstDash val="solid"/>
            <a:miter lim="800000"/>
          </a:ln>
          <a:effectLst/>
        </p:spPr>
        <p:txBody>
          <a:bodyPr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钻石</a:t>
            </a:r>
            <a:endParaRPr kumimoji="0" lang="en-US" altLang="zh-CN"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endParaRPr>
          </a:p>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高阶参数索引</a:t>
            </a:r>
          </a:p>
        </p:txBody>
      </p:sp>
      <p:pic>
        <p:nvPicPr>
          <p:cNvPr id="33803" name="图片 12"/>
          <p:cNvPicPr>
            <a:picLocks noChangeAspect="1"/>
          </p:cNvPicPr>
          <p:nvPr/>
        </p:nvPicPr>
        <p:blipFill>
          <a:blip r:embed="rId7"/>
          <a:stretch>
            <a:fillRect/>
          </a:stretch>
        </p:blipFill>
        <p:spPr>
          <a:xfrm>
            <a:off x="7092950" y="1720850"/>
            <a:ext cx="1943100" cy="706438"/>
          </a:xfrm>
          <a:prstGeom prst="rect">
            <a:avLst/>
          </a:prstGeom>
          <a:noFill/>
          <a:ln w="9525">
            <a:noFill/>
          </a:ln>
        </p:spPr>
      </p:pic>
      <p:sp>
        <p:nvSpPr>
          <p:cNvPr id="14" name="矩形 13"/>
          <p:cNvSpPr/>
          <p:nvPr/>
        </p:nvSpPr>
        <p:spPr>
          <a:xfrm>
            <a:off x="5508625" y="1720850"/>
            <a:ext cx="1439863" cy="720725"/>
          </a:xfrm>
          <a:prstGeom prst="rect">
            <a:avLst/>
          </a:prstGeom>
          <a:solidFill>
            <a:srgbClr val="C00000"/>
          </a:solidFill>
          <a:ln w="12700" cap="flat" cmpd="sng" algn="ctr">
            <a:noFill/>
            <a:prstDash val="solid"/>
            <a:miter lim="800000"/>
          </a:ln>
          <a:effectLst/>
        </p:spPr>
        <p:txBody>
          <a:bodyPr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王者</a:t>
            </a:r>
            <a:endParaRPr kumimoji="0" lang="en-US" altLang="zh-CN"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endParaRPr>
          </a:p>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期刊</a:t>
            </a:r>
            <a:r>
              <a:rPr kumimoji="0" lang="en-US" altLang="zh-CN"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a:t>
            </a: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专利</a:t>
            </a:r>
          </a:p>
        </p:txBody>
      </p:sp>
      <p:pic>
        <p:nvPicPr>
          <p:cNvPr id="33805" name="图片 14"/>
          <p:cNvPicPr>
            <a:picLocks noChangeAspect="1"/>
          </p:cNvPicPr>
          <p:nvPr/>
        </p:nvPicPr>
        <p:blipFill>
          <a:blip r:embed="rId8"/>
          <a:stretch>
            <a:fillRect/>
          </a:stretch>
        </p:blipFill>
        <p:spPr>
          <a:xfrm>
            <a:off x="7092950" y="5753100"/>
            <a:ext cx="1858963" cy="720725"/>
          </a:xfrm>
          <a:prstGeom prst="rect">
            <a:avLst/>
          </a:prstGeom>
          <a:noFill/>
          <a:ln w="9525">
            <a:noFill/>
          </a:ln>
        </p:spPr>
      </p:pic>
      <p:pic>
        <p:nvPicPr>
          <p:cNvPr id="33806" name="图片 15"/>
          <p:cNvPicPr>
            <a:picLocks noChangeAspect="1"/>
          </p:cNvPicPr>
          <p:nvPr/>
        </p:nvPicPr>
        <p:blipFill>
          <a:blip r:embed="rId9"/>
          <a:stretch>
            <a:fillRect/>
          </a:stretch>
        </p:blipFill>
        <p:spPr>
          <a:xfrm>
            <a:off x="7092950" y="3736975"/>
            <a:ext cx="1651000" cy="706438"/>
          </a:xfrm>
          <a:prstGeom prst="rect">
            <a:avLst/>
          </a:prstGeom>
          <a:noFill/>
          <a:ln w="9525">
            <a:no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3805"/>
                                        </p:tgtEl>
                                        <p:attrNameLst>
                                          <p:attrName>style.visibility</p:attrName>
                                        </p:attrNameLst>
                                      </p:cBhvr>
                                      <p:to>
                                        <p:strVal val="visible"/>
                                      </p:to>
                                    </p:set>
                                    <p:anim calcmode="lin" valueType="num">
                                      <p:cBhvr additive="base">
                                        <p:cTn id="11" dur="500" fill="hold"/>
                                        <p:tgtEl>
                                          <p:spTgt spid="33805"/>
                                        </p:tgtEl>
                                        <p:attrNameLst>
                                          <p:attrName>ppt_x</p:attrName>
                                        </p:attrNameLst>
                                      </p:cBhvr>
                                      <p:tavLst>
                                        <p:tav tm="0">
                                          <p:val>
                                            <p:strVal val="#ppt_x"/>
                                          </p:val>
                                        </p:tav>
                                        <p:tav tm="100000">
                                          <p:val>
                                            <p:strVal val="#ppt_x"/>
                                          </p:val>
                                        </p:tav>
                                      </p:tavLst>
                                    </p:anim>
                                    <p:anim calcmode="lin" valueType="num">
                                      <p:cBhvr additive="base">
                                        <p:cTn id="12" dur="500" fill="hold"/>
                                        <p:tgtEl>
                                          <p:spTgt spid="3380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3797"/>
                                        </p:tgtEl>
                                        <p:attrNameLst>
                                          <p:attrName>style.visibility</p:attrName>
                                        </p:attrNameLst>
                                      </p:cBhvr>
                                      <p:to>
                                        <p:strVal val="visible"/>
                                      </p:to>
                                    </p:set>
                                    <p:anim calcmode="lin" valueType="num">
                                      <p:cBhvr additive="base">
                                        <p:cTn id="17" dur="500" fill="hold"/>
                                        <p:tgtEl>
                                          <p:spTgt spid="33797"/>
                                        </p:tgtEl>
                                        <p:attrNameLst>
                                          <p:attrName>ppt_x</p:attrName>
                                        </p:attrNameLst>
                                      </p:cBhvr>
                                      <p:tavLst>
                                        <p:tav tm="0">
                                          <p:val>
                                            <p:strVal val="#ppt_x"/>
                                          </p:val>
                                        </p:tav>
                                        <p:tav tm="100000">
                                          <p:val>
                                            <p:strVal val="#ppt_x"/>
                                          </p:val>
                                        </p:tav>
                                      </p:tavLst>
                                    </p:anim>
                                    <p:anim calcmode="lin" valueType="num">
                                      <p:cBhvr additive="base">
                                        <p:cTn id="18" dur="500" fill="hold"/>
                                        <p:tgtEl>
                                          <p:spTgt spid="3379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3806"/>
                                        </p:tgtEl>
                                        <p:attrNameLst>
                                          <p:attrName>style.visibility</p:attrName>
                                        </p:attrNameLst>
                                      </p:cBhvr>
                                      <p:to>
                                        <p:strVal val="visible"/>
                                      </p:to>
                                    </p:set>
                                    <p:anim calcmode="lin" valueType="num">
                                      <p:cBhvr additive="base">
                                        <p:cTn id="31" dur="500" fill="hold"/>
                                        <p:tgtEl>
                                          <p:spTgt spid="33806"/>
                                        </p:tgtEl>
                                        <p:attrNameLst>
                                          <p:attrName>ppt_x</p:attrName>
                                        </p:attrNameLst>
                                      </p:cBhvr>
                                      <p:tavLst>
                                        <p:tav tm="0">
                                          <p:val>
                                            <p:strVal val="#ppt_x"/>
                                          </p:val>
                                        </p:tav>
                                        <p:tav tm="100000">
                                          <p:val>
                                            <p:strVal val="#ppt_x"/>
                                          </p:val>
                                        </p:tav>
                                      </p:tavLst>
                                    </p:anim>
                                    <p:anim calcmode="lin" valueType="num">
                                      <p:cBhvr additive="base">
                                        <p:cTn id="32" dur="500" fill="hold"/>
                                        <p:tgtEl>
                                          <p:spTgt spid="3380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3800"/>
                                        </p:tgtEl>
                                        <p:attrNameLst>
                                          <p:attrName>style.visibility</p:attrName>
                                        </p:attrNameLst>
                                      </p:cBhvr>
                                      <p:to>
                                        <p:strVal val="visible"/>
                                      </p:to>
                                    </p:set>
                                    <p:anim calcmode="lin" valueType="num">
                                      <p:cBhvr additive="base">
                                        <p:cTn id="37" dur="500" fill="hold"/>
                                        <p:tgtEl>
                                          <p:spTgt spid="33800"/>
                                        </p:tgtEl>
                                        <p:attrNameLst>
                                          <p:attrName>ppt_x</p:attrName>
                                        </p:attrNameLst>
                                      </p:cBhvr>
                                      <p:tavLst>
                                        <p:tav tm="0">
                                          <p:val>
                                            <p:strVal val="#ppt_x"/>
                                          </p:val>
                                        </p:tav>
                                        <p:tav tm="100000">
                                          <p:val>
                                            <p:strVal val="#ppt_x"/>
                                          </p:val>
                                        </p:tav>
                                      </p:tavLst>
                                    </p:anim>
                                    <p:anim calcmode="lin" valueType="num">
                                      <p:cBhvr additive="base">
                                        <p:cTn id="38" dur="500" fill="hold"/>
                                        <p:tgtEl>
                                          <p:spTgt spid="33800"/>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3803"/>
                                        </p:tgtEl>
                                        <p:attrNameLst>
                                          <p:attrName>style.visibility</p:attrName>
                                        </p:attrNameLst>
                                      </p:cBhvr>
                                      <p:to>
                                        <p:strVal val="visible"/>
                                      </p:to>
                                    </p:set>
                                    <p:anim calcmode="lin" valueType="num">
                                      <p:cBhvr additive="base">
                                        <p:cTn id="47" dur="500" fill="hold"/>
                                        <p:tgtEl>
                                          <p:spTgt spid="33803"/>
                                        </p:tgtEl>
                                        <p:attrNameLst>
                                          <p:attrName>ppt_x</p:attrName>
                                        </p:attrNameLst>
                                      </p:cBhvr>
                                      <p:tavLst>
                                        <p:tav tm="0">
                                          <p:val>
                                            <p:strVal val="#ppt_x"/>
                                          </p:val>
                                        </p:tav>
                                        <p:tav tm="100000">
                                          <p:val>
                                            <p:strVal val="#ppt_x"/>
                                          </p:val>
                                        </p:tav>
                                      </p:tavLst>
                                    </p:anim>
                                    <p:anim calcmode="lin" valueType="num">
                                      <p:cBhvr additive="base">
                                        <p:cTn id="48" dur="500" fill="hold"/>
                                        <p:tgtEl>
                                          <p:spTgt spid="3380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ppt_x</p:attrName>
                                        </p:attrNameLst>
                                      </p:cBhvr>
                                      <p:tavLst>
                                        <p:tav tm="0">
                                          <p:val>
                                            <p:strVal val="#ppt_x"/>
                                          </p:val>
                                        </p:tav>
                                        <p:tav tm="100000">
                                          <p:val>
                                            <p:strVal val="#ppt_x"/>
                                          </p:val>
                                        </p:tav>
                                      </p:tavLst>
                                    </p:anim>
                                    <p:anim calcmode="lin" valueType="num">
                                      <p:cBhvr additive="base">
                                        <p:cTn id="5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P spid="8" grpId="0" bldLvl="0" animBg="1"/>
      <p:bldP spid="8" grpId="1" animBg="1"/>
      <p:bldP spid="11" grpId="0" bldLvl="0" animBg="1"/>
      <p:bldP spid="11" grpId="1" animBg="1"/>
      <p:bldP spid="12" grpId="0" bldLvl="0" animBg="1"/>
      <p:bldP spid="12" grpId="1" animBg="1"/>
      <p:bldP spid="14" grpId="0" bldLvl="0" animBg="1"/>
      <p:bldP spid="14"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5580380" y="4652645"/>
            <a:ext cx="3328035" cy="1642110"/>
          </a:xfrm>
          <a:prstGeom prst="rect">
            <a:avLst/>
          </a:prstGeom>
        </p:spPr>
      </p:pic>
      <p:sp>
        <p:nvSpPr>
          <p:cNvPr id="2" name="标题 1"/>
          <p:cNvSpPr>
            <a:spLocks noGrp="1"/>
          </p:cNvSpPr>
          <p:nvPr>
            <p:ph type="title"/>
          </p:nvPr>
        </p:nvSpPr>
        <p:spPr>
          <a:xfrm>
            <a:off x="611505" y="1124545"/>
            <a:ext cx="7886700" cy="994172"/>
          </a:xfrm>
        </p:spPr>
        <p:txBody>
          <a:bodyPr/>
          <a:lstStyle/>
          <a:p>
            <a:pPr>
              <a:spcAft>
                <a:spcPts val="0"/>
              </a:spcAft>
            </a:pPr>
            <a:r>
              <a:rPr lang="zh-CN" altLang="en-US"/>
              <a:t>举例：专利数据库</a:t>
            </a:r>
          </a:p>
        </p:txBody>
      </p:sp>
      <p:sp>
        <p:nvSpPr>
          <p:cNvPr id="4" name="内容占位符 3"/>
          <p:cNvSpPr>
            <a:spLocks noGrp="1"/>
          </p:cNvSpPr>
          <p:nvPr>
            <p:ph idx="1"/>
          </p:nvPr>
        </p:nvSpPr>
        <p:spPr>
          <a:xfrm>
            <a:off x="251460" y="1988820"/>
            <a:ext cx="8347710" cy="2880995"/>
          </a:xfrm>
        </p:spPr>
        <p:txBody>
          <a:bodyPr>
            <a:noAutofit/>
          </a:bodyPr>
          <a:lstStyle/>
          <a:p>
            <a:pPr>
              <a:lnSpc>
                <a:spcPct val="110000"/>
              </a:lnSpc>
              <a:spcAft>
                <a:spcPts val="0"/>
              </a:spcAft>
            </a:pPr>
            <a:r>
              <a:rPr lang="zh-CN" altLang="en-US" sz="2000"/>
              <a:t>中国国家知识产权局：http://cpquery.cnipa.gov.cn/</a:t>
            </a:r>
          </a:p>
          <a:p>
            <a:pPr>
              <a:lnSpc>
                <a:spcPct val="110000"/>
              </a:lnSpc>
              <a:spcAft>
                <a:spcPts val="0"/>
              </a:spcAft>
            </a:pPr>
            <a:r>
              <a:rPr lang="zh-CN" altLang="en-US" sz="2000"/>
              <a:t>美国专利商标局：http://www.uspto.gov/</a:t>
            </a:r>
          </a:p>
          <a:p>
            <a:pPr>
              <a:lnSpc>
                <a:spcPct val="110000"/>
              </a:lnSpc>
              <a:spcAft>
                <a:spcPts val="0"/>
              </a:spcAft>
            </a:pPr>
            <a:r>
              <a:rPr lang="zh-CN" altLang="en-US" sz="2000"/>
              <a:t>世界知识产权组织的检索系统：http://www.wipo.int/patentscope/en/</a:t>
            </a:r>
          </a:p>
          <a:p>
            <a:pPr>
              <a:lnSpc>
                <a:spcPct val="110000"/>
              </a:lnSpc>
              <a:spcAft>
                <a:spcPts val="0"/>
              </a:spcAft>
            </a:pPr>
            <a:r>
              <a:rPr lang="en-US" altLang="zh-CN" sz="2000"/>
              <a:t>日本知识产权数字图书馆：http://www.ipdl.inpit.go.jp/homepg_e.ipdl</a:t>
            </a:r>
            <a:endParaRPr lang="zh-CN" altLang="en-US" sz="2000"/>
          </a:p>
          <a:p>
            <a:pPr>
              <a:lnSpc>
                <a:spcPct val="110000"/>
              </a:lnSpc>
              <a:spcAft>
                <a:spcPts val="0"/>
              </a:spcAft>
            </a:pPr>
            <a:r>
              <a:rPr lang="en-US" altLang="zh-CN" sz="2000"/>
              <a:t>免费专利在线：http://www.freepatentsonline.com/</a:t>
            </a:r>
            <a:endParaRPr lang="zh-CN" altLang="en-US" sz="2000"/>
          </a:p>
          <a:p>
            <a:pPr>
              <a:lnSpc>
                <a:spcPct val="110000"/>
              </a:lnSpc>
              <a:spcAft>
                <a:spcPts val="0"/>
              </a:spcAft>
            </a:pPr>
            <a:r>
              <a:rPr lang="en-US" altLang="zh-CN" sz="2000"/>
              <a:t>谷歌专利：http://www.google.com/patents</a:t>
            </a:r>
            <a:endParaRPr lang="zh-CN" altLang="en-US" sz="2000"/>
          </a:p>
          <a:p>
            <a:pPr>
              <a:lnSpc>
                <a:spcPct val="110000"/>
              </a:lnSpc>
              <a:spcAft>
                <a:spcPts val="0"/>
              </a:spcAft>
            </a:pPr>
            <a:r>
              <a:rPr lang="en-US" altLang="zh-CN" sz="2000"/>
              <a:t>百度专利：http://zhuanli.baidu.com</a:t>
            </a:r>
            <a:endParaRPr lang="zh-CN" altLang="en-US" sz="2000"/>
          </a:p>
          <a:p>
            <a:pPr>
              <a:lnSpc>
                <a:spcPct val="110000"/>
              </a:lnSpc>
            </a:pPr>
            <a:r>
              <a:rPr lang="zh-CN" altLang="en-US" sz="2000"/>
              <a:t>其他：万方、知网、等</a:t>
            </a:r>
            <a:r>
              <a:rPr lang="en-US" altLang="zh-CN" sz="2000"/>
              <a:t> </a:t>
            </a:r>
          </a:p>
        </p:txBody>
      </p:sp>
      <p:pic>
        <p:nvPicPr>
          <p:cNvPr id="3" name="图片 2"/>
          <p:cNvPicPr>
            <a:picLocks noChangeAspect="1"/>
          </p:cNvPicPr>
          <p:nvPr userDrawn="1">
            <p:custDataLst>
              <p:tags r:id="rId1"/>
            </p:custDataLst>
          </p:nvPr>
        </p:nvPicPr>
        <p:blipFill>
          <a:blip r:embed="rId4"/>
          <a:stretch>
            <a:fillRect/>
          </a:stretch>
        </p:blipFill>
        <p:spPr>
          <a:xfrm>
            <a:off x="48577" y="249238"/>
            <a:ext cx="1127284" cy="1068705"/>
          </a:xfrm>
          <a:prstGeom prst="rect">
            <a:avLst/>
          </a:prstGeom>
        </p:spPr>
      </p:pic>
      <p:sp>
        <p:nvSpPr>
          <p:cNvPr id="33795" name="矩形 3"/>
          <p:cNvSpPr/>
          <p:nvPr/>
        </p:nvSpPr>
        <p:spPr>
          <a:xfrm>
            <a:off x="971550" y="857250"/>
            <a:ext cx="8634413"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2. </a:t>
            </a:r>
            <a:r>
              <a:rPr lang="zh-CN" altLang="en-US" sz="2000" b="1" dirty="0">
                <a:solidFill>
                  <a:srgbClr val="000000"/>
                </a:solidFill>
                <a:latin typeface="黑体" panose="02010609060101010101" charset="-122"/>
                <a:ea typeface="黑体" panose="02010609060101010101" charset="-122"/>
                <a:cs typeface="黑体" panose="02010609060101010101" charset="-122"/>
              </a:rPr>
              <a:t>文献检索的信息来源</a:t>
            </a:r>
          </a:p>
        </p:txBody>
      </p:sp>
      <p:sp>
        <p:nvSpPr>
          <p:cNvPr id="6" name="Rectangle 2"/>
          <p:cNvSpPr>
            <a:spLocks noGrp="1" noChangeArrowheads="1"/>
          </p:cNvSpPr>
          <p:nvPr/>
        </p:nvSpPr>
        <p:spPr>
          <a:xfrm>
            <a:off x="-5715" y="44450"/>
            <a:ext cx="9185910" cy="845820"/>
          </a:xfrm>
          <a:prstGeom prst="rect">
            <a:avLst/>
          </a:prstGeo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0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文献检索和综述论文撰写</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34819" name="矩形 3"/>
          <p:cNvSpPr/>
          <p:nvPr/>
        </p:nvSpPr>
        <p:spPr>
          <a:xfrm>
            <a:off x="1033463" y="981075"/>
            <a:ext cx="8634412"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2. </a:t>
            </a:r>
            <a:r>
              <a:rPr lang="zh-CN" altLang="en-US" sz="2000" b="1" dirty="0">
                <a:solidFill>
                  <a:srgbClr val="000000"/>
                </a:solidFill>
                <a:latin typeface="黑体" panose="02010609060101010101" charset="-122"/>
                <a:ea typeface="黑体" panose="02010609060101010101" charset="-122"/>
                <a:cs typeface="黑体" panose="02010609060101010101" charset="-122"/>
              </a:rPr>
              <a:t>文献检索的信息来源（中文）</a:t>
            </a:r>
          </a:p>
        </p:txBody>
      </p:sp>
      <p:sp>
        <p:nvSpPr>
          <p:cNvPr id="5" name="矩形 4"/>
          <p:cNvSpPr/>
          <p:nvPr/>
        </p:nvSpPr>
        <p:spPr>
          <a:xfrm>
            <a:off x="1042988" y="1557338"/>
            <a:ext cx="4311650" cy="719138"/>
          </a:xfrm>
          <a:prstGeom prst="rect">
            <a:avLst/>
          </a:prstGeom>
          <a:solidFill>
            <a:srgbClr val="ED7D31">
              <a:lumMod val="75000"/>
            </a:srgbClr>
          </a:solidFill>
          <a:ln w="12700" cap="flat" cmpd="sng" algn="ctr">
            <a:noFill/>
            <a:prstDash val="solid"/>
            <a:miter lim="800000"/>
          </a:ln>
          <a:effectLst/>
        </p:spPr>
        <p:txBody>
          <a:bodyPr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青铜</a:t>
            </a:r>
            <a:endParaRPr kumimoji="0" lang="en-US" altLang="zh-CN"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endParaRPr>
          </a:p>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图书馆里找教材</a:t>
            </a:r>
          </a:p>
        </p:txBody>
      </p:sp>
      <p:pic>
        <p:nvPicPr>
          <p:cNvPr id="34821" name="图片 5"/>
          <p:cNvPicPr>
            <a:picLocks noChangeAspect="1"/>
          </p:cNvPicPr>
          <p:nvPr/>
        </p:nvPicPr>
        <p:blipFill>
          <a:blip r:embed="rId5"/>
          <a:stretch>
            <a:fillRect/>
          </a:stretch>
        </p:blipFill>
        <p:spPr>
          <a:xfrm>
            <a:off x="5426075" y="1557338"/>
            <a:ext cx="2089150" cy="719137"/>
          </a:xfrm>
          <a:prstGeom prst="rect">
            <a:avLst/>
          </a:prstGeom>
          <a:noFill/>
          <a:ln w="9525">
            <a:noFill/>
          </a:ln>
        </p:spPr>
      </p:pic>
      <p:sp>
        <p:nvSpPr>
          <p:cNvPr id="7" name="矩形 6"/>
          <p:cNvSpPr/>
          <p:nvPr/>
        </p:nvSpPr>
        <p:spPr>
          <a:xfrm>
            <a:off x="6372225" y="3870325"/>
            <a:ext cx="2879725" cy="2861310"/>
          </a:xfrm>
          <a:prstGeom prst="rect">
            <a:avLst/>
          </a:prstGeom>
        </p:spPr>
        <p:txBody>
          <a:bodyPr>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优势：</a:t>
            </a: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a:t>
            </a:r>
            <a:r>
              <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1</a:t>
            </a: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）知识全面，详尽</a:t>
            </a: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a:t>
            </a:r>
            <a:r>
              <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2</a:t>
            </a: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）系统性强</a:t>
            </a: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带来的问题：</a:t>
            </a: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a:t>
            </a:r>
            <a:r>
              <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1</a:t>
            </a: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）资料老旧、跟不上</a:t>
            </a: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a:t>
            </a:r>
            <a:r>
              <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2</a:t>
            </a: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）耗时耗力、效率低</a:t>
            </a: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a:t>
            </a:r>
            <a:r>
              <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3</a:t>
            </a: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）浮于面上、不解渴</a:t>
            </a: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常用指数：</a:t>
            </a:r>
            <a:r>
              <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3</a:t>
            </a: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颗星</a:t>
            </a:r>
          </a:p>
        </p:txBody>
      </p:sp>
      <p:pic>
        <p:nvPicPr>
          <p:cNvPr id="34823" name="图片 7"/>
          <p:cNvPicPr>
            <a:picLocks noChangeAspect="1"/>
          </p:cNvPicPr>
          <p:nvPr/>
        </p:nvPicPr>
        <p:blipFill>
          <a:blip r:embed="rId6"/>
          <a:stretch>
            <a:fillRect/>
          </a:stretch>
        </p:blipFill>
        <p:spPr>
          <a:xfrm rot="19553391">
            <a:off x="1452563" y="3751263"/>
            <a:ext cx="2160587" cy="2924175"/>
          </a:xfrm>
          <a:prstGeom prst="rect">
            <a:avLst/>
          </a:prstGeom>
          <a:noFill/>
          <a:ln w="9525">
            <a:noFill/>
          </a:ln>
        </p:spPr>
      </p:pic>
      <p:pic>
        <p:nvPicPr>
          <p:cNvPr id="34824" name="图片 9"/>
          <p:cNvPicPr>
            <a:picLocks noChangeAspect="1"/>
          </p:cNvPicPr>
          <p:nvPr/>
        </p:nvPicPr>
        <p:blipFill>
          <a:blip r:embed="rId7"/>
          <a:stretch>
            <a:fillRect/>
          </a:stretch>
        </p:blipFill>
        <p:spPr>
          <a:xfrm rot="20623053">
            <a:off x="2211388" y="3011488"/>
            <a:ext cx="2155825" cy="3055937"/>
          </a:xfrm>
          <a:prstGeom prst="rect">
            <a:avLst/>
          </a:prstGeom>
          <a:noFill/>
          <a:ln w="9525">
            <a:noFill/>
          </a:ln>
        </p:spPr>
      </p:pic>
      <p:pic>
        <p:nvPicPr>
          <p:cNvPr id="34825" name="图片 10"/>
          <p:cNvPicPr>
            <a:picLocks noChangeAspect="1"/>
          </p:cNvPicPr>
          <p:nvPr/>
        </p:nvPicPr>
        <p:blipFill>
          <a:blip r:embed="rId8"/>
          <a:stretch>
            <a:fillRect/>
          </a:stretch>
        </p:blipFill>
        <p:spPr>
          <a:xfrm>
            <a:off x="3194050" y="2565400"/>
            <a:ext cx="2160588" cy="2944813"/>
          </a:xfrm>
          <a:prstGeom prst="rect">
            <a:avLst/>
          </a:prstGeom>
          <a:noFill/>
          <a:ln w="9525">
            <a:noFill/>
          </a:ln>
        </p:spPr>
      </p:pic>
      <p:pic>
        <p:nvPicPr>
          <p:cNvPr id="34826" name="图片 11"/>
          <p:cNvPicPr>
            <a:picLocks noChangeAspect="1"/>
          </p:cNvPicPr>
          <p:nvPr/>
        </p:nvPicPr>
        <p:blipFill>
          <a:blip r:embed="rId9"/>
          <a:stretch>
            <a:fillRect/>
          </a:stretch>
        </p:blipFill>
        <p:spPr>
          <a:xfrm rot="1932182">
            <a:off x="4298950" y="2719388"/>
            <a:ext cx="2159000" cy="2874962"/>
          </a:xfrm>
          <a:prstGeom prst="rect">
            <a:avLst/>
          </a:prstGeom>
          <a:noFill/>
          <a:ln w="9525">
            <a:noFill/>
          </a:ln>
        </p:spPr>
      </p:pic>
      <p:sp>
        <p:nvSpPr>
          <p:cNvPr id="2" name="Rectangle 2"/>
          <p:cNvSpPr>
            <a:spLocks noGrp="1" noChangeArrowheads="1"/>
          </p:cNvSpPr>
          <p:nvPr/>
        </p:nvSpPr>
        <p:spPr>
          <a:xfrm>
            <a:off x="-5715" y="44450"/>
            <a:ext cx="9185910" cy="845820"/>
          </a:xfrm>
          <a:prstGeom prst="rect">
            <a:avLst/>
          </a:prstGeo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0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文献检索和综述论文撰写</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35843" name="矩形 3"/>
          <p:cNvSpPr/>
          <p:nvPr/>
        </p:nvSpPr>
        <p:spPr>
          <a:xfrm>
            <a:off x="890588" y="1052513"/>
            <a:ext cx="8632825"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2. </a:t>
            </a:r>
            <a:r>
              <a:rPr lang="zh-CN" altLang="en-US" sz="2000" b="1" dirty="0">
                <a:solidFill>
                  <a:srgbClr val="000000"/>
                </a:solidFill>
                <a:latin typeface="黑体" panose="02010609060101010101" charset="-122"/>
                <a:ea typeface="黑体" panose="02010609060101010101" charset="-122"/>
                <a:cs typeface="黑体" panose="02010609060101010101" charset="-122"/>
              </a:rPr>
              <a:t>文献检索的信息来源（中文）</a:t>
            </a:r>
          </a:p>
        </p:txBody>
      </p:sp>
      <p:sp>
        <p:nvSpPr>
          <p:cNvPr id="5" name="矩形 4"/>
          <p:cNvSpPr/>
          <p:nvPr/>
        </p:nvSpPr>
        <p:spPr>
          <a:xfrm>
            <a:off x="900113" y="1628775"/>
            <a:ext cx="4310063" cy="720725"/>
          </a:xfrm>
          <a:prstGeom prst="rect">
            <a:avLst/>
          </a:prstGeom>
          <a:solidFill>
            <a:srgbClr val="ED7D31">
              <a:lumMod val="75000"/>
            </a:srgbClr>
          </a:solidFill>
          <a:ln w="12700" cap="flat" cmpd="sng" algn="ctr">
            <a:noFill/>
            <a:prstDash val="solid"/>
            <a:miter lim="800000"/>
          </a:ln>
          <a:effectLst/>
        </p:spPr>
        <p:txBody>
          <a:bodyPr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青铜</a:t>
            </a:r>
            <a:endParaRPr kumimoji="0" lang="en-US" altLang="zh-CN"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endParaRPr>
          </a:p>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图书馆里找教材</a:t>
            </a:r>
          </a:p>
        </p:txBody>
      </p:sp>
      <p:pic>
        <p:nvPicPr>
          <p:cNvPr id="35845" name="图片 5"/>
          <p:cNvPicPr>
            <a:picLocks noChangeAspect="1"/>
          </p:cNvPicPr>
          <p:nvPr/>
        </p:nvPicPr>
        <p:blipFill>
          <a:blip r:embed="rId5"/>
          <a:stretch>
            <a:fillRect/>
          </a:stretch>
        </p:blipFill>
        <p:spPr>
          <a:xfrm>
            <a:off x="5283200" y="1628775"/>
            <a:ext cx="2087563" cy="720725"/>
          </a:xfrm>
          <a:prstGeom prst="rect">
            <a:avLst/>
          </a:prstGeom>
          <a:noFill/>
          <a:ln w="9525">
            <a:noFill/>
          </a:ln>
        </p:spPr>
      </p:pic>
      <p:sp>
        <p:nvSpPr>
          <p:cNvPr id="35846" name="矩形 6"/>
          <p:cNvSpPr/>
          <p:nvPr/>
        </p:nvSpPr>
        <p:spPr>
          <a:xfrm>
            <a:off x="1609725" y="2420938"/>
            <a:ext cx="7200900" cy="645160"/>
          </a:xfrm>
          <a:prstGeom prst="rect">
            <a:avLst/>
          </a:prstGeom>
          <a:noFill/>
          <a:ln w="9525">
            <a:noFill/>
          </a:ln>
        </p:spPr>
        <p:txBody>
          <a:bodyPr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rPr>
              <a:t>你在图书馆坐着进行信息检索能查阅到什么？</a:t>
            </a:r>
            <a:endParaRPr lang="en-US" altLang="zh-CN" sz="1800" dirty="0">
              <a:solidFill>
                <a:srgbClr val="000000"/>
              </a:solidFill>
              <a:latin typeface="黑体" panose="02010609060101010101" charset="-122"/>
              <a:ea typeface="黑体" panose="02010609060101010101" charset="-122"/>
            </a:endParaRPr>
          </a:p>
          <a:p>
            <a:pPr defTabSz="457200">
              <a:spcBef>
                <a:spcPts val="0"/>
              </a:spcBef>
            </a:pPr>
            <a:r>
              <a:rPr lang="zh-CN" altLang="en-US" sz="1800" dirty="0">
                <a:solidFill>
                  <a:srgbClr val="000000"/>
                </a:solidFill>
                <a:latin typeface="黑体" panose="02010609060101010101" charset="-122"/>
                <a:ea typeface="黑体" panose="02010609060101010101" charset="-122"/>
              </a:rPr>
              <a:t>什么情况下适合到图书馆里肝教材，啃书本？</a:t>
            </a:r>
          </a:p>
        </p:txBody>
      </p:sp>
      <p:sp>
        <p:nvSpPr>
          <p:cNvPr id="8" name="矩形 7"/>
          <p:cNvSpPr/>
          <p:nvPr/>
        </p:nvSpPr>
        <p:spPr>
          <a:xfrm>
            <a:off x="890588" y="3068638"/>
            <a:ext cx="6335713" cy="720725"/>
          </a:xfrm>
          <a:prstGeom prst="rect">
            <a:avLst/>
          </a:prstGeom>
          <a:solidFill>
            <a:srgbClr val="ED7D31">
              <a:lumMod val="75000"/>
            </a:srgbClr>
          </a:solidFill>
          <a:ln w="12700" cap="flat" cmpd="sng" algn="ctr">
            <a:noFill/>
            <a:prstDash val="solid"/>
            <a:miter lim="800000"/>
          </a:ln>
          <a:effectLst/>
        </p:spPr>
        <p:txBody>
          <a:bodyPr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在图书馆你可以</a:t>
            </a:r>
            <a:r>
              <a:rPr kumimoji="0" lang="zh-CN" altLang="en-US" sz="18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较方便的</a:t>
            </a: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查阅到绝大多数</a:t>
            </a:r>
            <a:r>
              <a:rPr kumimoji="0" lang="zh-CN" altLang="en-US" sz="18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整合过的</a:t>
            </a: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信息</a:t>
            </a:r>
            <a:endParaRPr kumimoji="0" lang="en-US" altLang="zh-CN"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endParaRPr>
          </a:p>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sng"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大多数都不太新了、但是一般都比较靠谱</a:t>
            </a:r>
          </a:p>
        </p:txBody>
      </p:sp>
      <p:sp>
        <p:nvSpPr>
          <p:cNvPr id="10" name="矩形 9"/>
          <p:cNvSpPr/>
          <p:nvPr/>
        </p:nvSpPr>
        <p:spPr>
          <a:xfrm>
            <a:off x="890588" y="3860800"/>
            <a:ext cx="2016125" cy="1368425"/>
          </a:xfrm>
          <a:prstGeom prst="rect">
            <a:avLst/>
          </a:prstGeom>
          <a:solidFill>
            <a:sysClr val="window" lastClr="FFFFFF">
              <a:lumMod val="50000"/>
            </a:sysClr>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经典教材</a:t>
            </a:r>
          </a:p>
        </p:txBody>
      </p:sp>
      <p:sp>
        <p:nvSpPr>
          <p:cNvPr id="11" name="矩形 10"/>
          <p:cNvSpPr/>
          <p:nvPr/>
        </p:nvSpPr>
        <p:spPr>
          <a:xfrm>
            <a:off x="3049588" y="3860800"/>
            <a:ext cx="2017713" cy="1368425"/>
          </a:xfrm>
          <a:prstGeom prst="rect">
            <a:avLst/>
          </a:prstGeom>
          <a:solidFill>
            <a:srgbClr val="5B9BD5">
              <a:lumMod val="50000"/>
            </a:srgbClr>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技术手册</a:t>
            </a:r>
          </a:p>
        </p:txBody>
      </p:sp>
      <p:sp>
        <p:nvSpPr>
          <p:cNvPr id="12" name="矩形 11"/>
          <p:cNvSpPr/>
          <p:nvPr/>
        </p:nvSpPr>
        <p:spPr>
          <a:xfrm>
            <a:off x="5210175" y="3860800"/>
            <a:ext cx="2016125" cy="1368425"/>
          </a:xfrm>
          <a:prstGeom prst="rect">
            <a:avLst/>
          </a:prstGeom>
          <a:solidFill>
            <a:srgbClr val="ED7D31">
              <a:lumMod val="50000"/>
            </a:srgbClr>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各种习题</a:t>
            </a:r>
          </a:p>
        </p:txBody>
      </p:sp>
      <p:sp>
        <p:nvSpPr>
          <p:cNvPr id="35851" name="矩形 12"/>
          <p:cNvSpPr/>
          <p:nvPr/>
        </p:nvSpPr>
        <p:spPr>
          <a:xfrm>
            <a:off x="7370763" y="4006850"/>
            <a:ext cx="2152650" cy="922020"/>
          </a:xfrm>
          <a:prstGeom prst="rect">
            <a:avLst/>
          </a:prstGeom>
          <a:noFill/>
          <a:ln w="9525">
            <a:noFill/>
          </a:ln>
        </p:spPr>
        <p:txBody>
          <a:bodyPr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cs typeface="黑体" panose="02010609060101010101" charset="-122"/>
              </a:rPr>
              <a:t>隐藏</a:t>
            </a:r>
            <a:r>
              <a:rPr lang="en-US" altLang="zh-CN" sz="1800" dirty="0">
                <a:solidFill>
                  <a:srgbClr val="000000"/>
                </a:solidFill>
                <a:latin typeface="黑体" panose="02010609060101010101" charset="-122"/>
                <a:ea typeface="黑体" panose="02010609060101010101" charset="-122"/>
                <a:cs typeface="黑体" panose="02010609060101010101" charset="-122"/>
              </a:rPr>
              <a:t>BUFF</a:t>
            </a:r>
            <a:r>
              <a:rPr lang="zh-CN" altLang="en-US" sz="1800" dirty="0">
                <a:solidFill>
                  <a:srgbClr val="000000"/>
                </a:solidFill>
                <a:latin typeface="黑体" panose="02010609060101010101" charset="-122"/>
                <a:ea typeface="黑体" panose="02010609060101010101" charset="-122"/>
                <a:cs typeface="黑体" panose="02010609060101010101" charset="-122"/>
              </a:rPr>
              <a:t>：</a:t>
            </a:r>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spcAft>
                <a:spcPts val="0"/>
              </a:spcAft>
            </a:pPr>
            <a:r>
              <a:rPr lang="zh-CN" altLang="en-US" sz="1800" dirty="0">
                <a:solidFill>
                  <a:srgbClr val="000000"/>
                </a:solidFill>
                <a:latin typeface="黑体" panose="02010609060101010101" charset="-122"/>
                <a:ea typeface="黑体" panose="02010609060101010101" charset="-122"/>
                <a:cs typeface="黑体" panose="02010609060101010101" charset="-122"/>
              </a:rPr>
              <a:t>图书馆氛围好</a:t>
            </a:r>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pPr>
            <a:r>
              <a:rPr lang="zh-CN" altLang="en-US" sz="1800" dirty="0">
                <a:solidFill>
                  <a:srgbClr val="000000"/>
                </a:solidFill>
                <a:latin typeface="黑体" panose="02010609060101010101" charset="-122"/>
                <a:ea typeface="黑体" panose="02010609060101010101" charset="-122"/>
                <a:cs typeface="黑体" panose="02010609060101010101" charset="-122"/>
              </a:rPr>
              <a:t>爱学习，不能停</a:t>
            </a:r>
          </a:p>
        </p:txBody>
      </p:sp>
      <p:sp>
        <p:nvSpPr>
          <p:cNvPr id="35852" name="矩形 13"/>
          <p:cNvSpPr/>
          <p:nvPr/>
        </p:nvSpPr>
        <p:spPr>
          <a:xfrm>
            <a:off x="890588" y="5580063"/>
            <a:ext cx="6355080" cy="645160"/>
          </a:xfrm>
          <a:prstGeom prst="rect">
            <a:avLst/>
          </a:prstGeom>
          <a:noFill/>
          <a:ln w="9525">
            <a:noFill/>
          </a:ln>
        </p:spPr>
        <p:txBody>
          <a:bodyPr wrap="none"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rPr>
              <a:t>图书馆坐着检索信息，适合：</a:t>
            </a:r>
            <a:endParaRPr lang="en-US" altLang="zh-CN" sz="1800" dirty="0">
              <a:solidFill>
                <a:srgbClr val="000000"/>
              </a:solidFill>
              <a:latin typeface="黑体" panose="02010609060101010101" charset="-122"/>
              <a:ea typeface="黑体" panose="02010609060101010101" charset="-122"/>
            </a:endParaRPr>
          </a:p>
          <a:p>
            <a:pPr defTabSz="457200">
              <a:spcBef>
                <a:spcPts val="0"/>
              </a:spcBef>
            </a:pPr>
            <a:r>
              <a:rPr lang="zh-CN" altLang="en-US" sz="1800" dirty="0">
                <a:solidFill>
                  <a:srgbClr val="000000"/>
                </a:solidFill>
                <a:latin typeface="黑体" panose="02010609060101010101" charset="-122"/>
                <a:ea typeface="黑体" panose="02010609060101010101" charset="-122"/>
              </a:rPr>
              <a:t>补基础知识、考试准备、专业入门，以及边检索信息边。。。</a:t>
            </a:r>
          </a:p>
        </p:txBody>
      </p:sp>
      <p:sp>
        <p:nvSpPr>
          <p:cNvPr id="2" name="Rectangle 2"/>
          <p:cNvSpPr>
            <a:spLocks noGrp="1" noChangeArrowheads="1"/>
          </p:cNvSpPr>
          <p:nvPr/>
        </p:nvSpPr>
        <p:spPr>
          <a:xfrm>
            <a:off x="-5715" y="44450"/>
            <a:ext cx="9185910" cy="845820"/>
          </a:xfrm>
          <a:prstGeom prst="rect">
            <a:avLst/>
          </a:prstGeo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0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文献检索和综述论文撰写</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36867" name="矩形 4"/>
          <p:cNvSpPr/>
          <p:nvPr/>
        </p:nvSpPr>
        <p:spPr>
          <a:xfrm>
            <a:off x="900113" y="1052513"/>
            <a:ext cx="8632825"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2. </a:t>
            </a:r>
            <a:r>
              <a:rPr lang="zh-CN" altLang="en-US" sz="2000" b="1" dirty="0">
                <a:solidFill>
                  <a:srgbClr val="000000"/>
                </a:solidFill>
                <a:latin typeface="黑体" panose="02010609060101010101" charset="-122"/>
                <a:ea typeface="黑体" panose="02010609060101010101" charset="-122"/>
                <a:cs typeface="黑体" panose="02010609060101010101" charset="-122"/>
              </a:rPr>
              <a:t>文献检索的信息来源（中文）</a:t>
            </a:r>
          </a:p>
        </p:txBody>
      </p:sp>
      <p:sp>
        <p:nvSpPr>
          <p:cNvPr id="36868" name="矩形 5"/>
          <p:cNvSpPr/>
          <p:nvPr/>
        </p:nvSpPr>
        <p:spPr>
          <a:xfrm>
            <a:off x="900113" y="2420938"/>
            <a:ext cx="2879725" cy="645160"/>
          </a:xfrm>
          <a:prstGeom prst="rect">
            <a:avLst/>
          </a:prstGeom>
          <a:noFill/>
          <a:ln w="9525">
            <a:noFill/>
          </a:ln>
        </p:spPr>
        <p:txBody>
          <a:bodyPr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rPr>
              <a:t>新司机的代表战场：</a:t>
            </a:r>
            <a:endParaRPr lang="en-US" altLang="zh-CN" sz="1800" dirty="0">
              <a:solidFill>
                <a:srgbClr val="000000"/>
              </a:solidFill>
              <a:latin typeface="黑体" panose="02010609060101010101" charset="-122"/>
              <a:ea typeface="黑体" panose="02010609060101010101" charset="-122"/>
            </a:endParaRPr>
          </a:p>
          <a:p>
            <a:pPr defTabSz="457200">
              <a:spcBef>
                <a:spcPts val="0"/>
              </a:spcBef>
            </a:pPr>
            <a:r>
              <a:rPr lang="zh-CN" altLang="en-US" sz="1800" dirty="0">
                <a:solidFill>
                  <a:srgbClr val="000000"/>
                </a:solidFill>
                <a:latin typeface="黑体" panose="02010609060101010101" charset="-122"/>
                <a:ea typeface="黑体" panose="02010609060101010101" charset="-122"/>
              </a:rPr>
              <a:t>百度全家桶</a:t>
            </a:r>
          </a:p>
        </p:txBody>
      </p:sp>
      <p:sp>
        <p:nvSpPr>
          <p:cNvPr id="7" name="矩形 6"/>
          <p:cNvSpPr/>
          <p:nvPr/>
        </p:nvSpPr>
        <p:spPr>
          <a:xfrm>
            <a:off x="900113" y="1628775"/>
            <a:ext cx="4319588" cy="720725"/>
          </a:xfrm>
          <a:prstGeom prst="rect">
            <a:avLst/>
          </a:prstGeom>
          <a:solidFill>
            <a:sysClr val="window" lastClr="FFFFFF">
              <a:lumMod val="50000"/>
            </a:sysClr>
          </a:solidFill>
          <a:ln w="12700" cap="flat" cmpd="sng" algn="ctr">
            <a:noFill/>
            <a:prstDash val="solid"/>
            <a:miter lim="800000"/>
          </a:ln>
          <a:effectLst/>
        </p:spPr>
        <p:txBody>
          <a:bodyPr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白银</a:t>
            </a:r>
            <a:endParaRPr kumimoji="0" lang="en-US" altLang="zh-CN"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endParaRPr>
          </a:p>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我不知道，百度知道</a:t>
            </a:r>
          </a:p>
        </p:txBody>
      </p:sp>
      <p:pic>
        <p:nvPicPr>
          <p:cNvPr id="36870" name="图片 7"/>
          <p:cNvPicPr>
            <a:picLocks noChangeAspect="1"/>
          </p:cNvPicPr>
          <p:nvPr/>
        </p:nvPicPr>
        <p:blipFill>
          <a:blip r:embed="rId5"/>
          <a:stretch>
            <a:fillRect/>
          </a:stretch>
        </p:blipFill>
        <p:spPr>
          <a:xfrm>
            <a:off x="900113" y="4200525"/>
            <a:ext cx="2479675" cy="954088"/>
          </a:xfrm>
          <a:prstGeom prst="rect">
            <a:avLst/>
          </a:prstGeom>
          <a:noFill/>
          <a:ln w="9525">
            <a:noFill/>
          </a:ln>
        </p:spPr>
      </p:pic>
      <p:pic>
        <p:nvPicPr>
          <p:cNvPr id="36871" name="图片 9"/>
          <p:cNvPicPr>
            <a:picLocks noChangeAspect="1"/>
          </p:cNvPicPr>
          <p:nvPr/>
        </p:nvPicPr>
        <p:blipFill>
          <a:blip r:embed="rId6"/>
          <a:stretch>
            <a:fillRect/>
          </a:stretch>
        </p:blipFill>
        <p:spPr>
          <a:xfrm>
            <a:off x="2946400" y="3746500"/>
            <a:ext cx="2157413" cy="850900"/>
          </a:xfrm>
          <a:prstGeom prst="rect">
            <a:avLst/>
          </a:prstGeom>
          <a:noFill/>
          <a:ln w="9525">
            <a:noFill/>
          </a:ln>
        </p:spPr>
      </p:pic>
      <p:pic>
        <p:nvPicPr>
          <p:cNvPr id="36872" name="图片 10"/>
          <p:cNvPicPr>
            <a:picLocks noChangeAspect="1"/>
          </p:cNvPicPr>
          <p:nvPr/>
        </p:nvPicPr>
        <p:blipFill>
          <a:blip r:embed="rId7"/>
          <a:stretch>
            <a:fillRect/>
          </a:stretch>
        </p:blipFill>
        <p:spPr>
          <a:xfrm>
            <a:off x="971550" y="3046413"/>
            <a:ext cx="2227263" cy="903287"/>
          </a:xfrm>
          <a:prstGeom prst="rect">
            <a:avLst/>
          </a:prstGeom>
          <a:noFill/>
          <a:ln w="9525">
            <a:noFill/>
          </a:ln>
        </p:spPr>
      </p:pic>
      <p:pic>
        <p:nvPicPr>
          <p:cNvPr id="36873" name="图片 11"/>
          <p:cNvPicPr>
            <a:picLocks noChangeAspect="1"/>
          </p:cNvPicPr>
          <p:nvPr/>
        </p:nvPicPr>
        <p:blipFill>
          <a:blip r:embed="rId8"/>
          <a:stretch>
            <a:fillRect/>
          </a:stretch>
        </p:blipFill>
        <p:spPr>
          <a:xfrm>
            <a:off x="2528888" y="5154613"/>
            <a:ext cx="2501900" cy="885825"/>
          </a:xfrm>
          <a:prstGeom prst="rect">
            <a:avLst/>
          </a:prstGeom>
          <a:noFill/>
          <a:ln w="9525">
            <a:noFill/>
          </a:ln>
        </p:spPr>
      </p:pic>
      <p:sp>
        <p:nvSpPr>
          <p:cNvPr id="15" name="矩形 14"/>
          <p:cNvSpPr/>
          <p:nvPr/>
        </p:nvSpPr>
        <p:spPr>
          <a:xfrm>
            <a:off x="5580063" y="2349500"/>
            <a:ext cx="3563938" cy="4246245"/>
          </a:xfrm>
          <a:prstGeom prst="rect">
            <a:avLst/>
          </a:prstGeom>
        </p:spPr>
        <p:txBody>
          <a:bodyPr>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优势：</a:t>
            </a: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a:t>
            </a:r>
            <a:r>
              <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1</a:t>
            </a: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）简单直接</a:t>
            </a: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a:t>
            </a:r>
            <a:r>
              <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2</a:t>
            </a: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）各种马哲、思想汇报福音</a:t>
            </a: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带来的问题：</a:t>
            </a: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a:t>
            </a:r>
            <a:r>
              <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1</a:t>
            </a: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）不专业、信息含金量低</a:t>
            </a: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a:t>
            </a:r>
            <a:r>
              <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2</a:t>
            </a: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）链接不稳定</a:t>
            </a: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a:t>
            </a:r>
            <a:r>
              <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3</a:t>
            </a: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）容易被坑</a:t>
            </a: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常用指数：</a:t>
            </a:r>
            <a:r>
              <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4</a:t>
            </a: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颗星</a:t>
            </a: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zh-CN"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非常希望中国能有个靠谱、好用的学术搜索门户</a:t>
            </a:r>
          </a:p>
        </p:txBody>
      </p:sp>
      <p:sp>
        <p:nvSpPr>
          <p:cNvPr id="36875" name="矩形 15"/>
          <p:cNvSpPr/>
          <p:nvPr/>
        </p:nvSpPr>
        <p:spPr>
          <a:xfrm>
            <a:off x="5219700" y="1773238"/>
            <a:ext cx="3840480" cy="368300"/>
          </a:xfrm>
          <a:prstGeom prst="rect">
            <a:avLst/>
          </a:prstGeom>
          <a:noFill/>
          <a:ln w="9525">
            <a:noFill/>
          </a:ln>
        </p:spPr>
        <p:txBody>
          <a:bodyPr wrap="none"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rPr>
              <a:t>以百度为例，还包括各种非专业搜搜</a:t>
            </a:r>
          </a:p>
        </p:txBody>
      </p:sp>
      <p:sp>
        <p:nvSpPr>
          <p:cNvPr id="2" name="Rectangle 2"/>
          <p:cNvSpPr>
            <a:spLocks noGrp="1" noChangeArrowheads="1"/>
          </p:cNvSpPr>
          <p:nvPr/>
        </p:nvSpPr>
        <p:spPr>
          <a:xfrm>
            <a:off x="-5715" y="44450"/>
            <a:ext cx="9185910" cy="845820"/>
          </a:xfrm>
          <a:prstGeom prst="rect">
            <a:avLst/>
          </a:prstGeo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0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文献检索和综述论文撰写</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37891" name="矩形 3"/>
          <p:cNvSpPr/>
          <p:nvPr/>
        </p:nvSpPr>
        <p:spPr>
          <a:xfrm>
            <a:off x="900113" y="2349500"/>
            <a:ext cx="4103687" cy="4246245"/>
          </a:xfrm>
          <a:prstGeom prst="rect">
            <a:avLst/>
          </a:prstGeom>
          <a:noFill/>
          <a:ln w="9525">
            <a:noFill/>
          </a:ln>
        </p:spPr>
        <p:txBody>
          <a:bodyPr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cs typeface="黑体" panose="02010609060101010101" charset="-122"/>
              </a:rPr>
              <a:t>代表性的</a:t>
            </a:r>
            <a:r>
              <a:rPr lang="en-US" altLang="zh-CN" sz="1800" dirty="0">
                <a:solidFill>
                  <a:srgbClr val="000000"/>
                </a:solidFill>
                <a:latin typeface="黑体" panose="02010609060101010101" charset="-122"/>
                <a:ea typeface="黑体" panose="02010609060101010101" charset="-122"/>
                <a:cs typeface="黑体" panose="02010609060101010101" charset="-122"/>
              </a:rPr>
              <a:t>BBS</a:t>
            </a:r>
            <a:r>
              <a:rPr lang="zh-CN" altLang="en-US" sz="1800" dirty="0">
                <a:solidFill>
                  <a:srgbClr val="000000"/>
                </a:solidFill>
                <a:latin typeface="黑体" panose="02010609060101010101" charset="-122"/>
                <a:ea typeface="黑体" panose="02010609060101010101" charset="-122"/>
                <a:cs typeface="黑体" panose="02010609060101010101" charset="-122"/>
              </a:rPr>
              <a:t>和公众号、群、学术公众号和微博等等，包括：</a:t>
            </a:r>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spcAft>
                <a:spcPts val="0"/>
              </a:spcAft>
            </a:pPr>
            <a:r>
              <a:rPr lang="zh-CN" altLang="en-US" sz="1800" dirty="0">
                <a:solidFill>
                  <a:srgbClr val="000000"/>
                </a:solidFill>
                <a:latin typeface="黑体" panose="02010609060101010101" charset="-122"/>
                <a:ea typeface="黑体" panose="02010609060101010101" charset="-122"/>
                <a:cs typeface="黑体" panose="02010609060101010101" charset="-122"/>
              </a:rPr>
              <a:t>校内曾风光无限的</a:t>
            </a:r>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spcAft>
                <a:spcPts val="0"/>
              </a:spcAft>
            </a:pPr>
            <a:r>
              <a:rPr lang="zh-CN" altLang="en-US" sz="1800" dirty="0">
                <a:solidFill>
                  <a:srgbClr val="000000"/>
                </a:solidFill>
                <a:latin typeface="黑体" panose="02010609060101010101" charset="-122"/>
                <a:ea typeface="黑体" panose="02010609060101010101" charset="-122"/>
                <a:cs typeface="黑体" panose="02010609060101010101" charset="-122"/>
              </a:rPr>
              <a:t>当前市面上很流行的、</a:t>
            </a:r>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pPr>
            <a:r>
              <a:rPr lang="en-US" altLang="zh-CN" sz="1800" dirty="0">
                <a:solidFill>
                  <a:srgbClr val="000000"/>
                </a:solidFill>
                <a:latin typeface="黑体" panose="02010609060101010101" charset="-122"/>
                <a:ea typeface="黑体" panose="02010609060101010101" charset="-122"/>
                <a:cs typeface="黑体" panose="02010609060101010101" charset="-122"/>
              </a:rPr>
              <a:t>						</a:t>
            </a:r>
            <a:r>
              <a:rPr lang="zh-CN" altLang="en-US" sz="1800" dirty="0">
                <a:solidFill>
                  <a:srgbClr val="000000"/>
                </a:solidFill>
                <a:latin typeface="黑体" panose="02010609060101010101" charset="-122"/>
                <a:ea typeface="黑体" panose="02010609060101010101" charset="-122"/>
                <a:cs typeface="黑体" panose="02010609060101010101" charset="-122"/>
              </a:rPr>
              <a:t>等等。</a:t>
            </a:r>
          </a:p>
        </p:txBody>
      </p:sp>
      <p:sp>
        <p:nvSpPr>
          <p:cNvPr id="37892" name="矩形 4"/>
          <p:cNvSpPr/>
          <p:nvPr/>
        </p:nvSpPr>
        <p:spPr>
          <a:xfrm>
            <a:off x="900113" y="981075"/>
            <a:ext cx="8632825"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2. </a:t>
            </a:r>
            <a:r>
              <a:rPr lang="zh-CN" altLang="en-US" sz="2000" b="1" dirty="0">
                <a:solidFill>
                  <a:srgbClr val="000000"/>
                </a:solidFill>
                <a:latin typeface="黑体" panose="02010609060101010101" charset="-122"/>
                <a:ea typeface="黑体" panose="02010609060101010101" charset="-122"/>
                <a:cs typeface="黑体" panose="02010609060101010101" charset="-122"/>
              </a:rPr>
              <a:t>文献检索的信息来源（中文）</a:t>
            </a:r>
          </a:p>
        </p:txBody>
      </p:sp>
      <p:sp>
        <p:nvSpPr>
          <p:cNvPr id="6" name="矩形 5"/>
          <p:cNvSpPr/>
          <p:nvPr/>
        </p:nvSpPr>
        <p:spPr>
          <a:xfrm>
            <a:off x="900113" y="1557338"/>
            <a:ext cx="3592513" cy="719138"/>
          </a:xfrm>
          <a:prstGeom prst="rect">
            <a:avLst/>
          </a:prstGeom>
          <a:solidFill>
            <a:srgbClr val="FFC000"/>
          </a:solidFill>
          <a:ln w="12700" cap="flat" cmpd="sng" algn="ctr">
            <a:noFill/>
            <a:prstDash val="solid"/>
            <a:miter lim="800000"/>
          </a:ln>
          <a:effectLst/>
        </p:spPr>
        <p:txBody>
          <a:bodyPr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黄金</a:t>
            </a:r>
            <a:endParaRPr kumimoji="0" lang="en-US" altLang="zh-CN" sz="1800" b="0" i="0" u="none" strike="noStrike" kern="0" cap="none" spc="0" normalizeH="0" baseline="0" noProof="0" dirty="0">
              <a:ln>
                <a:noFill/>
              </a:ln>
              <a:solidFill>
                <a:srgbClr val="00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endParaRPr>
          </a:p>
          <a:p>
            <a:pPr marL="0" marR="0" lvl="0" indent="0" algn="r" defTabSz="457200" rtl="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rgbClr val="00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BBS</a:t>
            </a:r>
            <a:r>
              <a:rPr kumimoji="0" lang="zh-CN" altLang="en-US" sz="1800" b="0" i="0" u="none" strike="noStrike" kern="0" cap="none" spc="0" normalizeH="0" baseline="0" noProof="0" dirty="0">
                <a:ln>
                  <a:noFill/>
                </a:ln>
                <a:solidFill>
                  <a:srgbClr val="000000"/>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发问、抱专业人士大腿</a:t>
            </a:r>
          </a:p>
        </p:txBody>
      </p:sp>
      <p:pic>
        <p:nvPicPr>
          <p:cNvPr id="37894" name="图片 6"/>
          <p:cNvPicPr>
            <a:picLocks noChangeAspect="1"/>
          </p:cNvPicPr>
          <p:nvPr/>
        </p:nvPicPr>
        <p:blipFill>
          <a:blip r:embed="rId5"/>
          <a:stretch>
            <a:fillRect/>
          </a:stretch>
        </p:blipFill>
        <p:spPr>
          <a:xfrm>
            <a:off x="900113" y="4437063"/>
            <a:ext cx="1773237" cy="844550"/>
          </a:xfrm>
          <a:prstGeom prst="rect">
            <a:avLst/>
          </a:prstGeom>
          <a:noFill/>
          <a:ln w="9525">
            <a:noFill/>
          </a:ln>
        </p:spPr>
      </p:pic>
      <p:pic>
        <p:nvPicPr>
          <p:cNvPr id="37895" name="图片 7"/>
          <p:cNvPicPr>
            <a:picLocks noChangeAspect="1"/>
          </p:cNvPicPr>
          <p:nvPr/>
        </p:nvPicPr>
        <p:blipFill>
          <a:blip r:embed="rId6"/>
          <a:stretch>
            <a:fillRect/>
          </a:stretch>
        </p:blipFill>
        <p:spPr>
          <a:xfrm>
            <a:off x="1619250" y="3284538"/>
            <a:ext cx="2232025" cy="633412"/>
          </a:xfrm>
          <a:prstGeom prst="rect">
            <a:avLst/>
          </a:prstGeom>
          <a:noFill/>
          <a:ln w="9525">
            <a:noFill/>
          </a:ln>
        </p:spPr>
      </p:pic>
      <p:pic>
        <p:nvPicPr>
          <p:cNvPr id="37896" name="图片 9"/>
          <p:cNvPicPr>
            <a:picLocks noChangeAspect="1"/>
          </p:cNvPicPr>
          <p:nvPr/>
        </p:nvPicPr>
        <p:blipFill>
          <a:blip r:embed="rId7"/>
          <a:stretch>
            <a:fillRect/>
          </a:stretch>
        </p:blipFill>
        <p:spPr>
          <a:xfrm>
            <a:off x="2579688" y="4960938"/>
            <a:ext cx="1651000" cy="704850"/>
          </a:xfrm>
          <a:prstGeom prst="rect">
            <a:avLst/>
          </a:prstGeom>
          <a:noFill/>
          <a:ln w="9525">
            <a:noFill/>
          </a:ln>
        </p:spPr>
      </p:pic>
      <p:pic>
        <p:nvPicPr>
          <p:cNvPr id="37897" name="图片 10"/>
          <p:cNvPicPr>
            <a:picLocks noChangeAspect="1"/>
          </p:cNvPicPr>
          <p:nvPr/>
        </p:nvPicPr>
        <p:blipFill>
          <a:blip r:embed="rId8"/>
          <a:srcRect l="8826"/>
          <a:stretch>
            <a:fillRect/>
          </a:stretch>
        </p:blipFill>
        <p:spPr>
          <a:xfrm>
            <a:off x="900113" y="5300663"/>
            <a:ext cx="1439862" cy="962025"/>
          </a:xfrm>
          <a:prstGeom prst="rect">
            <a:avLst/>
          </a:prstGeom>
          <a:noFill/>
          <a:ln w="9525">
            <a:noFill/>
          </a:ln>
        </p:spPr>
      </p:pic>
      <p:pic>
        <p:nvPicPr>
          <p:cNvPr id="37898" name="图片 11"/>
          <p:cNvPicPr>
            <a:picLocks noChangeAspect="1"/>
          </p:cNvPicPr>
          <p:nvPr/>
        </p:nvPicPr>
        <p:blipFill>
          <a:blip r:embed="rId9"/>
          <a:stretch>
            <a:fillRect/>
          </a:stretch>
        </p:blipFill>
        <p:spPr>
          <a:xfrm>
            <a:off x="2416175" y="5715000"/>
            <a:ext cx="860425" cy="954088"/>
          </a:xfrm>
          <a:prstGeom prst="rect">
            <a:avLst/>
          </a:prstGeom>
          <a:noFill/>
          <a:ln w="9525">
            <a:noFill/>
          </a:ln>
        </p:spPr>
      </p:pic>
      <p:sp>
        <p:nvSpPr>
          <p:cNvPr id="13" name="矩形 12"/>
          <p:cNvSpPr/>
          <p:nvPr/>
        </p:nvSpPr>
        <p:spPr>
          <a:xfrm>
            <a:off x="5724525" y="981075"/>
            <a:ext cx="3386138" cy="2306955"/>
          </a:xfrm>
          <a:prstGeom prst="rect">
            <a:avLst/>
          </a:prstGeom>
          <a:solidFill>
            <a:srgbClr val="FFC000">
              <a:lumMod val="20000"/>
              <a:lumOff val="80000"/>
            </a:srgbClr>
          </a:solidFill>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专业类</a:t>
            </a:r>
            <a:r>
              <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BBS</a:t>
            </a: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、人称学术鱼塘：</a:t>
            </a: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优势：</a:t>
            </a: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互动性强，有问有答</a:t>
            </a: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存在问题：</a:t>
            </a: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提供信息的人水平参差不齐</a:t>
            </a: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常用指数：</a:t>
            </a:r>
            <a:r>
              <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2</a:t>
            </a: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颗星</a:t>
            </a:r>
          </a:p>
        </p:txBody>
      </p:sp>
      <p:sp>
        <p:nvSpPr>
          <p:cNvPr id="14" name="矩形 13"/>
          <p:cNvSpPr/>
          <p:nvPr/>
        </p:nvSpPr>
        <p:spPr>
          <a:xfrm>
            <a:off x="5724525" y="3716338"/>
            <a:ext cx="3386138" cy="2861310"/>
          </a:xfrm>
          <a:prstGeom prst="rect">
            <a:avLst/>
          </a:prstGeom>
          <a:solidFill>
            <a:srgbClr val="FFC000">
              <a:lumMod val="20000"/>
              <a:lumOff val="80000"/>
            </a:srgbClr>
          </a:solidFill>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学术类</a:t>
            </a:r>
            <a:r>
              <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APP</a:t>
            </a: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、人称业界抖音：</a:t>
            </a: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优势：</a:t>
            </a: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时效性好、前沿推的够快</a:t>
            </a: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方便查阅、跟得上手机时代</a:t>
            </a: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存在问题：</a:t>
            </a: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科普性大过研究性</a:t>
            </a: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常常存在误导和夸大内容</a:t>
            </a: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常用指数：</a:t>
            </a:r>
            <a:r>
              <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5</a:t>
            </a: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颗星</a:t>
            </a:r>
          </a:p>
        </p:txBody>
      </p:sp>
      <p:sp>
        <p:nvSpPr>
          <p:cNvPr id="2" name="Rectangle 2"/>
          <p:cNvSpPr>
            <a:spLocks noGrp="1" noChangeArrowheads="1"/>
          </p:cNvSpPr>
          <p:nvPr/>
        </p:nvSpPr>
        <p:spPr>
          <a:xfrm>
            <a:off x="-5715" y="44450"/>
            <a:ext cx="9185910" cy="845820"/>
          </a:xfrm>
          <a:prstGeom prst="rect">
            <a:avLst/>
          </a:prstGeo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0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文献检索和综述论文撰写</a:t>
            </a: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38915" name="矩形 3"/>
          <p:cNvSpPr/>
          <p:nvPr/>
        </p:nvSpPr>
        <p:spPr>
          <a:xfrm>
            <a:off x="900113" y="1117600"/>
            <a:ext cx="8632825"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2. </a:t>
            </a:r>
            <a:r>
              <a:rPr lang="zh-CN" altLang="en-US" sz="2000" b="1" dirty="0">
                <a:solidFill>
                  <a:srgbClr val="000000"/>
                </a:solidFill>
                <a:latin typeface="黑体" panose="02010609060101010101" charset="-122"/>
                <a:ea typeface="黑体" panose="02010609060101010101" charset="-122"/>
                <a:cs typeface="黑体" panose="02010609060101010101" charset="-122"/>
              </a:rPr>
              <a:t>文献检索的信息来源（中文）</a:t>
            </a:r>
          </a:p>
        </p:txBody>
      </p:sp>
      <p:sp>
        <p:nvSpPr>
          <p:cNvPr id="5" name="矩形 4"/>
          <p:cNvSpPr/>
          <p:nvPr/>
        </p:nvSpPr>
        <p:spPr>
          <a:xfrm>
            <a:off x="900113" y="1693863"/>
            <a:ext cx="4032250" cy="645160"/>
          </a:xfrm>
          <a:prstGeom prst="rect">
            <a:avLst/>
          </a:prstGeom>
          <a:solidFill>
            <a:srgbClr val="FFC000">
              <a:lumMod val="20000"/>
              <a:lumOff val="80000"/>
            </a:srgbClr>
          </a:solidFill>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什么情况下适合用专业类</a:t>
            </a:r>
            <a:r>
              <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BBS</a:t>
            </a: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来检索信息呢？</a:t>
            </a:r>
          </a:p>
        </p:txBody>
      </p:sp>
      <p:sp>
        <p:nvSpPr>
          <p:cNvPr id="6" name="矩形 5"/>
          <p:cNvSpPr/>
          <p:nvPr/>
        </p:nvSpPr>
        <p:spPr>
          <a:xfrm>
            <a:off x="5219700" y="1693863"/>
            <a:ext cx="3924300" cy="645160"/>
          </a:xfrm>
          <a:prstGeom prst="rect">
            <a:avLst/>
          </a:prstGeom>
          <a:solidFill>
            <a:srgbClr val="FFC000">
              <a:lumMod val="20000"/>
              <a:lumOff val="80000"/>
            </a:srgbClr>
          </a:solidFill>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什么情况下适合用学术类</a:t>
            </a:r>
            <a:r>
              <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APP</a:t>
            </a: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黑体" panose="02010609060101010101" charset="-122"/>
              </a:rPr>
              <a:t>来检索信息呢？</a:t>
            </a:r>
          </a:p>
        </p:txBody>
      </p:sp>
      <p:sp>
        <p:nvSpPr>
          <p:cNvPr id="7" name="矩形 6"/>
          <p:cNvSpPr/>
          <p:nvPr/>
        </p:nvSpPr>
        <p:spPr>
          <a:xfrm>
            <a:off x="900113" y="2413000"/>
            <a:ext cx="3600450" cy="2030095"/>
          </a:xfrm>
          <a:prstGeom prst="rect">
            <a:avLst/>
          </a:prstGeom>
          <a:solidFill>
            <a:srgbClr val="FFC000">
              <a:lumMod val="20000"/>
              <a:lumOff val="80000"/>
            </a:srgbClr>
          </a:solidFill>
        </p:spPr>
        <p:txBody>
          <a:bodyPr>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检索通识类比较强的信息</a:t>
            </a: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向交交志同道合的科研朋友</a:t>
            </a: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p:txBody>
      </p:sp>
      <p:sp>
        <p:nvSpPr>
          <p:cNvPr id="8" name="矩形 7"/>
          <p:cNvSpPr/>
          <p:nvPr/>
        </p:nvSpPr>
        <p:spPr>
          <a:xfrm>
            <a:off x="5219700" y="2413000"/>
            <a:ext cx="3600450" cy="1753235"/>
          </a:xfrm>
          <a:prstGeom prst="rect">
            <a:avLst/>
          </a:prstGeom>
          <a:solidFill>
            <a:srgbClr val="FFC000">
              <a:lumMod val="20000"/>
              <a:lumOff val="80000"/>
            </a:srgbClr>
          </a:solidFill>
        </p:spPr>
        <p:txBody>
          <a:bodyPr>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关心科普的时候看热闹</a:t>
            </a: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比较忙的时候看时讯</a:t>
            </a: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当你成为院士的时候看进展</a:t>
            </a:r>
            <a:endParaRPr kumimoji="0" lang="en-US" altLang="zh-CN"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黑体" panose="02010609060101010101" charset="-122"/>
                <a:ea typeface="黑体" panose="02010609060101010101" charset="-122"/>
                <a:cs typeface="+mn-cs"/>
              </a:rPr>
              <a:t>（朋友圈科研）</a:t>
            </a:r>
          </a:p>
        </p:txBody>
      </p:sp>
      <p:sp>
        <p:nvSpPr>
          <p:cNvPr id="2" name="Rectangle 2"/>
          <p:cNvSpPr>
            <a:spLocks noGrp="1" noChangeArrowheads="1"/>
          </p:cNvSpPr>
          <p:nvPr/>
        </p:nvSpPr>
        <p:spPr>
          <a:xfrm>
            <a:off x="-5715" y="44450"/>
            <a:ext cx="9185910" cy="845820"/>
          </a:xfrm>
          <a:prstGeom prst="rect">
            <a:avLst/>
          </a:prstGeo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0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文献检索和综述论文撰写</a:t>
            </a: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39939" name="矩形 3"/>
          <p:cNvSpPr/>
          <p:nvPr/>
        </p:nvSpPr>
        <p:spPr>
          <a:xfrm>
            <a:off x="900113" y="869950"/>
            <a:ext cx="8632825"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2. </a:t>
            </a:r>
            <a:r>
              <a:rPr lang="zh-CN" altLang="en-US" sz="2000" b="1" dirty="0">
                <a:solidFill>
                  <a:srgbClr val="000000"/>
                </a:solidFill>
                <a:latin typeface="黑体" panose="02010609060101010101" charset="-122"/>
                <a:ea typeface="黑体" panose="02010609060101010101" charset="-122"/>
                <a:cs typeface="黑体" panose="02010609060101010101" charset="-122"/>
              </a:rPr>
              <a:t>文献检索的信息来源（中文）</a:t>
            </a:r>
          </a:p>
        </p:txBody>
      </p:sp>
      <p:sp>
        <p:nvSpPr>
          <p:cNvPr id="5" name="矩形 4"/>
          <p:cNvSpPr/>
          <p:nvPr/>
        </p:nvSpPr>
        <p:spPr>
          <a:xfrm>
            <a:off x="900113" y="1446213"/>
            <a:ext cx="3671888" cy="719138"/>
          </a:xfrm>
          <a:prstGeom prst="rect">
            <a:avLst/>
          </a:prstGeom>
          <a:solidFill>
            <a:srgbClr val="0070C0"/>
          </a:solidFill>
          <a:ln w="12700" cap="flat" cmpd="sng" algn="ctr">
            <a:noFill/>
            <a:prstDash val="solid"/>
            <a:miter lim="800000"/>
          </a:ln>
          <a:effectLst/>
        </p:spPr>
        <p:txBody>
          <a:bodyPr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钻石</a:t>
            </a:r>
            <a:endParaRPr kumimoji="0" lang="en-US" altLang="zh-CN"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endParaRPr>
          </a:p>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高阶参数索引</a:t>
            </a:r>
          </a:p>
        </p:txBody>
      </p:sp>
      <p:pic>
        <p:nvPicPr>
          <p:cNvPr id="39941" name="图片 5"/>
          <p:cNvPicPr>
            <a:picLocks noChangeAspect="1"/>
          </p:cNvPicPr>
          <p:nvPr/>
        </p:nvPicPr>
        <p:blipFill>
          <a:blip r:embed="rId5"/>
          <a:stretch>
            <a:fillRect/>
          </a:stretch>
        </p:blipFill>
        <p:spPr>
          <a:xfrm>
            <a:off x="4714875" y="1446213"/>
            <a:ext cx="2089150" cy="719137"/>
          </a:xfrm>
          <a:prstGeom prst="rect">
            <a:avLst/>
          </a:prstGeom>
          <a:noFill/>
          <a:ln w="9525">
            <a:noFill/>
          </a:ln>
        </p:spPr>
      </p:pic>
      <p:pic>
        <p:nvPicPr>
          <p:cNvPr id="39942" name="图片 6"/>
          <p:cNvPicPr>
            <a:picLocks noChangeAspect="1"/>
          </p:cNvPicPr>
          <p:nvPr/>
        </p:nvPicPr>
        <p:blipFill>
          <a:blip r:embed="rId6"/>
          <a:stretch>
            <a:fillRect/>
          </a:stretch>
        </p:blipFill>
        <p:spPr>
          <a:xfrm>
            <a:off x="6875463" y="1446213"/>
            <a:ext cx="2232025" cy="719137"/>
          </a:xfrm>
          <a:prstGeom prst="rect">
            <a:avLst/>
          </a:prstGeom>
          <a:noFill/>
          <a:ln w="9525">
            <a:noFill/>
          </a:ln>
        </p:spPr>
      </p:pic>
      <p:sp>
        <p:nvSpPr>
          <p:cNvPr id="8" name="右大括号 7"/>
          <p:cNvSpPr/>
          <p:nvPr/>
        </p:nvSpPr>
        <p:spPr>
          <a:xfrm rot="5400000">
            <a:off x="6731794" y="221456"/>
            <a:ext cx="287338" cy="4321175"/>
          </a:xfrm>
          <a:prstGeom prst="rightBrace">
            <a:avLst>
              <a:gd name="adj1" fmla="val 103572"/>
              <a:gd name="adj2" fmla="val 49103"/>
            </a:avLst>
          </a:prstGeom>
          <a:noFill/>
          <a:ln w="38100" cap="flat" cmpd="sng" algn="ctr">
            <a:solidFill>
              <a:srgbClr val="0070C0"/>
            </a:solid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黑体" panose="02010609060101010101" charset="-122"/>
              <a:ea typeface="黑体" panose="02010609060101010101" charset="-122"/>
              <a:cs typeface="+mn-cs"/>
            </a:endParaRPr>
          </a:p>
        </p:txBody>
      </p:sp>
      <p:sp>
        <p:nvSpPr>
          <p:cNvPr id="39944" name="矩形 9"/>
          <p:cNvSpPr/>
          <p:nvPr/>
        </p:nvSpPr>
        <p:spPr>
          <a:xfrm>
            <a:off x="5327650" y="2670175"/>
            <a:ext cx="3816350" cy="645160"/>
          </a:xfrm>
          <a:prstGeom prst="rect">
            <a:avLst/>
          </a:prstGeom>
          <a:noFill/>
          <a:ln w="9525">
            <a:noFill/>
          </a:ln>
        </p:spPr>
        <p:txBody>
          <a:bodyPr anchor="t">
            <a:spAutoFit/>
          </a:bodyPr>
          <a:lstStyle/>
          <a:p>
            <a:pPr algn="ctr" defTabSz="457200">
              <a:spcAft>
                <a:spcPts val="0"/>
              </a:spcAft>
            </a:pPr>
            <a:r>
              <a:rPr lang="zh-CN" altLang="en-US" sz="1800" b="1" dirty="0">
                <a:solidFill>
                  <a:srgbClr val="000000"/>
                </a:solidFill>
                <a:latin typeface="黑体" panose="02010609060101010101" charset="-122"/>
                <a:ea typeface="黑体" panose="02010609060101010101" charset="-122"/>
                <a:cs typeface="黑体" panose="02010609060101010101" charset="-122"/>
              </a:rPr>
              <a:t>学校每年花数百万元</a:t>
            </a:r>
            <a:r>
              <a:rPr lang="en-US" altLang="zh-CN" sz="1800" b="1" dirty="0">
                <a:solidFill>
                  <a:srgbClr val="000000"/>
                </a:solidFill>
                <a:latin typeface="黑体" panose="02010609060101010101" charset="-122"/>
                <a:ea typeface="黑体" panose="02010609060101010101" charset="-122"/>
                <a:cs typeface="黑体" panose="02010609060101010101" charset="-122"/>
              </a:rPr>
              <a:t>RMB</a:t>
            </a:r>
            <a:r>
              <a:rPr lang="zh-CN" altLang="en-US" sz="1800" b="1" dirty="0">
                <a:solidFill>
                  <a:srgbClr val="000000"/>
                </a:solidFill>
                <a:latin typeface="黑体" panose="02010609060101010101" charset="-122"/>
                <a:ea typeface="黑体" panose="02010609060101010101" charset="-122"/>
                <a:cs typeface="黑体" panose="02010609060101010101" charset="-122"/>
              </a:rPr>
              <a:t>买数据库</a:t>
            </a:r>
            <a:endParaRPr lang="en-US" altLang="zh-CN" sz="1800" b="1" dirty="0">
              <a:solidFill>
                <a:srgbClr val="000000"/>
              </a:solidFill>
              <a:latin typeface="黑体" panose="02010609060101010101" charset="-122"/>
              <a:ea typeface="黑体" panose="02010609060101010101" charset="-122"/>
              <a:cs typeface="黑体" panose="02010609060101010101" charset="-122"/>
            </a:endParaRPr>
          </a:p>
          <a:p>
            <a:pPr algn="ctr" defTabSz="457200">
              <a:spcBef>
                <a:spcPts val="0"/>
              </a:spcBef>
            </a:pPr>
            <a:r>
              <a:rPr lang="zh-CN" altLang="en-US" sz="1800" b="1" dirty="0">
                <a:solidFill>
                  <a:srgbClr val="000000"/>
                </a:solidFill>
                <a:latin typeface="黑体" panose="02010609060101010101" charset="-122"/>
                <a:ea typeface="黑体" panose="02010609060101010101" charset="-122"/>
                <a:cs typeface="黑体" panose="02010609060101010101" charset="-122"/>
              </a:rPr>
              <a:t>可不是让知识躺着玩的</a:t>
            </a:r>
          </a:p>
        </p:txBody>
      </p:sp>
      <p:pic>
        <p:nvPicPr>
          <p:cNvPr id="39945" name="图片 10"/>
          <p:cNvPicPr>
            <a:picLocks noChangeAspect="1"/>
          </p:cNvPicPr>
          <p:nvPr/>
        </p:nvPicPr>
        <p:blipFill>
          <a:blip r:embed="rId7"/>
          <a:stretch>
            <a:fillRect/>
          </a:stretch>
        </p:blipFill>
        <p:spPr>
          <a:xfrm>
            <a:off x="900113" y="2525713"/>
            <a:ext cx="4535487" cy="1527175"/>
          </a:xfrm>
          <a:prstGeom prst="rect">
            <a:avLst/>
          </a:prstGeom>
          <a:noFill/>
          <a:ln w="9525" cap="flat" cmpd="sng">
            <a:solidFill>
              <a:srgbClr val="0070C0"/>
            </a:solidFill>
            <a:prstDash val="solid"/>
            <a:miter/>
            <a:headEnd type="none" w="med" len="med"/>
            <a:tailEnd type="none" w="med" len="med"/>
          </a:ln>
        </p:spPr>
      </p:pic>
      <p:pic>
        <p:nvPicPr>
          <p:cNvPr id="39946" name="图片 11"/>
          <p:cNvPicPr>
            <a:picLocks noChangeAspect="1"/>
          </p:cNvPicPr>
          <p:nvPr/>
        </p:nvPicPr>
        <p:blipFill>
          <a:blip r:embed="rId8"/>
          <a:stretch>
            <a:fillRect/>
          </a:stretch>
        </p:blipFill>
        <p:spPr>
          <a:xfrm>
            <a:off x="900113" y="4110038"/>
            <a:ext cx="8243887" cy="2047875"/>
          </a:xfrm>
          <a:prstGeom prst="rect">
            <a:avLst/>
          </a:prstGeom>
          <a:noFill/>
          <a:ln w="9525">
            <a:noFill/>
          </a:ln>
        </p:spPr>
      </p:pic>
      <p:sp>
        <p:nvSpPr>
          <p:cNvPr id="39947" name="矩形 12"/>
          <p:cNvSpPr/>
          <p:nvPr/>
        </p:nvSpPr>
        <p:spPr>
          <a:xfrm>
            <a:off x="900113" y="6196013"/>
            <a:ext cx="5699760" cy="368300"/>
          </a:xfrm>
          <a:prstGeom prst="rect">
            <a:avLst/>
          </a:prstGeom>
          <a:noFill/>
          <a:ln w="9525">
            <a:noFill/>
          </a:ln>
        </p:spPr>
        <p:txBody>
          <a:bodyPr wrap="none" anchor="t">
            <a:spAutoFit/>
          </a:bodyPr>
          <a:lstStyle/>
          <a:p>
            <a:pPr defTabSz="457200">
              <a:spcAft>
                <a:spcPts val="0"/>
              </a:spcAft>
            </a:pPr>
            <a:r>
              <a:rPr lang="zh-CN" altLang="en-US" sz="1800" b="1" dirty="0">
                <a:solidFill>
                  <a:srgbClr val="000000"/>
                </a:solidFill>
                <a:latin typeface="黑体" panose="02010609060101010101" charset="-122"/>
                <a:ea typeface="黑体" panose="02010609060101010101" charset="-122"/>
              </a:rPr>
              <a:t>可以说是很丰富了，到这里，文献检索开始真正入门了</a:t>
            </a:r>
          </a:p>
        </p:txBody>
      </p:sp>
      <p:sp>
        <p:nvSpPr>
          <p:cNvPr id="2" name="Rectangle 2"/>
          <p:cNvSpPr>
            <a:spLocks noGrp="1" noChangeArrowheads="1"/>
          </p:cNvSpPr>
          <p:nvPr/>
        </p:nvSpPr>
        <p:spPr>
          <a:xfrm>
            <a:off x="-5715" y="44450"/>
            <a:ext cx="9185910" cy="845820"/>
          </a:xfrm>
          <a:prstGeom prst="rect">
            <a:avLst/>
          </a:prstGeo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0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文献检索和综述论文撰写</a:t>
            </a: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40963" name="矩形 3"/>
          <p:cNvSpPr/>
          <p:nvPr/>
        </p:nvSpPr>
        <p:spPr>
          <a:xfrm>
            <a:off x="782638" y="981075"/>
            <a:ext cx="8634412"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2. </a:t>
            </a:r>
            <a:r>
              <a:rPr lang="zh-CN" altLang="en-US" sz="2000" b="1" dirty="0">
                <a:solidFill>
                  <a:srgbClr val="000000"/>
                </a:solidFill>
                <a:latin typeface="黑体" panose="02010609060101010101" charset="-122"/>
                <a:ea typeface="黑体" panose="02010609060101010101" charset="-122"/>
                <a:cs typeface="黑体" panose="02010609060101010101" charset="-122"/>
              </a:rPr>
              <a:t>文献检索的信息来源（中文）</a:t>
            </a:r>
          </a:p>
        </p:txBody>
      </p:sp>
      <p:pic>
        <p:nvPicPr>
          <p:cNvPr id="40964" name="图片 4"/>
          <p:cNvPicPr>
            <a:picLocks noChangeAspect="1"/>
          </p:cNvPicPr>
          <p:nvPr/>
        </p:nvPicPr>
        <p:blipFill>
          <a:blip r:embed="rId5"/>
          <a:stretch>
            <a:fillRect/>
          </a:stretch>
        </p:blipFill>
        <p:spPr>
          <a:xfrm>
            <a:off x="782638" y="1412875"/>
            <a:ext cx="2087562" cy="720725"/>
          </a:xfrm>
          <a:prstGeom prst="rect">
            <a:avLst/>
          </a:prstGeom>
          <a:noFill/>
          <a:ln w="9525">
            <a:noFill/>
          </a:ln>
        </p:spPr>
      </p:pic>
      <p:sp>
        <p:nvSpPr>
          <p:cNvPr id="40965" name="矩形 5"/>
          <p:cNvSpPr/>
          <p:nvPr/>
        </p:nvSpPr>
        <p:spPr>
          <a:xfrm>
            <a:off x="2943225" y="1557338"/>
            <a:ext cx="4983480" cy="368300"/>
          </a:xfrm>
          <a:prstGeom prst="rect">
            <a:avLst/>
          </a:prstGeom>
          <a:noFill/>
          <a:ln w="9525">
            <a:noFill/>
          </a:ln>
        </p:spPr>
        <p:txBody>
          <a:bodyPr wrap="none"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rPr>
              <a:t>在数据库，你可以检索到全部主流中文发表的：</a:t>
            </a:r>
          </a:p>
        </p:txBody>
      </p:sp>
      <p:pic>
        <p:nvPicPr>
          <p:cNvPr id="7" name="图片 6"/>
          <p:cNvPicPr>
            <a:picLocks noChangeAspect="1"/>
          </p:cNvPicPr>
          <p:nvPr/>
        </p:nvPicPr>
        <p:blipFill rotWithShape="1">
          <a:blip r:embed="rId6">
            <a:duotone>
              <a:prstClr val="black"/>
              <a:srgbClr val="ED7D31">
                <a:tint val="45000"/>
                <a:satMod val="400000"/>
              </a:srgbClr>
            </a:duotone>
          </a:blip>
          <a:srcRect t="18053" b="9735"/>
          <a:stretch>
            <a:fillRect/>
          </a:stretch>
        </p:blipFill>
        <p:spPr>
          <a:xfrm>
            <a:off x="4383035" y="1988837"/>
            <a:ext cx="3789265" cy="576066"/>
          </a:xfrm>
          <a:prstGeom prst="rect">
            <a:avLst/>
          </a:prstGeom>
        </p:spPr>
      </p:pic>
      <p:sp>
        <p:nvSpPr>
          <p:cNvPr id="8" name="圆角矩形标注 21"/>
          <p:cNvSpPr/>
          <p:nvPr/>
        </p:nvSpPr>
        <p:spPr>
          <a:xfrm>
            <a:off x="1069975" y="2781300"/>
            <a:ext cx="3043238" cy="2366963"/>
          </a:xfrm>
          <a:prstGeom prst="wedgeRoundRectCallout">
            <a:avLst>
              <a:gd name="adj1" fmla="val 63449"/>
              <a:gd name="adj2" fmla="val -63744"/>
              <a:gd name="adj3" fmla="val 16667"/>
            </a:avLst>
          </a:prstGeom>
          <a:solidFill>
            <a:srgbClr val="0070C0"/>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sym typeface="+mn-ea"/>
              </a:rPr>
              <a:t>又称：小论文</a:t>
            </a: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sym typeface="+mn-ea"/>
              </a:rPr>
              <a:t>对一项研究的专门报导</a:t>
            </a: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sym typeface="+mn-ea"/>
              </a:rPr>
              <a:t>一般目的明确、数据详实、研究人员可追溯、靠谱</a:t>
            </a: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sym typeface="+mn-ea"/>
              </a:rPr>
              <a:t>但读懂它需要一定的专业积累、有一定门槛</a:t>
            </a:r>
            <a:endParaRPr kumimoji="0" lang="zh-CN" altLang="en-US"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p:txBody>
      </p:sp>
      <p:sp>
        <p:nvSpPr>
          <p:cNvPr id="10" name="圆角矩形标注 22"/>
          <p:cNvSpPr/>
          <p:nvPr/>
        </p:nvSpPr>
        <p:spPr>
          <a:xfrm>
            <a:off x="4213225" y="2781300"/>
            <a:ext cx="3043238" cy="2366963"/>
          </a:xfrm>
          <a:prstGeom prst="wedgeRoundRectCallout">
            <a:avLst>
              <a:gd name="adj1" fmla="val 7613"/>
              <a:gd name="adj2" fmla="val -63422"/>
              <a:gd name="adj3" fmla="val 16667"/>
            </a:avLst>
          </a:prstGeom>
          <a:solidFill>
            <a:srgbClr val="0070C0"/>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sym typeface="+mn-ea"/>
              </a:rPr>
              <a:t>又称：大论文</a:t>
            </a: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sym typeface="+mn-ea"/>
              </a:rPr>
              <a:t>是授予学位的研究综合体</a:t>
            </a: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sym typeface="+mn-ea"/>
              </a:rPr>
              <a:t>一般完整性好、兼具基础和前沿、师生的心血</a:t>
            </a: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sym typeface="+mn-ea"/>
              </a:rPr>
              <a:t>是领域学生的入门必读</a:t>
            </a:r>
            <a:endParaRPr kumimoji="0" lang="zh-CN" altLang="en-US"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p:txBody>
      </p:sp>
      <p:sp>
        <p:nvSpPr>
          <p:cNvPr id="11" name="圆角矩形标注 23"/>
          <p:cNvSpPr/>
          <p:nvPr/>
        </p:nvSpPr>
        <p:spPr>
          <a:xfrm>
            <a:off x="7340600" y="2781300"/>
            <a:ext cx="1739900" cy="2366963"/>
          </a:xfrm>
          <a:prstGeom prst="wedgeRoundRectCallout">
            <a:avLst>
              <a:gd name="adj1" fmla="val -36611"/>
              <a:gd name="adj2" fmla="val -63744"/>
              <a:gd name="adj3" fmla="val 16667"/>
            </a:avLst>
          </a:prstGeom>
          <a:solidFill>
            <a:srgbClr val="0070C0"/>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sym typeface="+mn-ea"/>
              </a:rPr>
              <a:t>开会报告</a:t>
            </a: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sym typeface="+mn-ea"/>
              </a:rPr>
              <a:t>一般简单明确</a:t>
            </a: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sym typeface="+mn-ea"/>
              </a:rPr>
              <a:t>打酱油的居多</a:t>
            </a:r>
            <a:endParaRPr kumimoji="0" lang="zh-CN" altLang="en-US"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p:txBody>
      </p:sp>
      <p:sp>
        <p:nvSpPr>
          <p:cNvPr id="12" name="右大括号 11"/>
          <p:cNvSpPr/>
          <p:nvPr/>
        </p:nvSpPr>
        <p:spPr>
          <a:xfrm rot="5400000">
            <a:off x="4023519" y="3212306"/>
            <a:ext cx="287338" cy="4321175"/>
          </a:xfrm>
          <a:prstGeom prst="rightBrace">
            <a:avLst>
              <a:gd name="adj1" fmla="val 103572"/>
              <a:gd name="adj2" fmla="val 49103"/>
            </a:avLst>
          </a:prstGeom>
          <a:noFill/>
          <a:ln w="38100" cap="flat" cmpd="sng" algn="ctr">
            <a:solidFill>
              <a:srgbClr val="0070C0"/>
            </a:solid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黑体" panose="02010609060101010101" charset="-122"/>
              <a:ea typeface="黑体" panose="02010609060101010101" charset="-122"/>
              <a:cs typeface="+mn-cs"/>
            </a:endParaRPr>
          </a:p>
        </p:txBody>
      </p:sp>
      <p:sp>
        <p:nvSpPr>
          <p:cNvPr id="40971" name="矩形 12"/>
          <p:cNvSpPr/>
          <p:nvPr/>
        </p:nvSpPr>
        <p:spPr>
          <a:xfrm>
            <a:off x="2295525" y="5703888"/>
            <a:ext cx="3816350" cy="922020"/>
          </a:xfrm>
          <a:prstGeom prst="rect">
            <a:avLst/>
          </a:prstGeom>
          <a:noFill/>
          <a:ln w="9525">
            <a:noFill/>
          </a:ln>
        </p:spPr>
        <p:txBody>
          <a:bodyPr anchor="t">
            <a:spAutoFit/>
          </a:bodyPr>
          <a:lstStyle/>
          <a:p>
            <a:pPr algn="ctr" defTabSz="457200">
              <a:spcAft>
                <a:spcPts val="0"/>
              </a:spcAft>
            </a:pPr>
            <a:r>
              <a:rPr lang="zh-CN" altLang="en-US" sz="1800" b="1" dirty="0">
                <a:solidFill>
                  <a:srgbClr val="000000"/>
                </a:solidFill>
                <a:latin typeface="黑体" panose="02010609060101010101" charset="-122"/>
                <a:ea typeface="黑体" panose="02010609060101010101" charset="-122"/>
                <a:cs typeface="黑体" panose="02010609060101010101" charset="-122"/>
              </a:rPr>
              <a:t>文献检索的核心内容</a:t>
            </a:r>
            <a:endParaRPr lang="en-US" altLang="zh-CN" sz="1800" b="1" dirty="0">
              <a:solidFill>
                <a:srgbClr val="000000"/>
              </a:solidFill>
              <a:latin typeface="黑体" panose="02010609060101010101" charset="-122"/>
              <a:ea typeface="黑体" panose="02010609060101010101" charset="-122"/>
              <a:cs typeface="黑体" panose="02010609060101010101" charset="-122"/>
            </a:endParaRPr>
          </a:p>
          <a:p>
            <a:pPr algn="ctr" defTabSz="457200">
              <a:spcBef>
                <a:spcPts val="0"/>
              </a:spcBef>
              <a:spcAft>
                <a:spcPts val="0"/>
              </a:spcAft>
            </a:pPr>
            <a:r>
              <a:rPr lang="zh-CN" altLang="en-US" sz="1800" b="1" dirty="0">
                <a:solidFill>
                  <a:srgbClr val="000000"/>
                </a:solidFill>
                <a:latin typeface="黑体" panose="02010609060101010101" charset="-122"/>
                <a:ea typeface="黑体" panose="02010609060101010101" charset="-122"/>
                <a:cs typeface="黑体" panose="02010609060101010101" charset="-122"/>
              </a:rPr>
              <a:t>常用性：</a:t>
            </a:r>
            <a:r>
              <a:rPr lang="en-US" altLang="zh-CN" sz="1800" b="1" dirty="0">
                <a:solidFill>
                  <a:srgbClr val="000000"/>
                </a:solidFill>
                <a:latin typeface="黑体" panose="02010609060101010101" charset="-122"/>
                <a:ea typeface="黑体" panose="02010609060101010101" charset="-122"/>
                <a:cs typeface="黑体" panose="02010609060101010101" charset="-122"/>
              </a:rPr>
              <a:t>5</a:t>
            </a:r>
            <a:r>
              <a:rPr lang="zh-CN" altLang="en-US" sz="1800" b="1" dirty="0">
                <a:solidFill>
                  <a:srgbClr val="000000"/>
                </a:solidFill>
                <a:latin typeface="黑体" panose="02010609060101010101" charset="-122"/>
                <a:ea typeface="黑体" panose="02010609060101010101" charset="-122"/>
                <a:cs typeface="黑体" panose="02010609060101010101" charset="-122"/>
              </a:rPr>
              <a:t>颗星</a:t>
            </a:r>
            <a:endParaRPr lang="en-US" altLang="zh-CN" sz="1800" b="1" dirty="0">
              <a:solidFill>
                <a:srgbClr val="000000"/>
              </a:solidFill>
              <a:latin typeface="黑体" panose="02010609060101010101" charset="-122"/>
              <a:ea typeface="黑体" panose="02010609060101010101" charset="-122"/>
              <a:cs typeface="黑体" panose="02010609060101010101" charset="-122"/>
            </a:endParaRPr>
          </a:p>
          <a:p>
            <a:pPr algn="ctr" defTabSz="457200">
              <a:spcBef>
                <a:spcPts val="0"/>
              </a:spcBef>
            </a:pPr>
            <a:r>
              <a:rPr lang="zh-CN" altLang="en-US" sz="1800" b="1" dirty="0">
                <a:solidFill>
                  <a:srgbClr val="000000"/>
                </a:solidFill>
                <a:latin typeface="黑体" panose="02010609060101010101" charset="-122"/>
                <a:ea typeface="黑体" panose="02010609060101010101" charset="-122"/>
                <a:cs typeface="黑体" panose="02010609060101010101" charset="-122"/>
              </a:rPr>
              <a:t>必要性：</a:t>
            </a:r>
            <a:r>
              <a:rPr lang="en-US" altLang="zh-CN" sz="1800" b="1" dirty="0">
                <a:solidFill>
                  <a:srgbClr val="000000"/>
                </a:solidFill>
                <a:latin typeface="黑体" panose="02010609060101010101" charset="-122"/>
                <a:ea typeface="黑体" panose="02010609060101010101" charset="-122"/>
                <a:cs typeface="黑体" panose="02010609060101010101" charset="-122"/>
              </a:rPr>
              <a:t>5</a:t>
            </a:r>
            <a:r>
              <a:rPr lang="zh-CN" altLang="en-US" sz="1800" b="1" dirty="0">
                <a:solidFill>
                  <a:srgbClr val="000000"/>
                </a:solidFill>
                <a:latin typeface="黑体" panose="02010609060101010101" charset="-122"/>
                <a:ea typeface="黑体" panose="02010609060101010101" charset="-122"/>
                <a:cs typeface="黑体" panose="02010609060101010101" charset="-122"/>
              </a:rPr>
              <a:t>颗星</a:t>
            </a:r>
          </a:p>
        </p:txBody>
      </p:sp>
      <p:sp>
        <p:nvSpPr>
          <p:cNvPr id="2" name="Rectangle 2"/>
          <p:cNvSpPr>
            <a:spLocks noGrp="1" noChangeArrowheads="1"/>
          </p:cNvSpPr>
          <p:nvPr/>
        </p:nvSpPr>
        <p:spPr>
          <a:xfrm>
            <a:off x="-5715" y="44450"/>
            <a:ext cx="9185910" cy="845820"/>
          </a:xfrm>
          <a:prstGeom prst="rect">
            <a:avLst/>
          </a:prstGeo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0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文献检索和综述论文撰写</a:t>
            </a: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14400" y="635000"/>
            <a:ext cx="7315200" cy="2143125"/>
          </a:xfrm>
          <a:prstGeom prst="rect">
            <a:avLst/>
          </a:prstGeom>
          <a:noFill/>
        </p:spPr>
        <p:txBody>
          <a:bodyPr wrap="square" rtlCol="0" anchor="ctr" anchorCtr="0">
            <a:noAutofit/>
          </a:bodyPr>
          <a:lstStyle/>
          <a:p>
            <a:pPr lvl="0" algn="l">
              <a:spcAft>
                <a:spcPts val="0"/>
              </a:spcAft>
              <a:buNone/>
            </a:pPr>
            <a:r>
              <a:rPr lang="zh-CN" altLang="en-US" sz="2600">
                <a:solidFill>
                  <a:srgbClr val="000000"/>
                </a:solidFill>
                <a:latin typeface="微软雅黑" panose="020B0503020204020204" charset="-122"/>
                <a:ea typeface="微软雅黑" panose="020B0503020204020204" charset="-122"/>
                <a:sym typeface="+mn-ea"/>
              </a:rPr>
              <a:t>你知道关于知网与</a:t>
            </a:r>
            <a:r>
              <a:rPr lang="zh-CN" altLang="en-US" sz="2600" dirty="0">
                <a:solidFill>
                  <a:srgbClr val="0070C0"/>
                </a:solidFill>
                <a:sym typeface="+mn-ea"/>
              </a:rPr>
              <a:t>翟天临</a:t>
            </a:r>
            <a:r>
              <a:rPr lang="zh-CN" altLang="en-US" sz="2600">
                <a:solidFill>
                  <a:srgbClr val="000000"/>
                </a:solidFill>
                <a:latin typeface="微软雅黑" panose="020B0503020204020204" charset="-122"/>
                <a:ea typeface="微软雅黑" panose="020B0503020204020204" charset="-122"/>
                <a:sym typeface="+mn-ea"/>
              </a:rPr>
              <a:t>的故事吗？</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3"/>
            </p:custDataLst>
          </p:nvPr>
        </p:nvSpPr>
        <p:spPr>
          <a:xfrm>
            <a:off x="1828800" y="2785745"/>
            <a:ext cx="6400800" cy="642620"/>
          </a:xfrm>
          <a:prstGeom prst="rect">
            <a:avLst/>
          </a:prstGeom>
          <a:noFill/>
        </p:spPr>
        <p:txBody>
          <a:bodyPr wrap="square" rtlCol="0" anchor="ctr" anchorCtr="0">
            <a:noAutofit/>
          </a:bodyPr>
          <a:lstStyle/>
          <a:p>
            <a:pPr lvl="0" algn="l">
              <a:spcAft>
                <a:spcPts val="0"/>
              </a:spcAft>
              <a:buNone/>
            </a:pPr>
            <a:r>
              <a:rPr lang="zh-CN" altLang="en-US" sz="2600">
                <a:solidFill>
                  <a:srgbClr val="000000"/>
                </a:solidFill>
                <a:latin typeface="微软雅黑" panose="020B0503020204020204" charset="-122"/>
                <a:ea typeface="微软雅黑" panose="020B0503020204020204" charset="-122"/>
              </a:rPr>
              <a:t>知道</a:t>
            </a:r>
          </a:p>
        </p:txBody>
      </p:sp>
      <p:sp>
        <p:nvSpPr>
          <p:cNvPr id="5" name="文本框 4"/>
          <p:cNvSpPr txBox="1"/>
          <p:nvPr>
            <p:custDataLst>
              <p:tags r:id="rId4"/>
            </p:custDataLst>
          </p:nvPr>
        </p:nvSpPr>
        <p:spPr>
          <a:xfrm>
            <a:off x="1828800" y="3642995"/>
            <a:ext cx="6400800" cy="642620"/>
          </a:xfrm>
          <a:prstGeom prst="rect">
            <a:avLst/>
          </a:prstGeom>
          <a:noFill/>
        </p:spPr>
        <p:txBody>
          <a:bodyPr wrap="square" rtlCol="0" anchor="ctr" anchorCtr="0">
            <a:noAutofit/>
          </a:bodyPr>
          <a:lstStyle/>
          <a:p>
            <a:pPr lvl="0" algn="l">
              <a:spcAft>
                <a:spcPts val="0"/>
              </a:spcAft>
              <a:buNone/>
            </a:pPr>
            <a:r>
              <a:rPr lang="zh-CN" altLang="en-US" sz="2600">
                <a:solidFill>
                  <a:srgbClr val="000000"/>
                </a:solidFill>
                <a:latin typeface="微软雅黑" panose="020B0503020204020204" charset="-122"/>
                <a:ea typeface="微软雅黑" panose="020B0503020204020204" charset="-122"/>
              </a:rPr>
              <a:t>不知道</a:t>
            </a:r>
          </a:p>
        </p:txBody>
      </p:sp>
      <p:sp>
        <p:nvSpPr>
          <p:cNvPr id="8" name="椭圆 7"/>
          <p:cNvSpPr>
            <a:spLocks noChangeAspect="1"/>
          </p:cNvSpPr>
          <p:nvPr>
            <p:custDataLst>
              <p:tags r:id="rId5"/>
            </p:custDataLst>
          </p:nvPr>
        </p:nvSpPr>
        <p:spPr>
          <a:xfrm>
            <a:off x="1114425" y="2849880"/>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marL="0" indent="0" algn="ctr"/>
            <a:r>
              <a:rPr lang="zh-CN" altLang="en-US" sz="1600">
                <a:solidFill>
                  <a:srgbClr val="FFFFFF"/>
                </a:solidFill>
                <a:latin typeface="微软雅黑" panose="020B0503020204020204" charset="-122"/>
                <a:ea typeface="微软雅黑" panose="020B0503020204020204" charset="-122"/>
              </a:rPr>
              <a:t>A</a:t>
            </a:r>
          </a:p>
        </p:txBody>
      </p:sp>
      <p:sp>
        <p:nvSpPr>
          <p:cNvPr id="9" name="椭圆 8"/>
          <p:cNvSpPr>
            <a:spLocks noChangeAspect="1"/>
          </p:cNvSpPr>
          <p:nvPr>
            <p:custDataLst>
              <p:tags r:id="rId6"/>
            </p:custDataLst>
          </p:nvPr>
        </p:nvSpPr>
        <p:spPr>
          <a:xfrm>
            <a:off x="1114425" y="3707130"/>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marL="0" indent="0" algn="ctr"/>
            <a:r>
              <a:rPr lang="zh-CN" altLang="en-US" sz="1600">
                <a:solidFill>
                  <a:srgbClr val="FFFFFF"/>
                </a:solidFill>
                <a:latin typeface="微软雅黑" panose="020B0503020204020204" charset="-122"/>
                <a:ea typeface="微软雅黑" panose="020B0503020204020204" charset="-122"/>
              </a:rPr>
              <a:t>B</a:t>
            </a:r>
          </a:p>
        </p:txBody>
      </p:sp>
      <p:sp>
        <p:nvSpPr>
          <p:cNvPr id="12" name="圆角矩形 11"/>
          <p:cNvSpPr/>
          <p:nvPr>
            <p:custDataLst>
              <p:tags r:id="rId7"/>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grpSp>
        <p:nvGrpSpPr>
          <p:cNvPr id="17" name="组合 16"/>
          <p:cNvGrpSpPr/>
          <p:nvPr>
            <p:custDataLst>
              <p:tags r:id="rId8"/>
            </p:custDataLst>
          </p:nvPr>
        </p:nvGrpSpPr>
        <p:grpSpPr>
          <a:xfrm>
            <a:off x="0" y="0"/>
            <a:ext cx="9144000" cy="635000"/>
            <a:chOff x="0" y="0"/>
            <a:chExt cx="14400" cy="1000"/>
          </a:xfrm>
        </p:grpSpPr>
        <p:sp>
          <p:nvSpPr>
            <p:cNvPr id="13" name="TitleBackground"/>
            <p:cNvSpPr/>
            <p:nvPr>
              <p:custDataLst>
                <p:tags r:id="rId10"/>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ColorBlock"/>
            <p:cNvSpPr/>
            <p:nvPr>
              <p:custDataLst>
                <p:tags r:id="rId11"/>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TypeText"/>
            <p:cNvSpPr txBox="1"/>
            <p:nvPr>
              <p:custDataLst>
                <p:tags r:id="rId12"/>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投票</a:t>
              </a:r>
            </a:p>
          </p:txBody>
        </p:sp>
        <p:sp>
          <p:nvSpPr>
            <p:cNvPr id="16" name="TipText"/>
            <p:cNvSpPr txBox="1"/>
            <p:nvPr>
              <p:custDataLst>
                <p:tags r:id="rId13"/>
              </p:custDataLst>
            </p:nvPr>
          </p:nvSpPr>
          <p:spPr>
            <a:xfrm>
              <a:off x="188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最多可选1项</a:t>
              </a:r>
            </a:p>
          </p:txBody>
        </p:sp>
      </p:grpSp>
      <p:pic>
        <p:nvPicPr>
          <p:cNvPr id="2" name="图片 1" descr="tmp5EFB"/>
          <p:cNvPicPr>
            <a:picLocks noChangeAspect="1"/>
          </p:cNvPicPr>
          <p:nvPr>
            <p:custDataLst>
              <p:tags r:id="rId9"/>
            </p:custDataLst>
          </p:nvPr>
        </p:nvPicPr>
        <p:blipFill>
          <a:blip r:embed="rId15"/>
          <a:stretch>
            <a:fillRect/>
          </a:stretch>
        </p:blipFill>
        <p:spPr>
          <a:xfrm>
            <a:off x="7594600" y="63500"/>
            <a:ext cx="1422400" cy="508000"/>
          </a:xfrm>
          <a:prstGeom prst="rect">
            <a:avLst/>
          </a:prstGeom>
        </p:spPr>
      </p:pic>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705" y="1075650"/>
            <a:ext cx="7886700" cy="994172"/>
          </a:xfrm>
        </p:spPr>
        <p:txBody>
          <a:bodyPr/>
          <a:lstStyle/>
          <a:p>
            <a:pPr>
              <a:spcAft>
                <a:spcPts val="0"/>
              </a:spcAft>
            </a:pPr>
            <a:r>
              <a:rPr lang="zh-CN" altLang="en-US" dirty="0">
                <a:solidFill>
                  <a:srgbClr val="0070C0"/>
                </a:solidFill>
              </a:rPr>
              <a:t>“知网是什么东西？”</a:t>
            </a:r>
            <a:r>
              <a:rPr lang="en-US" altLang="zh-CN" dirty="0">
                <a:solidFill>
                  <a:srgbClr val="0070C0"/>
                </a:solidFill>
              </a:rPr>
              <a:t>---</a:t>
            </a:r>
            <a:r>
              <a:rPr lang="zh-CN" altLang="en-US" dirty="0">
                <a:solidFill>
                  <a:srgbClr val="0070C0"/>
                </a:solidFill>
              </a:rPr>
              <a:t>翟天临</a:t>
            </a:r>
          </a:p>
        </p:txBody>
      </p:sp>
      <p:pic>
        <p:nvPicPr>
          <p:cNvPr id="4" name="内容占位符 3"/>
          <p:cNvPicPr>
            <a:picLocks noGrp="1" noChangeAspect="1"/>
          </p:cNvPicPr>
          <p:nvPr>
            <p:ph idx="1"/>
          </p:nvPr>
        </p:nvPicPr>
        <p:blipFill>
          <a:blip r:embed="rId2"/>
          <a:stretch>
            <a:fillRect/>
          </a:stretch>
        </p:blipFill>
        <p:spPr>
          <a:xfrm>
            <a:off x="7090410" y="1722596"/>
            <a:ext cx="1858328" cy="2623661"/>
          </a:xfrm>
          <a:prstGeom prst="rect">
            <a:avLst/>
          </a:prstGeom>
        </p:spPr>
      </p:pic>
      <p:pic>
        <p:nvPicPr>
          <p:cNvPr id="5" name="图片 4"/>
          <p:cNvPicPr>
            <a:picLocks noChangeAspect="1"/>
          </p:cNvPicPr>
          <p:nvPr/>
        </p:nvPicPr>
        <p:blipFill>
          <a:blip r:embed="rId3"/>
          <a:stretch>
            <a:fillRect/>
          </a:stretch>
        </p:blipFill>
        <p:spPr>
          <a:xfrm>
            <a:off x="251936" y="1872615"/>
            <a:ext cx="4381976" cy="1815465"/>
          </a:xfrm>
          <a:prstGeom prst="rect">
            <a:avLst/>
          </a:prstGeom>
        </p:spPr>
      </p:pic>
      <p:pic>
        <p:nvPicPr>
          <p:cNvPr id="6" name="图片 5"/>
          <p:cNvPicPr>
            <a:picLocks noChangeAspect="1"/>
          </p:cNvPicPr>
          <p:nvPr/>
        </p:nvPicPr>
        <p:blipFill>
          <a:blip r:embed="rId4"/>
          <a:stretch>
            <a:fillRect/>
          </a:stretch>
        </p:blipFill>
        <p:spPr>
          <a:xfrm>
            <a:off x="499586" y="3712845"/>
            <a:ext cx="4001929" cy="2053114"/>
          </a:xfrm>
          <a:prstGeom prst="rect">
            <a:avLst/>
          </a:prstGeom>
        </p:spPr>
      </p:pic>
      <p:pic>
        <p:nvPicPr>
          <p:cNvPr id="7" name="图片 6"/>
          <p:cNvPicPr>
            <a:picLocks noChangeAspect="1"/>
          </p:cNvPicPr>
          <p:nvPr/>
        </p:nvPicPr>
        <p:blipFill>
          <a:blip r:embed="rId5"/>
          <a:stretch>
            <a:fillRect/>
          </a:stretch>
        </p:blipFill>
        <p:spPr>
          <a:xfrm>
            <a:off x="5043488" y="2070020"/>
            <a:ext cx="1423680" cy="2049018"/>
          </a:xfrm>
          <a:prstGeom prst="rect">
            <a:avLst/>
          </a:prstGeom>
        </p:spPr>
      </p:pic>
      <p:pic>
        <p:nvPicPr>
          <p:cNvPr id="8" name="图片 7"/>
          <p:cNvPicPr>
            <a:picLocks noChangeAspect="1"/>
          </p:cNvPicPr>
          <p:nvPr/>
        </p:nvPicPr>
        <p:blipFill>
          <a:blip r:embed="rId6"/>
          <a:stretch>
            <a:fillRect/>
          </a:stretch>
        </p:blipFill>
        <p:spPr>
          <a:xfrm>
            <a:off x="5490210" y="4436269"/>
            <a:ext cx="3035141" cy="1329690"/>
          </a:xfrm>
          <a:prstGeom prst="rect">
            <a:avLst/>
          </a:prstGeom>
        </p:spPr>
      </p:pic>
      <p:sp>
        <p:nvSpPr>
          <p:cNvPr id="40963" name="矩形 3"/>
          <p:cNvSpPr/>
          <p:nvPr/>
        </p:nvSpPr>
        <p:spPr>
          <a:xfrm>
            <a:off x="323533" y="764540"/>
            <a:ext cx="8634412"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2. </a:t>
            </a:r>
            <a:r>
              <a:rPr lang="zh-CN" altLang="en-US" sz="2000" b="1" dirty="0">
                <a:solidFill>
                  <a:srgbClr val="000000"/>
                </a:solidFill>
                <a:latin typeface="黑体" panose="02010609060101010101" charset="-122"/>
                <a:ea typeface="黑体" panose="02010609060101010101" charset="-122"/>
                <a:cs typeface="黑体" panose="02010609060101010101" charset="-122"/>
              </a:rPr>
              <a:t>文献检索的信息来源（中文）</a:t>
            </a:r>
          </a:p>
        </p:txBody>
      </p:sp>
      <p:sp>
        <p:nvSpPr>
          <p:cNvPr id="3" name="文本框 2"/>
          <p:cNvSpPr txBox="1"/>
          <p:nvPr/>
        </p:nvSpPr>
        <p:spPr>
          <a:xfrm>
            <a:off x="1597660" y="946150"/>
            <a:ext cx="309880" cy="583565"/>
          </a:xfrm>
          <a:prstGeom prst="rect">
            <a:avLst/>
          </a:prstGeom>
          <a:noFill/>
        </p:spPr>
        <p:txBody>
          <a:bodyPr wrap="none" rtlCol="0">
            <a:spAutoFit/>
          </a:bodyPr>
          <a:lstStyle/>
          <a:p>
            <a:endParaRPr lang="zh-CN" altLang="en-US"/>
          </a:p>
        </p:txBody>
      </p:sp>
      <p:sp>
        <p:nvSpPr>
          <p:cNvPr id="10" name="Rectangle 2"/>
          <p:cNvSpPr>
            <a:spLocks noGrp="1" noChangeArrowheads="1"/>
          </p:cNvSpPr>
          <p:nvPr/>
        </p:nvSpPr>
        <p:spPr>
          <a:xfrm>
            <a:off x="-5715" y="44450"/>
            <a:ext cx="9185910" cy="845820"/>
          </a:xfrm>
          <a:prstGeom prst="rect">
            <a:avLst/>
          </a:prstGeo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0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文献检索和综述论文撰写</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611505" y="765175"/>
            <a:ext cx="7886700" cy="445770"/>
          </a:xfrm>
        </p:spPr>
        <p:txBody>
          <a:bodyPr>
            <a:normAutofit fontScale="90000"/>
          </a:bodyPr>
          <a:lstStyle/>
          <a:p>
            <a:pPr>
              <a:spcAft>
                <a:spcPts val="0"/>
              </a:spcAft>
            </a:pPr>
            <a:r>
              <a:rPr lang="zh-CN" altLang="en-US" dirty="0"/>
              <a:t>翟天临学术门</a:t>
            </a:r>
          </a:p>
        </p:txBody>
      </p:sp>
      <p:sp>
        <p:nvSpPr>
          <p:cNvPr id="5" name="内容占位符 4"/>
          <p:cNvSpPr>
            <a:spLocks noGrp="1"/>
          </p:cNvSpPr>
          <p:nvPr>
            <p:ph idx="1"/>
          </p:nvPr>
        </p:nvSpPr>
        <p:spPr>
          <a:xfrm>
            <a:off x="114935" y="1906270"/>
            <a:ext cx="9015095" cy="4872990"/>
          </a:xfrm>
        </p:spPr>
        <p:txBody>
          <a:bodyPr>
            <a:noAutofit/>
          </a:bodyPr>
          <a:lstStyle/>
          <a:p>
            <a:pPr fontAlgn="auto">
              <a:lnSpc>
                <a:spcPct val="110000"/>
              </a:lnSpc>
              <a:spcBef>
                <a:spcPts val="0"/>
              </a:spcBef>
              <a:spcAft>
                <a:spcPts val="0"/>
              </a:spcAft>
            </a:pPr>
            <a:r>
              <a:rPr lang="zh-CN" altLang="en-US" sz="1800" dirty="0"/>
              <a:t>2019年2月8日，翟天临因在直播中回答网友提问时，不知知网为何物，他的博士学位真实性受到质疑。随后，他又在新浪微博留言称“只是开玩笑”。翟天临工作室则表示，其论文由校方统一上传，预计将于2019年上半年公开。</a:t>
            </a:r>
          </a:p>
          <a:p>
            <a:pPr fontAlgn="auto">
              <a:lnSpc>
                <a:spcPct val="110000"/>
              </a:lnSpc>
              <a:spcAft>
                <a:spcPts val="0"/>
              </a:spcAft>
            </a:pPr>
            <a:r>
              <a:rPr lang="zh-CN" altLang="en-US" sz="1800" dirty="0"/>
              <a:t>2019年2月10日，四川大学学术诚信与科学探索网将翟天临列入“学术不端案例”公示栏 [1]  ，2月11日，北京电影学院成立调查组并按照相关程序启动调查。</a:t>
            </a:r>
            <a:endParaRPr lang="en-US" altLang="zh-CN" sz="1800" dirty="0"/>
          </a:p>
          <a:p>
            <a:pPr fontAlgn="auto">
              <a:lnSpc>
                <a:spcPct val="110000"/>
              </a:lnSpc>
              <a:spcAft>
                <a:spcPts val="0"/>
              </a:spcAft>
            </a:pPr>
            <a:r>
              <a:rPr lang="zh-CN" altLang="en-US" sz="1800" dirty="0"/>
              <a:t>2月11日晚，北大光华学院发声明将根据其博士学位授予单位的调查结论做出处理。 2月14日，翟天临通过个人微博发表致歉信。</a:t>
            </a:r>
            <a:endParaRPr lang="en-US" altLang="zh-CN" sz="1800" dirty="0"/>
          </a:p>
          <a:p>
            <a:pPr fontAlgn="auto">
              <a:lnSpc>
                <a:spcPct val="110000"/>
              </a:lnSpc>
              <a:spcAft>
                <a:spcPts val="0"/>
              </a:spcAft>
            </a:pPr>
            <a:r>
              <a:rPr lang="zh-CN" altLang="en-US" sz="1800" dirty="0"/>
              <a:t>2月15日，教育部回应“翟天临涉嫌学术不端事件”称，教育部对此高度重视，第一时间要求有关方面迅速进行核查。</a:t>
            </a:r>
            <a:endParaRPr lang="en-US" altLang="zh-CN" sz="1800" dirty="0"/>
          </a:p>
          <a:p>
            <a:pPr fontAlgn="auto">
              <a:lnSpc>
                <a:spcPct val="110000"/>
              </a:lnSpc>
              <a:spcAft>
                <a:spcPts val="0"/>
              </a:spcAft>
            </a:pPr>
            <a:r>
              <a:rPr lang="zh-CN" altLang="en-US" sz="1800" dirty="0">
                <a:solidFill>
                  <a:srgbClr val="FF0000"/>
                </a:solidFill>
              </a:rPr>
              <a:t>2月16日下午，北京大学发布关于招募翟天临为博士后的调查说明：确认翟天临存在学术不端行为，同意翟天临退站，责成光华管理学院作出深刻检查。 </a:t>
            </a:r>
            <a:endParaRPr lang="zh-CN" altLang="en-US" sz="1800" dirty="0"/>
          </a:p>
          <a:p>
            <a:pPr fontAlgn="auto">
              <a:lnSpc>
                <a:spcPct val="110000"/>
              </a:lnSpc>
            </a:pPr>
            <a:r>
              <a:rPr lang="zh-CN" altLang="en-US" sz="1800" dirty="0"/>
              <a:t>2019年2月19日， 北京电影学院发布关于“翟天临涉嫌学术不端”等问题的调查进展情况说明，宣布</a:t>
            </a:r>
            <a:r>
              <a:rPr lang="zh-CN" altLang="en-US" sz="1800" dirty="0">
                <a:solidFill>
                  <a:srgbClr val="FF0000"/>
                </a:solidFill>
              </a:rPr>
              <a:t>撤销翟天临博士学位</a:t>
            </a:r>
            <a:r>
              <a:rPr lang="zh-CN" altLang="en-US" sz="1800" dirty="0"/>
              <a:t>，取消陈浥博导资格。</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a:t>
            </a:r>
          </a:p>
        </p:txBody>
      </p:sp>
      <p:sp>
        <p:nvSpPr>
          <p:cNvPr id="2" name="文本框 1"/>
          <p:cNvSpPr txBox="1"/>
          <p:nvPr/>
        </p:nvSpPr>
        <p:spPr>
          <a:xfrm>
            <a:off x="395605" y="1268730"/>
            <a:ext cx="8173085" cy="521970"/>
          </a:xfrm>
          <a:prstGeom prst="rect">
            <a:avLst/>
          </a:prstGeom>
          <a:noFill/>
        </p:spPr>
        <p:txBody>
          <a:bodyPr wrap="square" rtlCol="0" anchor="t">
            <a:spAutoFit/>
          </a:bodyPr>
          <a:lstStyle/>
          <a:p>
            <a:pPr>
              <a:spcAft>
                <a:spcPts val="0"/>
              </a:spcAft>
            </a:pPr>
            <a:r>
              <a:rPr lang="zh-CN" altLang="en-US" sz="2800" b="1">
                <a:ln>
                  <a:solidFill>
                    <a:srgbClr val="C00000"/>
                  </a:solidFill>
                </a:ln>
                <a:solidFill>
                  <a:srgbClr val="FF0000"/>
                </a:solidFill>
              </a:rPr>
              <a:t>学术道德，是悬在学者头顶的达摩克里斯之剑！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p:tgtEl>
                                          <p:spTgt spid="5">
                                            <p:txEl>
                                              <p:pRg st="1" end="1"/>
                                            </p:txEl>
                                          </p:spTgt>
                                        </p:tgtEl>
                                        <p:attrNameLst>
                                          <p:attrName>ppt_y</p:attrName>
                                        </p:attrNameLst>
                                      </p:cBhvr>
                                      <p:tavLst>
                                        <p:tav tm="0">
                                          <p:val>
                                            <p:strVal val="#ppt_y+#ppt_h*1.125000"/>
                                          </p:val>
                                        </p:tav>
                                        <p:tav tm="100000">
                                          <p:val>
                                            <p:strVal val="#ppt_y"/>
                                          </p:val>
                                        </p:tav>
                                      </p:tavLst>
                                    </p:anim>
                                    <p:animEffect transition="in" filter="wipe(up)">
                                      <p:cBhvr>
                                        <p:cTn id="20" dur="500"/>
                                        <p:tgtEl>
                                          <p:spTgt spid="5">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 calcmode="lin" valueType="num">
                                      <p:cBhvr additive="base">
                                        <p:cTn id="25" dur="500"/>
                                        <p:tgtEl>
                                          <p:spTgt spid="5">
                                            <p:txEl>
                                              <p:pRg st="2" end="2"/>
                                            </p:txEl>
                                          </p:spTgt>
                                        </p:tgtEl>
                                        <p:attrNameLst>
                                          <p:attrName>ppt_y</p:attrName>
                                        </p:attrNameLst>
                                      </p:cBhvr>
                                      <p:tavLst>
                                        <p:tav tm="0">
                                          <p:val>
                                            <p:strVal val="#ppt_y+#ppt_h*1.125000"/>
                                          </p:val>
                                        </p:tav>
                                        <p:tav tm="100000">
                                          <p:val>
                                            <p:strVal val="#ppt_y"/>
                                          </p:val>
                                        </p:tav>
                                      </p:tavLst>
                                    </p:anim>
                                    <p:animEffect transition="in" filter="wipe(up)">
                                      <p:cBhvr>
                                        <p:cTn id="26" dur="500"/>
                                        <p:tgtEl>
                                          <p:spTgt spid="5">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anim calcmode="lin" valueType="num">
                                      <p:cBhvr additive="base">
                                        <p:cTn id="31" dur="500"/>
                                        <p:tgtEl>
                                          <p:spTgt spid="5">
                                            <p:txEl>
                                              <p:pRg st="3" end="3"/>
                                            </p:txEl>
                                          </p:spTgt>
                                        </p:tgtEl>
                                        <p:attrNameLst>
                                          <p:attrName>ppt_y</p:attrName>
                                        </p:attrNameLst>
                                      </p:cBhvr>
                                      <p:tavLst>
                                        <p:tav tm="0">
                                          <p:val>
                                            <p:strVal val="#ppt_y+#ppt_h*1.125000"/>
                                          </p:val>
                                        </p:tav>
                                        <p:tav tm="100000">
                                          <p:val>
                                            <p:strVal val="#ppt_y"/>
                                          </p:val>
                                        </p:tav>
                                      </p:tavLst>
                                    </p:anim>
                                    <p:animEffect transition="in" filter="wipe(up)">
                                      <p:cBhvr>
                                        <p:cTn id="32" dur="500"/>
                                        <p:tgtEl>
                                          <p:spTgt spid="5">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 calcmode="lin" valueType="num">
                                      <p:cBhvr additive="base">
                                        <p:cTn id="37" dur="500"/>
                                        <p:tgtEl>
                                          <p:spTgt spid="5">
                                            <p:txEl>
                                              <p:pRg st="4" end="4"/>
                                            </p:txEl>
                                          </p:spTgt>
                                        </p:tgtEl>
                                        <p:attrNameLst>
                                          <p:attrName>ppt_y</p:attrName>
                                        </p:attrNameLst>
                                      </p:cBhvr>
                                      <p:tavLst>
                                        <p:tav tm="0">
                                          <p:val>
                                            <p:strVal val="#ppt_y+#ppt_h*1.125000"/>
                                          </p:val>
                                        </p:tav>
                                        <p:tav tm="100000">
                                          <p:val>
                                            <p:strVal val="#ppt_y"/>
                                          </p:val>
                                        </p:tav>
                                      </p:tavLst>
                                    </p:anim>
                                    <p:animEffect transition="in" filter="wipe(up)">
                                      <p:cBhvr>
                                        <p:cTn id="38" dur="500"/>
                                        <p:tgtEl>
                                          <p:spTgt spid="5">
                                            <p:txEl>
                                              <p:pRg st="4" end="4"/>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5">
                                            <p:txEl>
                                              <p:pRg st="5" end="5"/>
                                            </p:txEl>
                                          </p:spTgt>
                                        </p:tgtEl>
                                        <p:attrNameLst>
                                          <p:attrName>style.visibility</p:attrName>
                                        </p:attrNameLst>
                                      </p:cBhvr>
                                      <p:to>
                                        <p:strVal val="visible"/>
                                      </p:to>
                                    </p:set>
                                    <p:anim calcmode="lin" valueType="num">
                                      <p:cBhvr additive="base">
                                        <p:cTn id="43" dur="500"/>
                                        <p:tgtEl>
                                          <p:spTgt spid="5">
                                            <p:txEl>
                                              <p:pRg st="5" end="5"/>
                                            </p:txEl>
                                          </p:spTgt>
                                        </p:tgtEl>
                                        <p:attrNameLst>
                                          <p:attrName>ppt_y</p:attrName>
                                        </p:attrNameLst>
                                      </p:cBhvr>
                                      <p:tavLst>
                                        <p:tav tm="0">
                                          <p:val>
                                            <p:strVal val="#ppt_y+#ppt_h*1.125000"/>
                                          </p:val>
                                        </p:tav>
                                        <p:tav tm="100000">
                                          <p:val>
                                            <p:strVal val="#ppt_y"/>
                                          </p:val>
                                        </p:tav>
                                      </p:tavLst>
                                    </p:anim>
                                    <p:animEffect transition="in" filter="wipe(up)">
                                      <p:cBhvr>
                                        <p:cTn id="44"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5" grpId="1" build="p"/>
      <p:bldP spid="2" grpId="0"/>
      <p:bldP spid="2"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5610" y="661035"/>
            <a:ext cx="8079740" cy="887730"/>
          </a:xfrm>
        </p:spPr>
        <p:txBody>
          <a:bodyPr/>
          <a:lstStyle/>
          <a:p>
            <a:pPr>
              <a:spcAft>
                <a:spcPts val="0"/>
              </a:spcAft>
            </a:pPr>
            <a:r>
              <a:rPr lang="zh-CN" altLang="en-US"/>
              <a:t>由文献综述撰写联想到学术道德！</a:t>
            </a:r>
          </a:p>
        </p:txBody>
      </p:sp>
      <p:sp>
        <p:nvSpPr>
          <p:cNvPr id="3" name="内容占位符 2"/>
          <p:cNvSpPr>
            <a:spLocks noGrp="1"/>
          </p:cNvSpPr>
          <p:nvPr>
            <p:ph idx="1"/>
          </p:nvPr>
        </p:nvSpPr>
        <p:spPr>
          <a:xfrm>
            <a:off x="628650" y="1411962"/>
            <a:ext cx="7886700" cy="3263503"/>
          </a:xfrm>
        </p:spPr>
        <p:txBody>
          <a:bodyPr/>
          <a:lstStyle/>
          <a:p>
            <a:pPr>
              <a:spcAft>
                <a:spcPts val="0"/>
              </a:spcAft>
            </a:pPr>
            <a:r>
              <a:rPr lang="zh-CN" altLang="en-US" sz="2000"/>
              <a:t>学术道德，是悬在师生、学者头顶的</a:t>
            </a:r>
            <a:r>
              <a:rPr lang="en-US" altLang="zh-CN" sz="2000"/>
              <a:t>”</a:t>
            </a:r>
            <a:r>
              <a:rPr lang="zh-CN" altLang="en-US" sz="2000"/>
              <a:t>达摩克斯</a:t>
            </a:r>
            <a:r>
              <a:rPr lang="en-US" altLang="zh-CN" sz="2000"/>
              <a:t>”</a:t>
            </a:r>
            <a:r>
              <a:rPr lang="zh-CN" altLang="en-US" sz="2000"/>
              <a:t>之剑</a:t>
            </a:r>
            <a:r>
              <a:rPr lang="en-US" altLang="zh-CN" sz="2000"/>
              <a:t>!</a:t>
            </a:r>
          </a:p>
          <a:p>
            <a:r>
              <a:rPr lang="en-US" altLang="zh-CN" sz="2000"/>
              <a:t>电子科技大学基本学术道德规范及学术不端行为处理办法</a:t>
            </a:r>
          </a:p>
          <a:p>
            <a:r>
              <a:rPr lang="en-US" altLang="zh-CN" sz="2000"/>
              <a:t>https://xxgkw.uestc.edu.cn/info/1086/2413.htm</a:t>
            </a:r>
          </a:p>
        </p:txBody>
      </p:sp>
      <p:pic>
        <p:nvPicPr>
          <p:cNvPr id="4" name="图片 3"/>
          <p:cNvPicPr>
            <a:picLocks noChangeAspect="1"/>
          </p:cNvPicPr>
          <p:nvPr userDrawn="1">
            <p:custDataLst>
              <p:tags r:id="rId1"/>
            </p:custDataLst>
          </p:nvPr>
        </p:nvPicPr>
        <p:blipFill>
          <a:blip r:embed="rId3"/>
          <a:stretch>
            <a:fillRect/>
          </a:stretch>
        </p:blipFill>
        <p:spPr>
          <a:xfrm>
            <a:off x="48577" y="249238"/>
            <a:ext cx="1127284" cy="1068705"/>
          </a:xfrm>
          <a:prstGeom prst="rect">
            <a:avLst/>
          </a:prstGeom>
        </p:spPr>
      </p:pic>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a:t>
            </a:r>
          </a:p>
        </p:txBody>
      </p:sp>
      <p:pic>
        <p:nvPicPr>
          <p:cNvPr id="7" name="图片 6"/>
          <p:cNvPicPr>
            <a:picLocks noChangeAspect="1"/>
          </p:cNvPicPr>
          <p:nvPr/>
        </p:nvPicPr>
        <p:blipFill>
          <a:blip r:embed="rId4"/>
          <a:stretch>
            <a:fillRect/>
          </a:stretch>
        </p:blipFill>
        <p:spPr>
          <a:xfrm>
            <a:off x="48260" y="3284855"/>
            <a:ext cx="3857625" cy="1539875"/>
          </a:xfrm>
          <a:prstGeom prst="rect">
            <a:avLst/>
          </a:prstGeom>
        </p:spPr>
      </p:pic>
      <p:pic>
        <p:nvPicPr>
          <p:cNvPr id="8" name="图片 7"/>
          <p:cNvPicPr>
            <a:picLocks noChangeAspect="1"/>
          </p:cNvPicPr>
          <p:nvPr/>
        </p:nvPicPr>
        <p:blipFill>
          <a:blip r:embed="rId5"/>
          <a:stretch>
            <a:fillRect/>
          </a:stretch>
        </p:blipFill>
        <p:spPr>
          <a:xfrm>
            <a:off x="4067810" y="3140710"/>
            <a:ext cx="3437255" cy="1464310"/>
          </a:xfrm>
          <a:prstGeom prst="rect">
            <a:avLst/>
          </a:prstGeom>
        </p:spPr>
      </p:pic>
      <p:pic>
        <p:nvPicPr>
          <p:cNvPr id="10" name="图片 9"/>
          <p:cNvPicPr>
            <a:picLocks noChangeAspect="1"/>
          </p:cNvPicPr>
          <p:nvPr/>
        </p:nvPicPr>
        <p:blipFill>
          <a:blip r:embed="rId6"/>
          <a:stretch>
            <a:fillRect/>
          </a:stretch>
        </p:blipFill>
        <p:spPr>
          <a:xfrm>
            <a:off x="628650" y="5805170"/>
            <a:ext cx="7290435" cy="633095"/>
          </a:xfrm>
          <a:prstGeom prst="rect">
            <a:avLst/>
          </a:prstGeom>
        </p:spPr>
      </p:pic>
      <p:pic>
        <p:nvPicPr>
          <p:cNvPr id="11" name="图片 10"/>
          <p:cNvPicPr>
            <a:picLocks noChangeAspect="1"/>
          </p:cNvPicPr>
          <p:nvPr/>
        </p:nvPicPr>
        <p:blipFill>
          <a:blip r:embed="rId7"/>
          <a:stretch>
            <a:fillRect/>
          </a:stretch>
        </p:blipFill>
        <p:spPr>
          <a:xfrm>
            <a:off x="539750" y="4869180"/>
            <a:ext cx="7290435" cy="84836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547813"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a:t>
            </a:r>
          </a:p>
        </p:txBody>
      </p:sp>
      <p:sp>
        <p:nvSpPr>
          <p:cNvPr id="41987" name="矩形 3"/>
          <p:cNvSpPr/>
          <p:nvPr/>
        </p:nvSpPr>
        <p:spPr>
          <a:xfrm>
            <a:off x="900113" y="908050"/>
            <a:ext cx="8632825"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2. </a:t>
            </a:r>
            <a:r>
              <a:rPr lang="zh-CN" altLang="en-US" sz="2000" b="1" dirty="0">
                <a:solidFill>
                  <a:srgbClr val="000000"/>
                </a:solidFill>
                <a:latin typeface="黑体" panose="02010609060101010101" charset="-122"/>
                <a:ea typeface="黑体" panose="02010609060101010101" charset="-122"/>
                <a:cs typeface="黑体" panose="02010609060101010101" charset="-122"/>
              </a:rPr>
              <a:t>文献检索的信息来源（中文）</a:t>
            </a:r>
          </a:p>
        </p:txBody>
      </p:sp>
      <p:sp>
        <p:nvSpPr>
          <p:cNvPr id="5" name="矩形 4"/>
          <p:cNvSpPr/>
          <p:nvPr/>
        </p:nvSpPr>
        <p:spPr>
          <a:xfrm>
            <a:off x="900113" y="1484313"/>
            <a:ext cx="4319588" cy="720725"/>
          </a:xfrm>
          <a:prstGeom prst="rect">
            <a:avLst/>
          </a:prstGeom>
          <a:solidFill>
            <a:srgbClr val="C00000"/>
          </a:solidFill>
          <a:ln w="12700" cap="flat" cmpd="sng" algn="ctr">
            <a:noFill/>
            <a:prstDash val="solid"/>
            <a:miter lim="800000"/>
          </a:ln>
          <a:effectLst/>
        </p:spPr>
        <p:txBody>
          <a:bodyPr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王者</a:t>
            </a:r>
            <a:endParaRPr kumimoji="0" lang="en-US" altLang="zh-CN"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endParaRPr>
          </a:p>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学术期刊</a:t>
            </a:r>
            <a:r>
              <a:rPr kumimoji="0" lang="en-US" altLang="zh-CN"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&amp;</a:t>
            </a: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专利数据库</a:t>
            </a:r>
          </a:p>
        </p:txBody>
      </p:sp>
      <p:sp>
        <p:nvSpPr>
          <p:cNvPr id="41989" name="矩形 5"/>
          <p:cNvSpPr/>
          <p:nvPr/>
        </p:nvSpPr>
        <p:spPr>
          <a:xfrm>
            <a:off x="5219700" y="1628775"/>
            <a:ext cx="3924300" cy="645160"/>
          </a:xfrm>
          <a:prstGeom prst="rect">
            <a:avLst/>
          </a:prstGeom>
          <a:noFill/>
          <a:ln w="9525">
            <a:noFill/>
          </a:ln>
        </p:spPr>
        <p:txBody>
          <a:bodyPr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rPr>
              <a:t>建立在熟练使用知网等数据库的基础之上</a:t>
            </a:r>
          </a:p>
        </p:txBody>
      </p:sp>
      <p:pic>
        <p:nvPicPr>
          <p:cNvPr id="41990" name="图片 6"/>
          <p:cNvPicPr>
            <a:picLocks noChangeAspect="1"/>
          </p:cNvPicPr>
          <p:nvPr/>
        </p:nvPicPr>
        <p:blipFill>
          <a:blip r:embed="rId5"/>
          <a:stretch>
            <a:fillRect/>
          </a:stretch>
        </p:blipFill>
        <p:spPr>
          <a:xfrm>
            <a:off x="900113" y="2276475"/>
            <a:ext cx="4319587" cy="1781175"/>
          </a:xfrm>
          <a:prstGeom prst="rect">
            <a:avLst/>
          </a:prstGeom>
          <a:noFill/>
          <a:ln w="9525">
            <a:noFill/>
          </a:ln>
        </p:spPr>
      </p:pic>
      <p:sp>
        <p:nvSpPr>
          <p:cNvPr id="41991" name="矩形 7"/>
          <p:cNvSpPr/>
          <p:nvPr/>
        </p:nvSpPr>
        <p:spPr>
          <a:xfrm>
            <a:off x="5216525" y="2276475"/>
            <a:ext cx="4097338" cy="1753235"/>
          </a:xfrm>
          <a:prstGeom prst="rect">
            <a:avLst/>
          </a:prstGeom>
          <a:noFill/>
          <a:ln w="9525">
            <a:noFill/>
          </a:ln>
        </p:spPr>
        <p:txBody>
          <a:bodyPr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cs typeface="黑体" panose="02010609060101010101" charset="-122"/>
              </a:rPr>
              <a:t>以专业领域划分的学术期刊，</a:t>
            </a:r>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spcAft>
                <a:spcPts val="0"/>
              </a:spcAft>
            </a:pPr>
            <a:r>
              <a:rPr lang="zh-CN" altLang="en-US" sz="1800" dirty="0">
                <a:solidFill>
                  <a:srgbClr val="000000"/>
                </a:solidFill>
                <a:latin typeface="黑体" panose="02010609060101010101" charset="-122"/>
                <a:ea typeface="黑体" panose="02010609060101010101" charset="-122"/>
                <a:cs typeface="黑体" panose="02010609060101010101" charset="-122"/>
              </a:rPr>
              <a:t>出版综述和研究进展，都是“小论文”</a:t>
            </a:r>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spcAft>
                <a:spcPts val="0"/>
              </a:spcAft>
            </a:pPr>
            <a:r>
              <a:rPr lang="zh-CN" altLang="en-US" sz="1800" dirty="0">
                <a:solidFill>
                  <a:srgbClr val="000000"/>
                </a:solidFill>
                <a:latin typeface="黑体" panose="02010609060101010101" charset="-122"/>
                <a:ea typeface="黑体" panose="02010609060101010101" charset="-122"/>
                <a:cs typeface="黑体" panose="02010609060101010101" charset="-122"/>
              </a:rPr>
              <a:t>更加专业、汇聚，</a:t>
            </a:r>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spcAft>
                <a:spcPts val="0"/>
              </a:spcAft>
            </a:pPr>
            <a:r>
              <a:rPr lang="zh-CN" altLang="en-US" sz="1800" dirty="0">
                <a:solidFill>
                  <a:srgbClr val="000000"/>
                </a:solidFill>
                <a:latin typeface="黑体" panose="02010609060101010101" charset="-122"/>
                <a:ea typeface="黑体" panose="02010609060101010101" charset="-122"/>
                <a:cs typeface="黑体" panose="02010609060101010101" charset="-122"/>
              </a:rPr>
              <a:t>在专业期刊发文的科学家</a:t>
            </a:r>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pPr>
            <a:r>
              <a:rPr lang="zh-CN" altLang="en-US" sz="1800" dirty="0">
                <a:solidFill>
                  <a:srgbClr val="000000"/>
                </a:solidFill>
                <a:latin typeface="黑体" panose="02010609060101010101" charset="-122"/>
                <a:ea typeface="黑体" panose="02010609060101010101" charset="-122"/>
                <a:cs typeface="黑体" panose="02010609060101010101" charset="-122"/>
              </a:rPr>
              <a:t>一般都是真正的内行</a:t>
            </a:r>
          </a:p>
        </p:txBody>
      </p:sp>
      <p:sp>
        <p:nvSpPr>
          <p:cNvPr id="41992" name="矩形 9"/>
          <p:cNvSpPr/>
          <p:nvPr/>
        </p:nvSpPr>
        <p:spPr>
          <a:xfrm>
            <a:off x="900113" y="4365625"/>
            <a:ext cx="8077200" cy="460375"/>
          </a:xfrm>
          <a:prstGeom prst="rect">
            <a:avLst/>
          </a:prstGeom>
          <a:noFill/>
          <a:ln w="9525">
            <a:noFill/>
          </a:ln>
        </p:spPr>
        <p:txBody>
          <a:bodyPr wrap="none"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cs typeface="黑体" panose="02010609060101010101" charset="-122"/>
              </a:rPr>
              <a:t>电子与通信领域常用的</a:t>
            </a:r>
            <a:r>
              <a:rPr lang="zh-CN" altLang="en-US" sz="2400" b="1" dirty="0">
                <a:solidFill>
                  <a:srgbClr val="000000"/>
                </a:solidFill>
                <a:latin typeface="黑体" panose="02010609060101010101" charset="-122"/>
                <a:ea typeface="黑体" panose="02010609060101010101" charset="-122"/>
                <a:cs typeface="黑体" panose="02010609060101010101" charset="-122"/>
              </a:rPr>
              <a:t>中文核心期刊</a:t>
            </a:r>
            <a:r>
              <a:rPr lang="zh-CN" altLang="en-US" sz="1800" dirty="0">
                <a:solidFill>
                  <a:srgbClr val="000000"/>
                </a:solidFill>
                <a:latin typeface="黑体" panose="02010609060101010101" charset="-122"/>
                <a:ea typeface="黑体" panose="02010609060101010101" charset="-122"/>
                <a:cs typeface="黑体" panose="02010609060101010101" charset="-122"/>
              </a:rPr>
              <a:t>：它们中的很多都是</a:t>
            </a:r>
            <a:r>
              <a:rPr lang="en-US" altLang="zh-CN" sz="1800" dirty="0">
                <a:solidFill>
                  <a:srgbClr val="000000"/>
                </a:solidFill>
                <a:latin typeface="黑体" panose="02010609060101010101" charset="-122"/>
                <a:ea typeface="黑体" panose="02010609060101010101" charset="-122"/>
                <a:cs typeface="黑体" panose="02010609060101010101" charset="-122"/>
              </a:rPr>
              <a:t>SCI</a:t>
            </a:r>
            <a:r>
              <a:rPr lang="zh-CN" altLang="en-US" sz="1800" dirty="0">
                <a:solidFill>
                  <a:srgbClr val="000000"/>
                </a:solidFill>
                <a:latin typeface="黑体" panose="02010609060101010101" charset="-122"/>
                <a:ea typeface="黑体" panose="02010609060101010101" charset="-122"/>
                <a:cs typeface="黑体" panose="02010609060101010101" charset="-122"/>
              </a:rPr>
              <a:t>和</a:t>
            </a:r>
            <a:r>
              <a:rPr lang="en-US" altLang="zh-CN" sz="1800" dirty="0">
                <a:solidFill>
                  <a:srgbClr val="000000"/>
                </a:solidFill>
                <a:latin typeface="黑体" panose="02010609060101010101" charset="-122"/>
                <a:ea typeface="黑体" panose="02010609060101010101" charset="-122"/>
                <a:cs typeface="黑体" panose="02010609060101010101" charset="-122"/>
              </a:rPr>
              <a:t>EI</a:t>
            </a:r>
            <a:r>
              <a:rPr lang="zh-CN" altLang="en-US" sz="1800" dirty="0">
                <a:solidFill>
                  <a:srgbClr val="000000"/>
                </a:solidFill>
                <a:latin typeface="黑体" panose="02010609060101010101" charset="-122"/>
                <a:ea typeface="黑体" panose="02010609060101010101" charset="-122"/>
                <a:cs typeface="黑体" panose="02010609060101010101" charset="-122"/>
              </a:rPr>
              <a:t>索引的。</a:t>
            </a:r>
          </a:p>
        </p:txBody>
      </p:sp>
      <p:sp>
        <p:nvSpPr>
          <p:cNvPr id="41993" name="矩形 10"/>
          <p:cNvSpPr/>
          <p:nvPr/>
        </p:nvSpPr>
        <p:spPr>
          <a:xfrm>
            <a:off x="3059113" y="4868863"/>
            <a:ext cx="6473825" cy="1753235"/>
          </a:xfrm>
          <a:prstGeom prst="rect">
            <a:avLst/>
          </a:prstGeom>
          <a:noFill/>
          <a:ln w="9525">
            <a:noFill/>
          </a:ln>
        </p:spPr>
        <p:txBody>
          <a:bodyPr anchor="t">
            <a:spAutoFit/>
          </a:bodyPr>
          <a:lstStyle/>
          <a:p>
            <a:pPr defTabSz="457200">
              <a:spcAft>
                <a:spcPts val="0"/>
              </a:spcAft>
            </a:pPr>
            <a:r>
              <a:rPr lang="en-US" altLang="zh-CN" sz="1800" dirty="0">
                <a:solidFill>
                  <a:srgbClr val="000000"/>
                </a:solidFill>
                <a:latin typeface="黑体" panose="02010609060101010101" charset="-122"/>
                <a:ea typeface="黑体" panose="02010609060101010101" charset="-122"/>
                <a:cs typeface="黑体" panose="02010609060101010101" charset="-122"/>
              </a:rPr>
              <a:t>SCI</a:t>
            </a:r>
            <a:r>
              <a:rPr lang="zh-CN" altLang="en-US" sz="1800" dirty="0">
                <a:solidFill>
                  <a:srgbClr val="000000"/>
                </a:solidFill>
                <a:latin typeface="黑体" panose="02010609060101010101" charset="-122"/>
                <a:ea typeface="黑体" panose="02010609060101010101" charset="-122"/>
                <a:cs typeface="黑体" panose="02010609060101010101" charset="-122"/>
              </a:rPr>
              <a:t>：中国科学、物理学报、物理化学学报、</a:t>
            </a:r>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spcAft>
                <a:spcPts val="0"/>
              </a:spcAft>
            </a:pPr>
            <a:r>
              <a:rPr lang="zh-CN" altLang="en-US" sz="1800" dirty="0">
                <a:solidFill>
                  <a:srgbClr val="000000"/>
                </a:solidFill>
                <a:latin typeface="黑体" panose="02010609060101010101" charset="-122"/>
                <a:ea typeface="黑体" panose="02010609060101010101" charset="-122"/>
                <a:cs typeface="黑体" panose="02010609060101010101" charset="-122"/>
              </a:rPr>
              <a:t>红外与毫米波学报、光谱学与光谱分析</a:t>
            </a:r>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spcAft>
                <a:spcPts val="0"/>
              </a:spcAft>
            </a:pPr>
            <a:r>
              <a:rPr lang="zh-CN" altLang="en-US" sz="1800" dirty="0">
                <a:solidFill>
                  <a:srgbClr val="000000"/>
                </a:solidFill>
                <a:latin typeface="黑体" panose="02010609060101010101" charset="-122"/>
                <a:ea typeface="黑体" panose="02010609060101010101" charset="-122"/>
                <a:cs typeface="黑体" panose="02010609060101010101" charset="-122"/>
              </a:rPr>
              <a:t>中文核心：电子学报、电子与信息学报、</a:t>
            </a:r>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spcAft>
                <a:spcPts val="0"/>
              </a:spcAft>
            </a:pPr>
            <a:r>
              <a:rPr lang="zh-CN" altLang="en-US" sz="1800" dirty="0">
                <a:solidFill>
                  <a:srgbClr val="000000"/>
                </a:solidFill>
                <a:latin typeface="黑体" panose="02010609060101010101" charset="-122"/>
                <a:ea typeface="黑体" panose="02010609060101010101" charset="-122"/>
                <a:cs typeface="黑体" panose="02010609060101010101" charset="-122"/>
              </a:rPr>
              <a:t>系统工程与通信技术、系统工程与电子技术、</a:t>
            </a:r>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pPr>
            <a:r>
              <a:rPr lang="zh-CN" altLang="en-US" sz="1800" dirty="0">
                <a:solidFill>
                  <a:srgbClr val="000000"/>
                </a:solidFill>
                <a:latin typeface="黑体" panose="02010609060101010101" charset="-122"/>
                <a:ea typeface="黑体" panose="02010609060101010101" charset="-122"/>
                <a:cs typeface="黑体" panose="02010609060101010101" charset="-122"/>
              </a:rPr>
              <a:t>光子学报、激光与光电子进展、电子科技大学学报等等。</a:t>
            </a:r>
          </a:p>
        </p:txBody>
      </p:sp>
      <p:sp>
        <p:nvSpPr>
          <p:cNvPr id="12" name="圆角矩形标注 26"/>
          <p:cNvSpPr/>
          <p:nvPr/>
        </p:nvSpPr>
        <p:spPr>
          <a:xfrm>
            <a:off x="900113" y="4941888"/>
            <a:ext cx="1739900" cy="1574800"/>
          </a:xfrm>
          <a:prstGeom prst="wedgeRoundRectCallout">
            <a:avLst>
              <a:gd name="adj1" fmla="val 78874"/>
              <a:gd name="adj2" fmla="val -35923"/>
              <a:gd name="adj3" fmla="val 16667"/>
            </a:avLst>
          </a:prstGeom>
          <a:solidFill>
            <a:srgbClr val="C00000"/>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sym typeface="+mn-ea"/>
              </a:rPr>
              <a:t>本科生能一篇</a:t>
            </a: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sym typeface="+mn-ea"/>
              </a:rPr>
              <a:t>也是妥妥的牛</a:t>
            </a:r>
            <a:endParaRPr kumimoji="0" lang="zh-CN" altLang="en-US"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547813"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a:t>
            </a:r>
          </a:p>
        </p:txBody>
      </p:sp>
      <p:sp>
        <p:nvSpPr>
          <p:cNvPr id="43011" name="矩形 3"/>
          <p:cNvSpPr/>
          <p:nvPr/>
        </p:nvSpPr>
        <p:spPr>
          <a:xfrm>
            <a:off x="900113" y="1052513"/>
            <a:ext cx="8632825"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2. </a:t>
            </a:r>
            <a:r>
              <a:rPr lang="zh-CN" altLang="en-US" sz="2000" b="1" dirty="0">
                <a:solidFill>
                  <a:srgbClr val="000000"/>
                </a:solidFill>
                <a:latin typeface="黑体" panose="02010609060101010101" charset="-122"/>
                <a:ea typeface="黑体" panose="02010609060101010101" charset="-122"/>
                <a:cs typeface="黑体" panose="02010609060101010101" charset="-122"/>
              </a:rPr>
              <a:t>文献检索的信息来源（中文）</a:t>
            </a:r>
          </a:p>
        </p:txBody>
      </p:sp>
      <p:sp>
        <p:nvSpPr>
          <p:cNvPr id="5" name="矩形 4"/>
          <p:cNvSpPr/>
          <p:nvPr/>
        </p:nvSpPr>
        <p:spPr>
          <a:xfrm>
            <a:off x="900113" y="1628775"/>
            <a:ext cx="4319588" cy="720725"/>
          </a:xfrm>
          <a:prstGeom prst="rect">
            <a:avLst/>
          </a:prstGeom>
          <a:solidFill>
            <a:srgbClr val="C00000"/>
          </a:solidFill>
          <a:ln w="12700" cap="flat" cmpd="sng" algn="ctr">
            <a:noFill/>
            <a:prstDash val="solid"/>
            <a:miter lim="800000"/>
          </a:ln>
          <a:effectLst/>
        </p:spPr>
        <p:txBody>
          <a:bodyPr anchor="ct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王者</a:t>
            </a:r>
            <a:endParaRPr kumimoji="0" lang="en-US" altLang="zh-CN"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endParaRPr>
          </a:p>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学术期刊</a:t>
            </a:r>
            <a:r>
              <a:rPr kumimoji="0" lang="en-US" altLang="zh-CN"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&amp;</a:t>
            </a: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黑体" panose="02010609060101010101" charset="-122"/>
              </a:rPr>
              <a:t>专利数据库</a:t>
            </a:r>
          </a:p>
        </p:txBody>
      </p:sp>
      <p:sp>
        <p:nvSpPr>
          <p:cNvPr id="43013" name="矩形 5"/>
          <p:cNvSpPr/>
          <p:nvPr/>
        </p:nvSpPr>
        <p:spPr>
          <a:xfrm>
            <a:off x="5219700" y="1773238"/>
            <a:ext cx="3816350" cy="645160"/>
          </a:xfrm>
          <a:prstGeom prst="rect">
            <a:avLst/>
          </a:prstGeom>
          <a:noFill/>
          <a:ln w="9525">
            <a:noFill/>
          </a:ln>
        </p:spPr>
        <p:txBody>
          <a:bodyPr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rPr>
              <a:t>建立在熟练使用知网等数据库的基础之上</a:t>
            </a:r>
          </a:p>
        </p:txBody>
      </p:sp>
      <p:pic>
        <p:nvPicPr>
          <p:cNvPr id="43014" name="图片 6"/>
          <p:cNvPicPr>
            <a:picLocks noChangeAspect="1"/>
          </p:cNvPicPr>
          <p:nvPr/>
        </p:nvPicPr>
        <p:blipFill>
          <a:blip r:embed="rId5"/>
          <a:srcRect b="10727"/>
          <a:stretch>
            <a:fillRect/>
          </a:stretch>
        </p:blipFill>
        <p:spPr>
          <a:xfrm>
            <a:off x="1116013" y="2641600"/>
            <a:ext cx="7920037" cy="4035425"/>
          </a:xfrm>
          <a:prstGeom prst="rect">
            <a:avLst/>
          </a:prstGeom>
          <a:noFill/>
          <a:ln w="9525">
            <a:noFill/>
          </a:ln>
        </p:spPr>
      </p:pic>
      <p:sp>
        <p:nvSpPr>
          <p:cNvPr id="43015" name="矩形 7"/>
          <p:cNvSpPr/>
          <p:nvPr/>
        </p:nvSpPr>
        <p:spPr>
          <a:xfrm>
            <a:off x="3563938" y="2273300"/>
            <a:ext cx="3268980" cy="368300"/>
          </a:xfrm>
          <a:prstGeom prst="rect">
            <a:avLst/>
          </a:prstGeom>
          <a:noFill/>
          <a:ln w="9525">
            <a:noFill/>
          </a:ln>
        </p:spPr>
        <p:txBody>
          <a:bodyPr wrap="none"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rPr>
              <a:t>http://cpquery.sipo.gov.cn/</a:t>
            </a: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547813"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a:t>
            </a:r>
          </a:p>
        </p:txBody>
      </p:sp>
      <p:sp>
        <p:nvSpPr>
          <p:cNvPr id="44035" name="矩形 3"/>
          <p:cNvSpPr/>
          <p:nvPr/>
        </p:nvSpPr>
        <p:spPr>
          <a:xfrm>
            <a:off x="827088" y="908050"/>
            <a:ext cx="8634412"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2. </a:t>
            </a:r>
            <a:r>
              <a:rPr lang="zh-CN" altLang="en-US" sz="2000" b="1" dirty="0">
                <a:solidFill>
                  <a:srgbClr val="000000"/>
                </a:solidFill>
                <a:latin typeface="黑体" panose="02010609060101010101" charset="-122"/>
                <a:ea typeface="黑体" panose="02010609060101010101" charset="-122"/>
                <a:cs typeface="黑体" panose="02010609060101010101" charset="-122"/>
              </a:rPr>
              <a:t>文献检索的信息来源</a:t>
            </a:r>
          </a:p>
        </p:txBody>
      </p:sp>
      <p:sp>
        <p:nvSpPr>
          <p:cNvPr id="5" name="矩形 4"/>
          <p:cNvSpPr/>
          <p:nvPr/>
        </p:nvSpPr>
        <p:spPr>
          <a:xfrm>
            <a:off x="827088" y="1484313"/>
            <a:ext cx="1441450" cy="5040313"/>
          </a:xfrm>
          <a:prstGeom prst="rect">
            <a:avLst/>
          </a:prstGeom>
          <a:solidFill>
            <a:srgbClr val="0070C0"/>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外文（英文）</a:t>
            </a:r>
          </a:p>
        </p:txBody>
      </p:sp>
      <p:sp>
        <p:nvSpPr>
          <p:cNvPr id="6" name="矩形 5"/>
          <p:cNvSpPr/>
          <p:nvPr/>
        </p:nvSpPr>
        <p:spPr>
          <a:xfrm>
            <a:off x="2411413" y="1484313"/>
            <a:ext cx="6732588" cy="1439863"/>
          </a:xfrm>
          <a:prstGeom prst="rect">
            <a:avLst/>
          </a:prstGeom>
          <a:solidFill>
            <a:srgbClr val="0070C0"/>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英文文献检索建立在对文献检索有一定的了解的基础之上，</a:t>
            </a: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相比于中文文献检索，英文文献检索面对的是世界成果，</a:t>
            </a: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其中的很多内容发表平台更高，质量更好，当然难度也更大。</a:t>
            </a:r>
          </a:p>
        </p:txBody>
      </p:sp>
      <p:pic>
        <p:nvPicPr>
          <p:cNvPr id="44038" name="图片 6"/>
          <p:cNvPicPr>
            <a:picLocks noChangeAspect="1"/>
          </p:cNvPicPr>
          <p:nvPr/>
        </p:nvPicPr>
        <p:blipFill>
          <a:blip r:embed="rId5"/>
          <a:stretch>
            <a:fillRect/>
          </a:stretch>
        </p:blipFill>
        <p:spPr>
          <a:xfrm>
            <a:off x="2414588" y="2997200"/>
            <a:ext cx="1436687" cy="2016125"/>
          </a:xfrm>
          <a:prstGeom prst="rect">
            <a:avLst/>
          </a:prstGeom>
          <a:noFill/>
          <a:ln w="9525">
            <a:noFill/>
          </a:ln>
        </p:spPr>
      </p:pic>
      <p:sp>
        <p:nvSpPr>
          <p:cNvPr id="8" name="圆角矩形标注 21"/>
          <p:cNvSpPr/>
          <p:nvPr/>
        </p:nvSpPr>
        <p:spPr>
          <a:xfrm>
            <a:off x="4356100" y="2997200"/>
            <a:ext cx="4787900" cy="936625"/>
          </a:xfrm>
          <a:prstGeom prst="wedgeRoundRectCallout">
            <a:avLst>
              <a:gd name="adj1" fmla="val -65015"/>
              <a:gd name="adj2" fmla="val -31826"/>
              <a:gd name="adj3" fmla="val 16667"/>
            </a:avLst>
          </a:prstGeom>
          <a:solidFill>
            <a:srgbClr val="C00000"/>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cs typeface="黑体" panose="02010609060101010101" charset="-122"/>
                <a:sym typeface="+mn-ea"/>
              </a:rPr>
              <a:t>英文文献中，我们一般都是检索期刊论文</a:t>
            </a: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cs typeface="黑体" panose="02010609060101010101" charset="-122"/>
                <a:sym typeface="+mn-ea"/>
              </a:rPr>
              <a:t>也就是“小论文”。</a:t>
            </a:r>
            <a:endParaRPr kumimoji="0" lang="en-US" altLang="zh-CN"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黑体" panose="02010609060101010101" charset="-122"/>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1800" kern="0" noProof="0" dirty="0">
                <a:ln>
                  <a:noFill/>
                </a:ln>
                <a:solidFill>
                  <a:srgbClr val="FFFFFF"/>
                </a:solidFill>
                <a:effectLst/>
                <a:uLnTx/>
                <a:uFillTx/>
                <a:latin typeface="黑体" panose="02010609060101010101" charset="-122"/>
                <a:ea typeface="黑体" panose="02010609060101010101" charset="-122"/>
                <a:cs typeface="黑体" panose="02010609060101010101" charset="-122"/>
                <a:sym typeface="+mn-ea"/>
              </a:rPr>
              <a:t>有时也检索专利</a:t>
            </a:r>
            <a:endParaRPr kumimoji="0" lang="zh-CN" altLang="en-US"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黑体" panose="02010609060101010101" charset="-122"/>
            </a:endParaRPr>
          </a:p>
        </p:txBody>
      </p:sp>
      <p:sp>
        <p:nvSpPr>
          <p:cNvPr id="44040" name="矩形 9"/>
          <p:cNvSpPr/>
          <p:nvPr/>
        </p:nvSpPr>
        <p:spPr>
          <a:xfrm>
            <a:off x="4427538" y="4221163"/>
            <a:ext cx="5033962" cy="368300"/>
          </a:xfrm>
          <a:prstGeom prst="rect">
            <a:avLst/>
          </a:prstGeom>
          <a:noFill/>
          <a:ln w="9525">
            <a:noFill/>
          </a:ln>
        </p:spPr>
        <p:txBody>
          <a:bodyPr anchor="t">
            <a:spAutoFit/>
          </a:bodyPr>
          <a:lstStyle/>
          <a:p>
            <a:pPr defTabSz="457200">
              <a:spcAft>
                <a:spcPts val="0"/>
              </a:spcAft>
            </a:pPr>
            <a:r>
              <a:rPr lang="zh-CN" altLang="en-US" sz="1800" b="1" dirty="0">
                <a:solidFill>
                  <a:srgbClr val="000000"/>
                </a:solidFill>
                <a:latin typeface="黑体" panose="02010609060101010101" charset="-122"/>
                <a:ea typeface="黑体" panose="02010609060101010101" charset="-122"/>
              </a:rPr>
              <a:t>电子信息领域绕不过去的英文文献几大数据库：</a:t>
            </a:r>
          </a:p>
        </p:txBody>
      </p:sp>
      <p:pic>
        <p:nvPicPr>
          <p:cNvPr id="44041" name="图片 10"/>
          <p:cNvPicPr>
            <a:picLocks noChangeAspect="1"/>
          </p:cNvPicPr>
          <p:nvPr/>
        </p:nvPicPr>
        <p:blipFill>
          <a:blip r:embed="rId6"/>
          <a:stretch>
            <a:fillRect/>
          </a:stretch>
        </p:blipFill>
        <p:spPr>
          <a:xfrm>
            <a:off x="5076825" y="5722938"/>
            <a:ext cx="2663825" cy="801687"/>
          </a:xfrm>
          <a:prstGeom prst="rect">
            <a:avLst/>
          </a:prstGeom>
          <a:noFill/>
          <a:ln w="9525">
            <a:noFill/>
          </a:ln>
        </p:spPr>
      </p:pic>
      <p:pic>
        <p:nvPicPr>
          <p:cNvPr id="44042" name="图片 11"/>
          <p:cNvPicPr>
            <a:picLocks noChangeAspect="1"/>
          </p:cNvPicPr>
          <p:nvPr/>
        </p:nvPicPr>
        <p:blipFill>
          <a:blip r:embed="rId7"/>
          <a:stretch>
            <a:fillRect/>
          </a:stretch>
        </p:blipFill>
        <p:spPr>
          <a:xfrm>
            <a:off x="2484438" y="5534025"/>
            <a:ext cx="2562225" cy="990600"/>
          </a:xfrm>
          <a:prstGeom prst="rect">
            <a:avLst/>
          </a:prstGeom>
          <a:noFill/>
          <a:ln w="9525">
            <a:noFill/>
          </a:ln>
        </p:spPr>
      </p:pic>
      <p:pic>
        <p:nvPicPr>
          <p:cNvPr id="44043" name="图片 12"/>
          <p:cNvPicPr>
            <a:picLocks noChangeAspect="1"/>
          </p:cNvPicPr>
          <p:nvPr/>
        </p:nvPicPr>
        <p:blipFill>
          <a:blip r:embed="rId8"/>
          <a:stretch>
            <a:fillRect/>
          </a:stretch>
        </p:blipFill>
        <p:spPr>
          <a:xfrm>
            <a:off x="7826375" y="5175250"/>
            <a:ext cx="1266825" cy="1323975"/>
          </a:xfrm>
          <a:prstGeom prst="rect">
            <a:avLst/>
          </a:prstGeom>
          <a:noFill/>
          <a:ln w="9525">
            <a:noFill/>
          </a:ln>
        </p:spPr>
      </p:pic>
      <p:pic>
        <p:nvPicPr>
          <p:cNvPr id="44044" name="图片 13"/>
          <p:cNvPicPr>
            <a:picLocks noChangeAspect="1"/>
          </p:cNvPicPr>
          <p:nvPr/>
        </p:nvPicPr>
        <p:blipFill>
          <a:blip r:embed="rId9"/>
          <a:stretch>
            <a:fillRect/>
          </a:stretch>
        </p:blipFill>
        <p:spPr>
          <a:xfrm>
            <a:off x="2555875" y="4994275"/>
            <a:ext cx="3078163" cy="539750"/>
          </a:xfrm>
          <a:prstGeom prst="rect">
            <a:avLst/>
          </a:prstGeom>
          <a:noFill/>
          <a:ln w="9525">
            <a:noFill/>
          </a:ln>
        </p:spPr>
      </p:pic>
      <p:pic>
        <p:nvPicPr>
          <p:cNvPr id="44045" name="图片 14"/>
          <p:cNvPicPr>
            <a:picLocks noChangeAspect="1"/>
          </p:cNvPicPr>
          <p:nvPr/>
        </p:nvPicPr>
        <p:blipFill>
          <a:blip r:embed="rId10"/>
          <a:stretch>
            <a:fillRect/>
          </a:stretch>
        </p:blipFill>
        <p:spPr>
          <a:xfrm>
            <a:off x="5634038" y="4724400"/>
            <a:ext cx="1674812" cy="363538"/>
          </a:xfrm>
          <a:prstGeom prst="rect">
            <a:avLst/>
          </a:prstGeom>
          <a:noFill/>
          <a:ln w="9525">
            <a:noFill/>
          </a:ln>
        </p:spPr>
      </p:pic>
      <p:pic>
        <p:nvPicPr>
          <p:cNvPr id="44046" name="图片 15"/>
          <p:cNvPicPr>
            <a:picLocks noChangeAspect="1"/>
          </p:cNvPicPr>
          <p:nvPr/>
        </p:nvPicPr>
        <p:blipFill>
          <a:blip r:embed="rId11"/>
          <a:stretch>
            <a:fillRect/>
          </a:stretch>
        </p:blipFill>
        <p:spPr>
          <a:xfrm>
            <a:off x="5753100" y="5035550"/>
            <a:ext cx="1447800" cy="552450"/>
          </a:xfrm>
          <a:prstGeom prst="rect">
            <a:avLst/>
          </a:prstGeom>
          <a:noFill/>
          <a:ln w="9525">
            <a:noFill/>
          </a:ln>
        </p:spPr>
      </p:pic>
      <p:pic>
        <p:nvPicPr>
          <p:cNvPr id="44047" name="图片 16"/>
          <p:cNvPicPr>
            <a:picLocks noChangeAspect="1"/>
          </p:cNvPicPr>
          <p:nvPr/>
        </p:nvPicPr>
        <p:blipFill>
          <a:blip r:embed="rId12"/>
          <a:stretch>
            <a:fillRect/>
          </a:stretch>
        </p:blipFill>
        <p:spPr>
          <a:xfrm>
            <a:off x="7491413" y="4581525"/>
            <a:ext cx="1366837" cy="628650"/>
          </a:xfrm>
          <a:prstGeom prst="rect">
            <a:avLst/>
          </a:prstGeom>
          <a:noFill/>
          <a:ln w="9525">
            <a:noFill/>
          </a:ln>
        </p:spPr>
      </p:pic>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5"/>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547813"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a:t>
            </a:r>
          </a:p>
        </p:txBody>
      </p:sp>
      <p:sp>
        <p:nvSpPr>
          <p:cNvPr id="45059" name="矩形 3"/>
          <p:cNvSpPr/>
          <p:nvPr/>
        </p:nvSpPr>
        <p:spPr>
          <a:xfrm>
            <a:off x="900113" y="1052513"/>
            <a:ext cx="8632825"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2. </a:t>
            </a:r>
            <a:r>
              <a:rPr lang="zh-CN" altLang="en-US" sz="2000" b="1" dirty="0">
                <a:solidFill>
                  <a:srgbClr val="000000"/>
                </a:solidFill>
                <a:latin typeface="黑体" panose="02010609060101010101" charset="-122"/>
                <a:ea typeface="黑体" panose="02010609060101010101" charset="-122"/>
                <a:cs typeface="黑体" panose="02010609060101010101" charset="-122"/>
              </a:rPr>
              <a:t>文献检索的信息来源</a:t>
            </a:r>
          </a:p>
        </p:txBody>
      </p:sp>
      <p:sp>
        <p:nvSpPr>
          <p:cNvPr id="5" name="矩形 4"/>
          <p:cNvSpPr/>
          <p:nvPr/>
        </p:nvSpPr>
        <p:spPr>
          <a:xfrm>
            <a:off x="925513" y="1476375"/>
            <a:ext cx="8039100" cy="720725"/>
          </a:xfrm>
          <a:prstGeom prst="rect">
            <a:avLst/>
          </a:prstGeom>
          <a:solidFill>
            <a:srgbClr val="C00000"/>
          </a:solidFill>
          <a:ln w="12700" cap="flat" cmpd="sng" algn="ctr">
            <a:noFill/>
            <a:prstDash val="solid"/>
            <a:miter lim="800000"/>
          </a:ln>
          <a:effectLst/>
        </p:spPr>
        <p:txBody>
          <a:bodyPr anchor="ctr"/>
          <a:lstStyle/>
          <a:p>
            <a:pPr marL="0" marR="0" lvl="0" indent="0" algn="just"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黑体" panose="02010609060101010101" charset="-122"/>
                <a:ea typeface="黑体" panose="02010609060101010101" charset="-122"/>
                <a:cs typeface="+mn-cs"/>
              </a:rPr>
              <a:t>科技信息门户</a:t>
            </a:r>
          </a:p>
        </p:txBody>
      </p:sp>
      <p:sp>
        <p:nvSpPr>
          <p:cNvPr id="45061" name="矩形 7"/>
          <p:cNvSpPr/>
          <p:nvPr>
            <p:custDataLst>
              <p:tags r:id="rId3"/>
            </p:custDataLst>
          </p:nvPr>
        </p:nvSpPr>
        <p:spPr>
          <a:xfrm>
            <a:off x="3636010" y="1476375"/>
            <a:ext cx="3383280" cy="645160"/>
          </a:xfrm>
          <a:prstGeom prst="rect">
            <a:avLst/>
          </a:prstGeom>
          <a:noFill/>
          <a:ln w="9525">
            <a:noFill/>
          </a:ln>
        </p:spPr>
        <p:txBody>
          <a:bodyPr wrap="none" anchor="t">
            <a:spAutoFit/>
          </a:bodyPr>
          <a:lstStyle/>
          <a:p>
            <a:pPr defTabSz="457200">
              <a:spcAft>
                <a:spcPts val="0"/>
              </a:spcAft>
            </a:pPr>
            <a:r>
              <a:rPr lang="en-US" altLang="zh-CN" sz="1800" dirty="0">
                <a:solidFill>
                  <a:schemeClr val="lt1"/>
                </a:solidFill>
                <a:latin typeface="黑体" panose="02010609060101010101" charset="-122"/>
                <a:ea typeface="黑体" panose="02010609060101010101" charset="-122"/>
              </a:rPr>
              <a:t>https://scholar.google.com/</a:t>
            </a:r>
          </a:p>
          <a:p>
            <a:pPr defTabSz="457200">
              <a:spcBef>
                <a:spcPts val="0"/>
              </a:spcBef>
            </a:pPr>
            <a:r>
              <a:rPr lang="en-US" altLang="zh-CN" sz="1800" dirty="0">
                <a:solidFill>
                  <a:schemeClr val="lt1"/>
                </a:solidFill>
                <a:latin typeface="黑体" panose="02010609060101010101" charset="-122"/>
                <a:ea typeface="黑体" panose="02010609060101010101" charset="-122"/>
              </a:rPr>
              <a:t>https://scholar.lanfanshu.cn</a:t>
            </a:r>
          </a:p>
        </p:txBody>
      </p:sp>
      <p:pic>
        <p:nvPicPr>
          <p:cNvPr id="45062" name="图片 1"/>
          <p:cNvPicPr>
            <a:picLocks noChangeAspect="1"/>
          </p:cNvPicPr>
          <p:nvPr/>
        </p:nvPicPr>
        <p:blipFill>
          <a:blip r:embed="rId6"/>
          <a:stretch>
            <a:fillRect/>
          </a:stretch>
        </p:blipFill>
        <p:spPr>
          <a:xfrm>
            <a:off x="860425" y="2535238"/>
            <a:ext cx="8169275" cy="2078037"/>
          </a:xfrm>
          <a:prstGeom prst="rect">
            <a:avLst/>
          </a:prstGeom>
          <a:noFill/>
          <a:ln w="9525">
            <a:noFill/>
          </a:ln>
        </p:spPr>
      </p:pic>
      <p:pic>
        <p:nvPicPr>
          <p:cNvPr id="45063" name="图片 2"/>
          <p:cNvPicPr>
            <a:picLocks noChangeAspect="1"/>
          </p:cNvPicPr>
          <p:nvPr/>
        </p:nvPicPr>
        <p:blipFill>
          <a:blip r:embed="rId7"/>
          <a:stretch>
            <a:fillRect/>
          </a:stretch>
        </p:blipFill>
        <p:spPr>
          <a:xfrm>
            <a:off x="820738" y="3916363"/>
            <a:ext cx="8078787" cy="2897187"/>
          </a:xfrm>
          <a:prstGeom prst="rect">
            <a:avLst/>
          </a:prstGeom>
          <a:noFill/>
          <a:ln w="9525">
            <a:noFill/>
          </a:ln>
        </p:spPr>
      </p:pic>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547813"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a:t>
            </a:r>
          </a:p>
        </p:txBody>
      </p:sp>
      <p:sp>
        <p:nvSpPr>
          <p:cNvPr id="46083" name="矩形 3"/>
          <p:cNvSpPr/>
          <p:nvPr/>
        </p:nvSpPr>
        <p:spPr>
          <a:xfrm>
            <a:off x="827088" y="908050"/>
            <a:ext cx="8634412"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2. </a:t>
            </a:r>
            <a:r>
              <a:rPr lang="zh-CN" altLang="en-US" sz="2000" b="1" dirty="0">
                <a:solidFill>
                  <a:srgbClr val="000000"/>
                </a:solidFill>
                <a:latin typeface="黑体" panose="02010609060101010101" charset="-122"/>
                <a:ea typeface="黑体" panose="02010609060101010101" charset="-122"/>
                <a:cs typeface="黑体" panose="02010609060101010101" charset="-122"/>
              </a:rPr>
              <a:t>文献检索的信息来源</a:t>
            </a:r>
          </a:p>
        </p:txBody>
      </p:sp>
      <p:pic>
        <p:nvPicPr>
          <p:cNvPr id="46084" name="图片 4"/>
          <p:cNvPicPr>
            <a:picLocks noChangeAspect="1"/>
          </p:cNvPicPr>
          <p:nvPr/>
        </p:nvPicPr>
        <p:blipFill>
          <a:blip r:embed="rId5"/>
          <a:stretch>
            <a:fillRect/>
          </a:stretch>
        </p:blipFill>
        <p:spPr>
          <a:xfrm>
            <a:off x="2339975" y="1484313"/>
            <a:ext cx="1674813" cy="361950"/>
          </a:xfrm>
          <a:prstGeom prst="rect">
            <a:avLst/>
          </a:prstGeom>
          <a:noFill/>
          <a:ln w="9525">
            <a:noFill/>
          </a:ln>
        </p:spPr>
      </p:pic>
      <p:pic>
        <p:nvPicPr>
          <p:cNvPr id="46085" name="图片 5"/>
          <p:cNvPicPr>
            <a:picLocks noChangeAspect="1"/>
          </p:cNvPicPr>
          <p:nvPr/>
        </p:nvPicPr>
        <p:blipFill>
          <a:blip r:embed="rId6"/>
          <a:stretch>
            <a:fillRect/>
          </a:stretch>
        </p:blipFill>
        <p:spPr>
          <a:xfrm>
            <a:off x="2459038" y="1795463"/>
            <a:ext cx="1447800" cy="552450"/>
          </a:xfrm>
          <a:prstGeom prst="rect">
            <a:avLst/>
          </a:prstGeom>
          <a:noFill/>
          <a:ln w="9525">
            <a:noFill/>
          </a:ln>
        </p:spPr>
      </p:pic>
      <p:sp>
        <p:nvSpPr>
          <p:cNvPr id="46086" name="矩形 6"/>
          <p:cNvSpPr/>
          <p:nvPr/>
        </p:nvSpPr>
        <p:spPr>
          <a:xfrm>
            <a:off x="4435475" y="1558925"/>
            <a:ext cx="3376613" cy="645160"/>
          </a:xfrm>
          <a:prstGeom prst="rect">
            <a:avLst/>
          </a:prstGeom>
          <a:noFill/>
          <a:ln w="9525">
            <a:noFill/>
          </a:ln>
        </p:spPr>
        <p:txBody>
          <a:bodyPr anchor="t">
            <a:spAutoFit/>
          </a:bodyPr>
          <a:lstStyle/>
          <a:p>
            <a:pPr defTabSz="457200">
              <a:spcAft>
                <a:spcPts val="0"/>
              </a:spcAft>
            </a:pPr>
            <a:r>
              <a:rPr lang="zh-CN" altLang="en-US" sz="1800" b="1" dirty="0">
                <a:solidFill>
                  <a:srgbClr val="000000"/>
                </a:solidFill>
                <a:latin typeface="黑体" panose="02010609060101010101" charset="-122"/>
                <a:ea typeface="黑体" panose="02010609060101010101" charset="-122"/>
                <a:cs typeface="黑体" panose="02010609060101010101" charset="-122"/>
              </a:rPr>
              <a:t>科睿唯安 </a:t>
            </a:r>
            <a:r>
              <a:rPr lang="en-US" altLang="zh-CN" sz="1800" b="1" dirty="0">
                <a:solidFill>
                  <a:srgbClr val="000000"/>
                </a:solidFill>
                <a:latin typeface="黑体" panose="02010609060101010101" charset="-122"/>
                <a:ea typeface="黑体" panose="02010609060101010101" charset="-122"/>
                <a:cs typeface="黑体" panose="02010609060101010101" charset="-122"/>
              </a:rPr>
              <a:t>WOS</a:t>
            </a:r>
            <a:r>
              <a:rPr lang="zh-CN" altLang="en-US" sz="1800" b="1" dirty="0">
                <a:solidFill>
                  <a:srgbClr val="000000"/>
                </a:solidFill>
                <a:latin typeface="黑体" panose="02010609060101010101" charset="-122"/>
                <a:ea typeface="黑体" panose="02010609060101010101" charset="-122"/>
                <a:cs typeface="黑体" panose="02010609060101010101" charset="-122"/>
              </a:rPr>
              <a:t>，</a:t>
            </a:r>
            <a:r>
              <a:rPr lang="en-US" altLang="zh-CN" sz="1800" b="1" dirty="0">
                <a:solidFill>
                  <a:srgbClr val="000000"/>
                </a:solidFill>
                <a:latin typeface="黑体" panose="02010609060101010101" charset="-122"/>
                <a:ea typeface="黑体" panose="02010609060101010101" charset="-122"/>
                <a:cs typeface="黑体" panose="02010609060101010101" charset="-122"/>
              </a:rPr>
              <a:t>SCI</a:t>
            </a:r>
            <a:r>
              <a:rPr lang="zh-CN" altLang="en-US" sz="1800" b="1" dirty="0">
                <a:solidFill>
                  <a:srgbClr val="000000"/>
                </a:solidFill>
                <a:latin typeface="黑体" panose="02010609060101010101" charset="-122"/>
                <a:ea typeface="黑体" panose="02010609060101010101" charset="-122"/>
                <a:cs typeface="黑体" panose="02010609060101010101" charset="-122"/>
              </a:rPr>
              <a:t>的制定者，最权威的科技文献数据库</a:t>
            </a:r>
          </a:p>
        </p:txBody>
      </p:sp>
      <p:sp>
        <p:nvSpPr>
          <p:cNvPr id="46087" name="矩形 7"/>
          <p:cNvSpPr/>
          <p:nvPr/>
        </p:nvSpPr>
        <p:spPr>
          <a:xfrm>
            <a:off x="4427538" y="2205038"/>
            <a:ext cx="3611880" cy="368300"/>
          </a:xfrm>
          <a:prstGeom prst="rect">
            <a:avLst/>
          </a:prstGeom>
          <a:noFill/>
          <a:ln w="9525">
            <a:noFill/>
          </a:ln>
        </p:spPr>
        <p:txBody>
          <a:bodyPr wrap="none"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rPr>
              <a:t>http://apps.webofknowledge.com</a:t>
            </a:r>
          </a:p>
        </p:txBody>
      </p:sp>
      <p:pic>
        <p:nvPicPr>
          <p:cNvPr id="46088" name="图片 9"/>
          <p:cNvPicPr>
            <a:picLocks noChangeAspect="1"/>
          </p:cNvPicPr>
          <p:nvPr/>
        </p:nvPicPr>
        <p:blipFill>
          <a:blip r:embed="rId7"/>
          <a:stretch>
            <a:fillRect/>
          </a:stretch>
        </p:blipFill>
        <p:spPr>
          <a:xfrm>
            <a:off x="2411413" y="2636838"/>
            <a:ext cx="6732587" cy="2917825"/>
          </a:xfrm>
          <a:prstGeom prst="rect">
            <a:avLst/>
          </a:prstGeom>
          <a:noFill/>
          <a:ln w="9525" cap="flat" cmpd="sng">
            <a:solidFill>
              <a:srgbClr val="000000"/>
            </a:solidFill>
            <a:prstDash val="solid"/>
            <a:miter/>
            <a:headEnd type="none" w="med" len="med"/>
            <a:tailEnd type="none" w="med" len="med"/>
          </a:ln>
        </p:spPr>
      </p:pic>
      <p:sp>
        <p:nvSpPr>
          <p:cNvPr id="46089" name="矩形 10"/>
          <p:cNvSpPr/>
          <p:nvPr/>
        </p:nvSpPr>
        <p:spPr>
          <a:xfrm>
            <a:off x="2987675" y="5661025"/>
            <a:ext cx="5586730" cy="922020"/>
          </a:xfrm>
          <a:prstGeom prst="rect">
            <a:avLst/>
          </a:prstGeom>
          <a:noFill/>
          <a:ln w="9525">
            <a:noFill/>
          </a:ln>
        </p:spPr>
        <p:txBody>
          <a:bodyPr wrap="none" anchor="t">
            <a:spAutoFit/>
          </a:bodyPr>
          <a:lstStyle/>
          <a:p>
            <a:pPr defTabSz="457200">
              <a:spcAft>
                <a:spcPts val="0"/>
              </a:spcAft>
            </a:pPr>
            <a:r>
              <a:rPr lang="zh-CN" altLang="en-US" sz="1800" b="1" dirty="0">
                <a:solidFill>
                  <a:srgbClr val="000000"/>
                </a:solidFill>
                <a:latin typeface="黑体" panose="02010609060101010101" charset="-122"/>
                <a:ea typeface="黑体" panose="02010609060101010101" charset="-122"/>
                <a:cs typeface="黑体" panose="02010609060101010101" charset="-122"/>
              </a:rPr>
              <a:t>可以检索全部</a:t>
            </a:r>
            <a:r>
              <a:rPr lang="en-US" altLang="zh-CN" sz="1800" b="1" dirty="0">
                <a:solidFill>
                  <a:srgbClr val="000000"/>
                </a:solidFill>
                <a:latin typeface="黑体" panose="02010609060101010101" charset="-122"/>
                <a:ea typeface="黑体" panose="02010609060101010101" charset="-122"/>
                <a:cs typeface="黑体" panose="02010609060101010101" charset="-122"/>
              </a:rPr>
              <a:t>SCI</a:t>
            </a:r>
            <a:r>
              <a:rPr lang="zh-CN" altLang="en-US" sz="1800" b="1" dirty="0">
                <a:solidFill>
                  <a:srgbClr val="000000"/>
                </a:solidFill>
                <a:latin typeface="黑体" panose="02010609060101010101" charset="-122"/>
                <a:ea typeface="黑体" panose="02010609060101010101" charset="-122"/>
                <a:cs typeface="黑体" panose="02010609060101010101" charset="-122"/>
              </a:rPr>
              <a:t>索引的论文、详细信息、引用信息。</a:t>
            </a:r>
            <a:endParaRPr lang="en-US" altLang="zh-CN" sz="1800" b="1"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spcAft>
                <a:spcPts val="0"/>
              </a:spcAft>
            </a:pPr>
            <a:r>
              <a:rPr lang="zh-CN" altLang="en-US" sz="1800" b="1" dirty="0">
                <a:solidFill>
                  <a:srgbClr val="000000"/>
                </a:solidFill>
                <a:latin typeface="黑体" panose="02010609060101010101" charset="-122"/>
                <a:ea typeface="黑体" panose="02010609060101010101" charset="-122"/>
                <a:cs typeface="黑体" panose="02010609060101010101" charset="-122"/>
              </a:rPr>
              <a:t>并提供所在期刊的引用链接。</a:t>
            </a:r>
            <a:endParaRPr lang="en-US" altLang="zh-CN" sz="1800" b="1"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pPr>
            <a:r>
              <a:rPr lang="zh-CN" altLang="en-US" sz="1800" b="1" dirty="0">
                <a:solidFill>
                  <a:srgbClr val="000000"/>
                </a:solidFill>
                <a:latin typeface="黑体" panose="02010609060101010101" charset="-122"/>
                <a:ea typeface="黑体" panose="02010609060101010101" charset="-122"/>
                <a:cs typeface="黑体" panose="02010609060101010101" charset="-122"/>
              </a:rPr>
              <a:t>用法：直接索引、模糊匹配，方便快捷。</a:t>
            </a:r>
          </a:p>
        </p:txBody>
      </p:sp>
      <p:sp>
        <p:nvSpPr>
          <p:cNvPr id="12" name="矩形 11"/>
          <p:cNvSpPr/>
          <p:nvPr/>
        </p:nvSpPr>
        <p:spPr>
          <a:xfrm>
            <a:off x="827088" y="1484313"/>
            <a:ext cx="1441450" cy="5040313"/>
          </a:xfrm>
          <a:prstGeom prst="rect">
            <a:avLst/>
          </a:prstGeom>
          <a:solidFill>
            <a:srgbClr val="0070C0"/>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英文</a:t>
            </a: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547813"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a:t>
            </a:r>
          </a:p>
        </p:txBody>
      </p:sp>
      <p:sp>
        <p:nvSpPr>
          <p:cNvPr id="47107" name="矩形 3"/>
          <p:cNvSpPr/>
          <p:nvPr/>
        </p:nvSpPr>
        <p:spPr>
          <a:xfrm>
            <a:off x="900113" y="908050"/>
            <a:ext cx="8632825"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2. </a:t>
            </a:r>
            <a:r>
              <a:rPr lang="zh-CN" altLang="en-US" sz="2000" b="1" dirty="0">
                <a:solidFill>
                  <a:srgbClr val="000000"/>
                </a:solidFill>
                <a:latin typeface="黑体" panose="02010609060101010101" charset="-122"/>
                <a:ea typeface="黑体" panose="02010609060101010101" charset="-122"/>
                <a:cs typeface="黑体" panose="02010609060101010101" charset="-122"/>
              </a:rPr>
              <a:t>文献检索的信息来源</a:t>
            </a:r>
          </a:p>
        </p:txBody>
      </p:sp>
      <p:sp>
        <p:nvSpPr>
          <p:cNvPr id="47108" name="矩形 4"/>
          <p:cNvSpPr/>
          <p:nvPr/>
        </p:nvSpPr>
        <p:spPr>
          <a:xfrm>
            <a:off x="4500563" y="1495425"/>
            <a:ext cx="3376612" cy="922020"/>
          </a:xfrm>
          <a:prstGeom prst="rect">
            <a:avLst/>
          </a:prstGeom>
          <a:noFill/>
          <a:ln w="9525">
            <a:noFill/>
          </a:ln>
        </p:spPr>
        <p:txBody>
          <a:bodyPr anchor="t">
            <a:spAutoFit/>
          </a:bodyPr>
          <a:lstStyle/>
          <a:p>
            <a:pPr defTabSz="457200">
              <a:spcAft>
                <a:spcPts val="0"/>
              </a:spcAft>
            </a:pPr>
            <a:r>
              <a:rPr lang="zh-CN" altLang="en-US" sz="1800" b="1" dirty="0">
                <a:solidFill>
                  <a:srgbClr val="000000"/>
                </a:solidFill>
                <a:latin typeface="黑体" panose="02010609060101010101" charset="-122"/>
                <a:ea typeface="黑体" panose="02010609060101010101" charset="-122"/>
              </a:rPr>
              <a:t>美国科学促进会</a:t>
            </a:r>
            <a:endParaRPr lang="en-US" altLang="zh-CN" sz="1800" b="1" dirty="0">
              <a:solidFill>
                <a:srgbClr val="000000"/>
              </a:solidFill>
              <a:latin typeface="黑体" panose="02010609060101010101" charset="-122"/>
              <a:ea typeface="黑体" panose="02010609060101010101" charset="-122"/>
            </a:endParaRPr>
          </a:p>
          <a:p>
            <a:pPr defTabSz="457200">
              <a:spcBef>
                <a:spcPts val="0"/>
              </a:spcBef>
              <a:spcAft>
                <a:spcPts val="0"/>
              </a:spcAft>
            </a:pPr>
            <a:r>
              <a:rPr lang="zh-CN" altLang="en-US" sz="1800" b="1" dirty="0">
                <a:solidFill>
                  <a:srgbClr val="000000"/>
                </a:solidFill>
                <a:latin typeface="黑体" panose="02010609060101010101" charset="-122"/>
                <a:ea typeface="黑体" panose="02010609060101010101" charset="-122"/>
              </a:rPr>
              <a:t>灯塔国的科学顶峰机构</a:t>
            </a:r>
            <a:endParaRPr lang="en-US" altLang="zh-CN" sz="1800" b="1" dirty="0">
              <a:solidFill>
                <a:srgbClr val="000000"/>
              </a:solidFill>
              <a:latin typeface="黑体" panose="02010609060101010101" charset="-122"/>
              <a:ea typeface="黑体" panose="02010609060101010101" charset="-122"/>
            </a:endParaRPr>
          </a:p>
          <a:p>
            <a:pPr defTabSz="457200">
              <a:spcBef>
                <a:spcPts val="0"/>
              </a:spcBef>
            </a:pPr>
            <a:r>
              <a:rPr lang="zh-CN" altLang="en-US" sz="1800" b="1" dirty="0">
                <a:solidFill>
                  <a:srgbClr val="000000"/>
                </a:solidFill>
                <a:latin typeface="黑体" panose="02010609060101010101" charset="-122"/>
                <a:ea typeface="黑体" panose="02010609060101010101" charset="-122"/>
              </a:rPr>
              <a:t>非盈利的政府出版数据库</a:t>
            </a:r>
          </a:p>
        </p:txBody>
      </p:sp>
      <p:sp>
        <p:nvSpPr>
          <p:cNvPr id="47109" name="矩形 5"/>
          <p:cNvSpPr/>
          <p:nvPr/>
        </p:nvSpPr>
        <p:spPr>
          <a:xfrm>
            <a:off x="2411413" y="2924175"/>
            <a:ext cx="1562100" cy="368300"/>
          </a:xfrm>
          <a:prstGeom prst="rect">
            <a:avLst/>
          </a:prstGeom>
          <a:noFill/>
          <a:ln w="9525">
            <a:noFill/>
          </a:ln>
        </p:spPr>
        <p:txBody>
          <a:bodyPr wrap="none" anchor="t">
            <a:spAutoFit/>
          </a:bodyPr>
          <a:lstStyle/>
          <a:p>
            <a:pPr defTabSz="457200">
              <a:spcAft>
                <a:spcPts val="0"/>
              </a:spcAft>
            </a:pPr>
            <a:r>
              <a:rPr lang="zh-CN" altLang="en-US" sz="1800" b="1" dirty="0">
                <a:solidFill>
                  <a:srgbClr val="000000"/>
                </a:solidFill>
                <a:latin typeface="黑体" panose="02010609060101010101" charset="-122"/>
                <a:ea typeface="黑体" panose="02010609060101010101" charset="-122"/>
              </a:rPr>
              <a:t>旗下代表期刊</a:t>
            </a:r>
          </a:p>
        </p:txBody>
      </p:sp>
      <p:pic>
        <p:nvPicPr>
          <p:cNvPr id="47110" name="图片 6"/>
          <p:cNvPicPr>
            <a:picLocks noChangeAspect="1"/>
          </p:cNvPicPr>
          <p:nvPr/>
        </p:nvPicPr>
        <p:blipFill>
          <a:blip r:embed="rId5"/>
          <a:stretch>
            <a:fillRect/>
          </a:stretch>
        </p:blipFill>
        <p:spPr>
          <a:xfrm>
            <a:off x="2484438" y="1484313"/>
            <a:ext cx="1943100" cy="895350"/>
          </a:xfrm>
          <a:prstGeom prst="rect">
            <a:avLst/>
          </a:prstGeom>
          <a:noFill/>
          <a:ln w="9525">
            <a:noFill/>
          </a:ln>
        </p:spPr>
      </p:pic>
      <p:sp>
        <p:nvSpPr>
          <p:cNvPr id="47111" name="矩形 7"/>
          <p:cNvSpPr/>
          <p:nvPr/>
        </p:nvSpPr>
        <p:spPr>
          <a:xfrm>
            <a:off x="4572000" y="2349500"/>
            <a:ext cx="2583180" cy="368300"/>
          </a:xfrm>
          <a:prstGeom prst="rect">
            <a:avLst/>
          </a:prstGeom>
          <a:noFill/>
          <a:ln w="9525">
            <a:noFill/>
          </a:ln>
        </p:spPr>
        <p:txBody>
          <a:bodyPr wrap="none"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rPr>
              <a:t>https://www.aaas.org/</a:t>
            </a:r>
          </a:p>
        </p:txBody>
      </p:sp>
      <p:pic>
        <p:nvPicPr>
          <p:cNvPr id="47112" name="图片 9"/>
          <p:cNvPicPr>
            <a:picLocks noChangeAspect="1"/>
          </p:cNvPicPr>
          <p:nvPr/>
        </p:nvPicPr>
        <p:blipFill>
          <a:blip r:embed="rId6"/>
          <a:stretch>
            <a:fillRect/>
          </a:stretch>
        </p:blipFill>
        <p:spPr>
          <a:xfrm>
            <a:off x="2484438" y="3284538"/>
            <a:ext cx="2087562" cy="2879725"/>
          </a:xfrm>
          <a:prstGeom prst="rect">
            <a:avLst/>
          </a:prstGeom>
          <a:noFill/>
          <a:ln w="9525">
            <a:noFill/>
          </a:ln>
        </p:spPr>
      </p:pic>
      <p:pic>
        <p:nvPicPr>
          <p:cNvPr id="47113" name="图片 10"/>
          <p:cNvPicPr>
            <a:picLocks noChangeAspect="1"/>
          </p:cNvPicPr>
          <p:nvPr/>
        </p:nvPicPr>
        <p:blipFill>
          <a:blip r:embed="rId7"/>
          <a:stretch>
            <a:fillRect/>
          </a:stretch>
        </p:blipFill>
        <p:spPr>
          <a:xfrm>
            <a:off x="6923088" y="3284538"/>
            <a:ext cx="2220912" cy="2879725"/>
          </a:xfrm>
          <a:prstGeom prst="rect">
            <a:avLst/>
          </a:prstGeom>
          <a:noFill/>
          <a:ln w="9525" cap="flat" cmpd="sng">
            <a:solidFill>
              <a:srgbClr val="000000"/>
            </a:solidFill>
            <a:prstDash val="solid"/>
            <a:miter/>
            <a:headEnd type="none" w="med" len="med"/>
            <a:tailEnd type="none" w="med" len="med"/>
          </a:ln>
        </p:spPr>
      </p:pic>
      <p:sp>
        <p:nvSpPr>
          <p:cNvPr id="47114" name="矩形 11"/>
          <p:cNvSpPr/>
          <p:nvPr/>
        </p:nvSpPr>
        <p:spPr>
          <a:xfrm>
            <a:off x="1475423" y="6165850"/>
            <a:ext cx="7738110" cy="368300"/>
          </a:xfrm>
          <a:prstGeom prst="rect">
            <a:avLst/>
          </a:prstGeom>
          <a:noFill/>
          <a:ln w="9525">
            <a:noFill/>
          </a:ln>
        </p:spPr>
        <p:txBody>
          <a:bodyPr wrap="none" anchor="t">
            <a:spAutoFit/>
          </a:bodyPr>
          <a:lstStyle/>
          <a:p>
            <a:pPr defTabSz="457200">
              <a:spcAft>
                <a:spcPts val="0"/>
              </a:spcAft>
            </a:pPr>
            <a:r>
              <a:rPr lang="en-US" altLang="zh-CN" sz="1800" b="1" dirty="0">
                <a:solidFill>
                  <a:srgbClr val="000000"/>
                </a:solidFill>
                <a:latin typeface="黑体" panose="02010609060101010101" charset="-122"/>
                <a:ea typeface="黑体" panose="02010609060101010101" charset="-122"/>
                <a:cs typeface="黑体" panose="02010609060101010101" charset="-122"/>
              </a:rPr>
              <a:t>        《</a:t>
            </a:r>
            <a:r>
              <a:rPr lang="zh-CN" altLang="en-US" sz="1800" b="1" dirty="0">
                <a:solidFill>
                  <a:srgbClr val="000000"/>
                </a:solidFill>
                <a:latin typeface="黑体" panose="02010609060101010101" charset="-122"/>
                <a:ea typeface="黑体" panose="02010609060101010101" charset="-122"/>
                <a:cs typeface="黑体" panose="02010609060101010101" charset="-122"/>
              </a:rPr>
              <a:t>科学</a:t>
            </a:r>
            <a:r>
              <a:rPr lang="en-US" altLang="zh-CN" sz="1800" b="1" dirty="0">
                <a:solidFill>
                  <a:srgbClr val="000000"/>
                </a:solidFill>
                <a:latin typeface="黑体" panose="02010609060101010101" charset="-122"/>
                <a:ea typeface="黑体" panose="02010609060101010101" charset="-122"/>
                <a:cs typeface="黑体" panose="02010609060101010101" charset="-122"/>
              </a:rPr>
              <a:t>》			   《</a:t>
            </a:r>
            <a:r>
              <a:rPr lang="zh-CN" altLang="en-US" sz="1800" b="1" dirty="0">
                <a:solidFill>
                  <a:srgbClr val="000000"/>
                </a:solidFill>
                <a:latin typeface="黑体" panose="02010609060101010101" charset="-122"/>
                <a:ea typeface="黑体" panose="02010609060101010101" charset="-122"/>
                <a:cs typeface="黑体" panose="02010609060101010101" charset="-122"/>
              </a:rPr>
              <a:t>科学进展</a:t>
            </a:r>
            <a:r>
              <a:rPr lang="en-US" altLang="zh-CN" sz="1800" b="1" dirty="0">
                <a:solidFill>
                  <a:srgbClr val="000000"/>
                </a:solidFill>
                <a:latin typeface="黑体" panose="02010609060101010101" charset="-122"/>
                <a:ea typeface="黑体" panose="02010609060101010101" charset="-122"/>
                <a:cs typeface="黑体" panose="02010609060101010101" charset="-122"/>
              </a:rPr>
              <a:t>》		《</a:t>
            </a:r>
            <a:r>
              <a:rPr lang="zh-CN" altLang="en-US" sz="1800" b="1" dirty="0">
                <a:solidFill>
                  <a:srgbClr val="000000"/>
                </a:solidFill>
                <a:latin typeface="黑体" panose="02010609060101010101" charset="-122"/>
                <a:ea typeface="黑体" panose="02010609060101010101" charset="-122"/>
                <a:cs typeface="黑体" panose="02010609060101010101" charset="-122"/>
              </a:rPr>
              <a:t>美国科学院院刊</a:t>
            </a:r>
            <a:r>
              <a:rPr lang="en-US" altLang="zh-CN" sz="1800" b="1" dirty="0">
                <a:solidFill>
                  <a:srgbClr val="000000"/>
                </a:solidFill>
                <a:latin typeface="黑体" panose="02010609060101010101" charset="-122"/>
                <a:ea typeface="黑体" panose="02010609060101010101" charset="-122"/>
                <a:cs typeface="黑体" panose="02010609060101010101" charset="-122"/>
              </a:rPr>
              <a:t>》</a:t>
            </a:r>
          </a:p>
        </p:txBody>
      </p:sp>
      <p:pic>
        <p:nvPicPr>
          <p:cNvPr id="47115" name="图片 12"/>
          <p:cNvPicPr>
            <a:picLocks noChangeAspect="1"/>
          </p:cNvPicPr>
          <p:nvPr/>
        </p:nvPicPr>
        <p:blipFill>
          <a:blip r:embed="rId8"/>
          <a:stretch>
            <a:fillRect/>
          </a:stretch>
        </p:blipFill>
        <p:spPr>
          <a:xfrm>
            <a:off x="4606925" y="3284538"/>
            <a:ext cx="2273300" cy="2879725"/>
          </a:xfrm>
          <a:prstGeom prst="rect">
            <a:avLst/>
          </a:prstGeom>
          <a:noFill/>
          <a:ln w="9525">
            <a:noFill/>
          </a:ln>
        </p:spPr>
      </p:pic>
      <p:sp>
        <p:nvSpPr>
          <p:cNvPr id="14" name="矩形 13"/>
          <p:cNvSpPr/>
          <p:nvPr/>
        </p:nvSpPr>
        <p:spPr>
          <a:xfrm>
            <a:off x="900113" y="1484313"/>
            <a:ext cx="1439863" cy="5040313"/>
          </a:xfrm>
          <a:prstGeom prst="rect">
            <a:avLst/>
          </a:prstGeom>
          <a:solidFill>
            <a:srgbClr val="0070C0"/>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英文</a:t>
            </a: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547813"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a:t>
            </a:r>
          </a:p>
        </p:txBody>
      </p:sp>
      <p:sp>
        <p:nvSpPr>
          <p:cNvPr id="48131" name="矩形 4"/>
          <p:cNvSpPr/>
          <p:nvPr/>
        </p:nvSpPr>
        <p:spPr>
          <a:xfrm>
            <a:off x="827088" y="893763"/>
            <a:ext cx="8634412"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2. </a:t>
            </a:r>
            <a:r>
              <a:rPr lang="zh-CN" altLang="en-US" sz="2000" b="1" dirty="0">
                <a:solidFill>
                  <a:srgbClr val="000000"/>
                </a:solidFill>
                <a:latin typeface="黑体" panose="02010609060101010101" charset="-122"/>
                <a:ea typeface="黑体" panose="02010609060101010101" charset="-122"/>
                <a:cs typeface="黑体" panose="02010609060101010101" charset="-122"/>
              </a:rPr>
              <a:t>文献检索的信息来源</a:t>
            </a:r>
          </a:p>
        </p:txBody>
      </p:sp>
      <p:pic>
        <p:nvPicPr>
          <p:cNvPr id="48132" name="图片 5"/>
          <p:cNvPicPr>
            <a:picLocks noChangeAspect="1"/>
          </p:cNvPicPr>
          <p:nvPr/>
        </p:nvPicPr>
        <p:blipFill>
          <a:blip r:embed="rId5"/>
          <a:stretch>
            <a:fillRect/>
          </a:stretch>
        </p:blipFill>
        <p:spPr>
          <a:xfrm>
            <a:off x="2430780" y="1470025"/>
            <a:ext cx="2874645" cy="502920"/>
          </a:xfrm>
          <a:prstGeom prst="rect">
            <a:avLst/>
          </a:prstGeom>
          <a:noFill/>
          <a:ln w="9525">
            <a:noFill/>
          </a:ln>
        </p:spPr>
      </p:pic>
      <p:sp>
        <p:nvSpPr>
          <p:cNvPr id="48133" name="矩形 6"/>
          <p:cNvSpPr/>
          <p:nvPr/>
        </p:nvSpPr>
        <p:spPr>
          <a:xfrm>
            <a:off x="5467350" y="1484630"/>
            <a:ext cx="3378200" cy="922020"/>
          </a:xfrm>
          <a:prstGeom prst="rect">
            <a:avLst/>
          </a:prstGeom>
          <a:noFill/>
          <a:ln w="9525">
            <a:noFill/>
          </a:ln>
        </p:spPr>
        <p:txBody>
          <a:bodyPr anchor="t">
            <a:spAutoFit/>
          </a:bodyPr>
          <a:lstStyle/>
          <a:p>
            <a:pPr defTabSz="457200">
              <a:spcAft>
                <a:spcPts val="0"/>
              </a:spcAft>
            </a:pPr>
            <a:r>
              <a:rPr lang="zh-CN" altLang="en-US" sz="1800" b="1" dirty="0">
                <a:solidFill>
                  <a:srgbClr val="000000"/>
                </a:solidFill>
                <a:latin typeface="黑体" panose="02010609060101010101" charset="-122"/>
                <a:ea typeface="黑体" panose="02010609060101010101" charset="-122"/>
                <a:cs typeface="黑体" panose="02010609060101010101" charset="-122"/>
              </a:rPr>
              <a:t>斯普林格 自然</a:t>
            </a:r>
            <a:endParaRPr lang="en-US" altLang="zh-CN" sz="1800" b="1"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spcAft>
                <a:spcPts val="0"/>
              </a:spcAft>
            </a:pPr>
            <a:r>
              <a:rPr lang="zh-CN" altLang="en-US" sz="1800" b="1" dirty="0">
                <a:solidFill>
                  <a:srgbClr val="000000"/>
                </a:solidFill>
                <a:latin typeface="黑体" panose="02010609060101010101" charset="-122"/>
                <a:ea typeface="黑体" panose="02010609060101010101" charset="-122"/>
                <a:cs typeface="黑体" panose="02010609060101010101" charset="-122"/>
              </a:rPr>
              <a:t>广泛使用的商用科学出版集团</a:t>
            </a:r>
            <a:endParaRPr lang="en-US" altLang="zh-CN" sz="1800" b="1"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pPr>
            <a:r>
              <a:rPr lang="zh-CN" altLang="en-US" sz="1800" b="1" dirty="0">
                <a:solidFill>
                  <a:srgbClr val="000000"/>
                </a:solidFill>
                <a:latin typeface="黑体" panose="02010609060101010101" charset="-122"/>
                <a:ea typeface="黑体" panose="02010609060101010101" charset="-122"/>
                <a:cs typeface="黑体" panose="02010609060101010101" charset="-122"/>
              </a:rPr>
              <a:t>英伦范，高端大气上档次</a:t>
            </a:r>
          </a:p>
        </p:txBody>
      </p:sp>
      <p:sp>
        <p:nvSpPr>
          <p:cNvPr id="48134" name="矩形 7"/>
          <p:cNvSpPr/>
          <p:nvPr/>
        </p:nvSpPr>
        <p:spPr>
          <a:xfrm>
            <a:off x="5467350" y="2348230"/>
            <a:ext cx="3611880" cy="368300"/>
          </a:xfrm>
          <a:prstGeom prst="rect">
            <a:avLst/>
          </a:prstGeom>
          <a:noFill/>
          <a:ln w="9525">
            <a:noFill/>
          </a:ln>
        </p:spPr>
        <p:txBody>
          <a:bodyPr wrap="none"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rPr>
              <a:t>https://www.springernature.com</a:t>
            </a:r>
          </a:p>
        </p:txBody>
      </p:sp>
      <p:sp>
        <p:nvSpPr>
          <p:cNvPr id="48135" name="矩形 9"/>
          <p:cNvSpPr/>
          <p:nvPr/>
        </p:nvSpPr>
        <p:spPr>
          <a:xfrm>
            <a:off x="2195830" y="2780665"/>
            <a:ext cx="6965950" cy="1198880"/>
          </a:xfrm>
          <a:prstGeom prst="rect">
            <a:avLst/>
          </a:prstGeom>
          <a:noFill/>
          <a:ln w="9525">
            <a:noFill/>
          </a:ln>
        </p:spPr>
        <p:txBody>
          <a:bodyPr wrap="none" anchor="t">
            <a:spAutoFit/>
          </a:bodyPr>
          <a:lstStyle/>
          <a:p>
            <a:pPr defTabSz="457200">
              <a:spcAft>
                <a:spcPts val="0"/>
              </a:spcAft>
            </a:pPr>
            <a:r>
              <a:rPr lang="zh-CN" altLang="en-US" sz="1800" b="1" dirty="0">
                <a:solidFill>
                  <a:srgbClr val="000000"/>
                </a:solidFill>
                <a:latin typeface="黑体" panose="02010609060101010101" charset="-122"/>
                <a:ea typeface="黑体" panose="02010609060101010101" charset="-122"/>
                <a:cs typeface="黑体" panose="02010609060101010101" charset="-122"/>
              </a:rPr>
              <a:t>出版过诸多世界知名的学术著作和教材，撰写人包括</a:t>
            </a:r>
            <a:r>
              <a:rPr lang="en-US" altLang="zh-CN" sz="1800" b="1" dirty="0">
                <a:solidFill>
                  <a:srgbClr val="000000"/>
                </a:solidFill>
                <a:latin typeface="黑体" panose="02010609060101010101" charset="-122"/>
                <a:ea typeface="黑体" panose="02010609060101010101" charset="-122"/>
                <a:cs typeface="黑体" panose="02010609060101010101" charset="-122"/>
              </a:rPr>
              <a:t>30+</a:t>
            </a:r>
            <a:r>
              <a:rPr lang="zh-CN" altLang="en-US" sz="1800" b="1" dirty="0">
                <a:solidFill>
                  <a:srgbClr val="000000"/>
                </a:solidFill>
                <a:latin typeface="黑体" panose="02010609060101010101" charset="-122"/>
                <a:ea typeface="黑体" panose="02010609060101010101" charset="-122"/>
                <a:cs typeface="黑体" panose="02010609060101010101" charset="-122"/>
              </a:rPr>
              <a:t>诺奖获得者</a:t>
            </a:r>
            <a:endParaRPr lang="en-US" altLang="zh-CN" sz="1800" b="1" dirty="0">
              <a:solidFill>
                <a:srgbClr val="000000"/>
              </a:solidFill>
              <a:latin typeface="黑体" panose="02010609060101010101" charset="-122"/>
              <a:ea typeface="黑体" panose="02010609060101010101" charset="-122"/>
              <a:cs typeface="黑体" panose="02010609060101010101" charset="-122"/>
            </a:endParaRPr>
          </a:p>
          <a:p>
            <a:pPr defTabSz="457200"/>
            <a:endParaRPr lang="en-US" altLang="zh-CN" sz="1800" b="1"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spcAft>
                <a:spcPts val="0"/>
              </a:spcAft>
            </a:pPr>
            <a:r>
              <a:rPr lang="zh-CN" altLang="en-US" sz="1800" b="1" dirty="0">
                <a:solidFill>
                  <a:srgbClr val="000000"/>
                </a:solidFill>
                <a:latin typeface="黑体" panose="02010609060101010101" charset="-122"/>
                <a:ea typeface="黑体" panose="02010609060101010101" charset="-122"/>
                <a:cs typeface="黑体" panose="02010609060101010101" charset="-122"/>
              </a:rPr>
              <a:t>旗下期刊包括大家久仰的：</a:t>
            </a:r>
            <a:endParaRPr lang="en-US" altLang="zh-CN" sz="1800" b="1"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pPr>
            <a:r>
              <a:rPr lang="en-US" altLang="zh-CN" sz="1800" b="1" dirty="0">
                <a:solidFill>
                  <a:srgbClr val="000000"/>
                </a:solidFill>
                <a:latin typeface="黑体" panose="02010609060101010101" charset="-122"/>
                <a:ea typeface="黑体" panose="02010609060101010101" charset="-122"/>
                <a:cs typeface="黑体" panose="02010609060101010101" charset="-122"/>
              </a:rPr>
              <a:t>《</a:t>
            </a:r>
            <a:r>
              <a:rPr lang="zh-CN" altLang="en-US" sz="1800" b="1" dirty="0">
                <a:solidFill>
                  <a:srgbClr val="000000"/>
                </a:solidFill>
                <a:latin typeface="黑体" panose="02010609060101010101" charset="-122"/>
                <a:ea typeface="黑体" panose="02010609060101010101" charset="-122"/>
                <a:cs typeface="黑体" panose="02010609060101010101" charset="-122"/>
              </a:rPr>
              <a:t>自然</a:t>
            </a:r>
            <a:r>
              <a:rPr lang="en-US" altLang="zh-CN" sz="1800" b="1" dirty="0">
                <a:solidFill>
                  <a:srgbClr val="000000"/>
                </a:solidFill>
                <a:latin typeface="黑体" panose="02010609060101010101" charset="-122"/>
                <a:ea typeface="黑体" panose="02010609060101010101" charset="-122"/>
                <a:cs typeface="黑体" panose="02010609060101010101" charset="-122"/>
              </a:rPr>
              <a:t>》</a:t>
            </a:r>
            <a:r>
              <a:rPr lang="zh-CN" altLang="en-US" sz="1800" b="1" dirty="0">
                <a:solidFill>
                  <a:srgbClr val="000000"/>
                </a:solidFill>
                <a:latin typeface="黑体" panose="02010609060101010101" charset="-122"/>
                <a:ea typeface="黑体" panose="02010609060101010101" charset="-122"/>
                <a:cs typeface="黑体" panose="02010609060101010101" charset="-122"/>
              </a:rPr>
              <a:t>及其</a:t>
            </a:r>
            <a:r>
              <a:rPr lang="en-US" altLang="zh-CN" sz="1800" b="1" dirty="0">
                <a:solidFill>
                  <a:srgbClr val="000000"/>
                </a:solidFill>
                <a:latin typeface="黑体" panose="02010609060101010101" charset="-122"/>
                <a:ea typeface="黑体" panose="02010609060101010101" charset="-122"/>
                <a:cs typeface="黑体" panose="02010609060101010101" charset="-122"/>
              </a:rPr>
              <a:t>10</a:t>
            </a:r>
            <a:r>
              <a:rPr lang="zh-CN" altLang="en-US" sz="1800" b="1" dirty="0">
                <a:solidFill>
                  <a:srgbClr val="000000"/>
                </a:solidFill>
                <a:latin typeface="黑体" panose="02010609060101010101" charset="-122"/>
                <a:ea typeface="黑体" panose="02010609060101010101" charset="-122"/>
                <a:cs typeface="黑体" panose="02010609060101010101" charset="-122"/>
              </a:rPr>
              <a:t>余种行业子刊</a:t>
            </a:r>
          </a:p>
        </p:txBody>
      </p:sp>
      <p:pic>
        <p:nvPicPr>
          <p:cNvPr id="48136" name="图片 10"/>
          <p:cNvPicPr>
            <a:picLocks noChangeAspect="1"/>
          </p:cNvPicPr>
          <p:nvPr/>
        </p:nvPicPr>
        <p:blipFill>
          <a:blip r:embed="rId6"/>
          <a:stretch>
            <a:fillRect/>
          </a:stretch>
        </p:blipFill>
        <p:spPr>
          <a:xfrm>
            <a:off x="2339975" y="4175125"/>
            <a:ext cx="1655763" cy="2320925"/>
          </a:xfrm>
          <a:prstGeom prst="rect">
            <a:avLst/>
          </a:prstGeom>
          <a:noFill/>
          <a:ln w="9525">
            <a:noFill/>
          </a:ln>
        </p:spPr>
      </p:pic>
      <p:pic>
        <p:nvPicPr>
          <p:cNvPr id="48137" name="图片 11"/>
          <p:cNvPicPr>
            <a:picLocks noChangeAspect="1"/>
          </p:cNvPicPr>
          <p:nvPr/>
        </p:nvPicPr>
        <p:blipFill>
          <a:blip r:embed="rId7"/>
          <a:stretch>
            <a:fillRect/>
          </a:stretch>
        </p:blipFill>
        <p:spPr>
          <a:xfrm>
            <a:off x="4067175" y="4175125"/>
            <a:ext cx="1657350" cy="2320925"/>
          </a:xfrm>
          <a:prstGeom prst="rect">
            <a:avLst/>
          </a:prstGeom>
          <a:noFill/>
          <a:ln w="9525">
            <a:noFill/>
          </a:ln>
        </p:spPr>
      </p:pic>
      <p:pic>
        <p:nvPicPr>
          <p:cNvPr id="48138" name="图片 12"/>
          <p:cNvPicPr>
            <a:picLocks noChangeAspect="1"/>
          </p:cNvPicPr>
          <p:nvPr/>
        </p:nvPicPr>
        <p:blipFill>
          <a:blip r:embed="rId8"/>
          <a:srcRect l="2438"/>
          <a:stretch>
            <a:fillRect/>
          </a:stretch>
        </p:blipFill>
        <p:spPr>
          <a:xfrm>
            <a:off x="5795963" y="4189413"/>
            <a:ext cx="1655762" cy="2320925"/>
          </a:xfrm>
          <a:prstGeom prst="rect">
            <a:avLst/>
          </a:prstGeom>
          <a:noFill/>
          <a:ln w="9525" cap="flat" cmpd="sng">
            <a:solidFill>
              <a:srgbClr val="000000"/>
            </a:solidFill>
            <a:prstDash val="solid"/>
            <a:miter/>
            <a:headEnd type="none" w="med" len="med"/>
            <a:tailEnd type="none" w="med" len="med"/>
          </a:ln>
        </p:spPr>
      </p:pic>
      <p:sp>
        <p:nvSpPr>
          <p:cNvPr id="48139" name="矩形 13"/>
          <p:cNvSpPr/>
          <p:nvPr/>
        </p:nvSpPr>
        <p:spPr>
          <a:xfrm>
            <a:off x="6731953" y="3232785"/>
            <a:ext cx="2113280" cy="829945"/>
          </a:xfrm>
          <a:prstGeom prst="rect">
            <a:avLst/>
          </a:prstGeom>
          <a:noFill/>
          <a:ln w="9525">
            <a:noFill/>
          </a:ln>
        </p:spPr>
        <p:txBody>
          <a:bodyPr wrap="none" anchor="t">
            <a:spAutoFit/>
          </a:bodyPr>
          <a:lstStyle/>
          <a:p>
            <a:pPr defTabSz="457200">
              <a:spcAft>
                <a:spcPts val="0"/>
              </a:spcAft>
            </a:pPr>
            <a:r>
              <a:rPr lang="zh-CN" altLang="en-US" sz="1600" dirty="0">
                <a:solidFill>
                  <a:srgbClr val="000000"/>
                </a:solidFill>
                <a:latin typeface="黑体" panose="02010609060101010101" charset="-122"/>
                <a:ea typeface="黑体" panose="02010609060101010101" charset="-122"/>
                <a:cs typeface="黑体" panose="02010609060101010101" charset="-122"/>
              </a:rPr>
              <a:t>我校的第一本</a:t>
            </a:r>
            <a:r>
              <a:rPr lang="en-US" altLang="zh-CN" sz="1600" dirty="0">
                <a:solidFill>
                  <a:srgbClr val="000000"/>
                </a:solidFill>
                <a:latin typeface="黑体" panose="02010609060101010101" charset="-122"/>
                <a:ea typeface="黑体" panose="02010609060101010101" charset="-122"/>
                <a:cs typeface="黑体" panose="02010609060101010101" charset="-122"/>
              </a:rPr>
              <a:t>SCI</a:t>
            </a:r>
            <a:r>
              <a:rPr lang="zh-CN" altLang="en-US" sz="1600" dirty="0">
                <a:solidFill>
                  <a:srgbClr val="000000"/>
                </a:solidFill>
                <a:latin typeface="黑体" panose="02010609060101010101" charset="-122"/>
                <a:ea typeface="黑体" panose="02010609060101010101" charset="-122"/>
                <a:cs typeface="黑体" panose="02010609060101010101" charset="-122"/>
              </a:rPr>
              <a:t>期刊</a:t>
            </a:r>
            <a:endParaRPr lang="en-US" altLang="zh-CN" sz="1600"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spcAft>
                <a:spcPts val="0"/>
              </a:spcAft>
            </a:pPr>
            <a:r>
              <a:rPr lang="zh-CN" altLang="en-US" sz="1600" dirty="0">
                <a:solidFill>
                  <a:srgbClr val="000000"/>
                </a:solidFill>
                <a:latin typeface="黑体" panose="02010609060101010101" charset="-122"/>
                <a:ea typeface="黑体" panose="02010609060101010101" charset="-122"/>
                <a:cs typeface="黑体" panose="02010609060101010101" charset="-122"/>
              </a:rPr>
              <a:t>就是与</a:t>
            </a:r>
            <a:r>
              <a:rPr lang="en-US" altLang="zh-CN" sz="1600" dirty="0">
                <a:solidFill>
                  <a:srgbClr val="000000"/>
                </a:solidFill>
                <a:latin typeface="黑体" panose="02010609060101010101" charset="-122"/>
                <a:ea typeface="黑体" panose="02010609060101010101" charset="-122"/>
                <a:cs typeface="黑体" panose="02010609060101010101" charset="-122"/>
              </a:rPr>
              <a:t>Springer</a:t>
            </a:r>
            <a:r>
              <a:rPr lang="zh-CN" altLang="en-US" sz="1600" dirty="0">
                <a:solidFill>
                  <a:srgbClr val="000000"/>
                </a:solidFill>
                <a:latin typeface="黑体" panose="02010609060101010101" charset="-122"/>
                <a:ea typeface="黑体" panose="02010609060101010101" charset="-122"/>
                <a:cs typeface="黑体" panose="02010609060101010101" charset="-122"/>
              </a:rPr>
              <a:t>合办</a:t>
            </a:r>
            <a:endParaRPr lang="en-US" altLang="zh-CN" sz="1600"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pPr>
            <a:r>
              <a:rPr lang="zh-CN" altLang="en-US" sz="1600" dirty="0">
                <a:solidFill>
                  <a:srgbClr val="000000"/>
                </a:solidFill>
                <a:latin typeface="黑体" panose="02010609060101010101" charset="-122"/>
                <a:ea typeface="黑体" panose="02010609060101010101" charset="-122"/>
                <a:cs typeface="黑体" panose="02010609060101010101" charset="-122"/>
              </a:rPr>
              <a:t>创刊主编：饶云江</a:t>
            </a:r>
          </a:p>
        </p:txBody>
      </p:sp>
      <p:pic>
        <p:nvPicPr>
          <p:cNvPr id="48140" name="图片 14"/>
          <p:cNvPicPr>
            <a:picLocks noChangeAspect="1"/>
          </p:cNvPicPr>
          <p:nvPr/>
        </p:nvPicPr>
        <p:blipFill>
          <a:blip r:embed="rId9"/>
          <a:stretch>
            <a:fillRect/>
          </a:stretch>
        </p:blipFill>
        <p:spPr>
          <a:xfrm>
            <a:off x="7467600" y="4062413"/>
            <a:ext cx="1697038" cy="2447925"/>
          </a:xfrm>
          <a:prstGeom prst="rect">
            <a:avLst/>
          </a:prstGeom>
          <a:noFill/>
          <a:ln w="9525">
            <a:noFill/>
          </a:ln>
        </p:spPr>
      </p:pic>
      <p:sp>
        <p:nvSpPr>
          <p:cNvPr id="16" name="矩形 15"/>
          <p:cNvSpPr/>
          <p:nvPr/>
        </p:nvSpPr>
        <p:spPr>
          <a:xfrm>
            <a:off x="827088" y="1470025"/>
            <a:ext cx="1441450" cy="5040313"/>
          </a:xfrm>
          <a:prstGeom prst="rect">
            <a:avLst/>
          </a:prstGeom>
          <a:solidFill>
            <a:srgbClr val="0070C0"/>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英文</a:t>
            </a: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547813"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a:t>
            </a:r>
          </a:p>
        </p:txBody>
      </p:sp>
      <p:cxnSp>
        <p:nvCxnSpPr>
          <p:cNvPr id="49155" name="直接连接符 3"/>
          <p:cNvCxnSpPr/>
          <p:nvPr/>
        </p:nvCxnSpPr>
        <p:spPr>
          <a:xfrm>
            <a:off x="1547813" y="6599238"/>
            <a:ext cx="7272337" cy="1587"/>
          </a:xfrm>
          <a:prstGeom prst="line">
            <a:avLst/>
          </a:prstGeom>
          <a:ln w="28575" cap="flat" cmpd="sng">
            <a:solidFill>
              <a:srgbClr val="000000"/>
            </a:solidFill>
            <a:prstDash val="solid"/>
            <a:miter/>
            <a:headEnd type="none" w="med" len="med"/>
            <a:tailEnd type="none" w="med" len="med"/>
          </a:ln>
        </p:spPr>
      </p:cxnSp>
      <p:sp>
        <p:nvSpPr>
          <p:cNvPr id="49156" name="矩形 4"/>
          <p:cNvSpPr/>
          <p:nvPr/>
        </p:nvSpPr>
        <p:spPr>
          <a:xfrm>
            <a:off x="827088" y="849313"/>
            <a:ext cx="8634412"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2. </a:t>
            </a:r>
            <a:r>
              <a:rPr lang="zh-CN" altLang="en-US" sz="2000" b="1" dirty="0">
                <a:solidFill>
                  <a:srgbClr val="000000"/>
                </a:solidFill>
                <a:latin typeface="黑体" panose="02010609060101010101" charset="-122"/>
                <a:ea typeface="黑体" panose="02010609060101010101" charset="-122"/>
                <a:cs typeface="黑体" panose="02010609060101010101" charset="-122"/>
              </a:rPr>
              <a:t>文献检索的信息来源</a:t>
            </a:r>
          </a:p>
        </p:txBody>
      </p:sp>
      <p:pic>
        <p:nvPicPr>
          <p:cNvPr id="49157" name="图片 5"/>
          <p:cNvPicPr>
            <a:picLocks noChangeAspect="1"/>
          </p:cNvPicPr>
          <p:nvPr/>
        </p:nvPicPr>
        <p:blipFill>
          <a:blip r:embed="rId5"/>
          <a:stretch>
            <a:fillRect/>
          </a:stretch>
        </p:blipFill>
        <p:spPr>
          <a:xfrm>
            <a:off x="2411413" y="1423988"/>
            <a:ext cx="1296987" cy="1354137"/>
          </a:xfrm>
          <a:prstGeom prst="rect">
            <a:avLst/>
          </a:prstGeom>
          <a:noFill/>
          <a:ln w="9525">
            <a:noFill/>
          </a:ln>
        </p:spPr>
      </p:pic>
      <p:sp>
        <p:nvSpPr>
          <p:cNvPr id="49158" name="矩形 6"/>
          <p:cNvSpPr/>
          <p:nvPr/>
        </p:nvSpPr>
        <p:spPr>
          <a:xfrm>
            <a:off x="3851275" y="1423988"/>
            <a:ext cx="3960813" cy="922020"/>
          </a:xfrm>
          <a:prstGeom prst="rect">
            <a:avLst/>
          </a:prstGeom>
          <a:noFill/>
          <a:ln w="9525">
            <a:noFill/>
          </a:ln>
        </p:spPr>
        <p:txBody>
          <a:bodyPr anchor="t">
            <a:spAutoFit/>
          </a:bodyPr>
          <a:lstStyle/>
          <a:p>
            <a:pPr defTabSz="457200">
              <a:spcAft>
                <a:spcPts val="0"/>
              </a:spcAft>
            </a:pPr>
            <a:r>
              <a:rPr lang="zh-CN" altLang="en-US" sz="1800" b="1" dirty="0">
                <a:solidFill>
                  <a:srgbClr val="000000"/>
                </a:solidFill>
                <a:latin typeface="黑体" panose="02010609060101010101" charset="-122"/>
                <a:ea typeface="黑体" panose="02010609060101010101" charset="-122"/>
              </a:rPr>
              <a:t>爱思唯尔</a:t>
            </a:r>
            <a:endParaRPr lang="en-US" altLang="zh-CN" sz="1800" b="1" dirty="0">
              <a:solidFill>
                <a:srgbClr val="000000"/>
              </a:solidFill>
              <a:latin typeface="黑体" panose="02010609060101010101" charset="-122"/>
              <a:ea typeface="黑体" panose="02010609060101010101" charset="-122"/>
            </a:endParaRPr>
          </a:p>
          <a:p>
            <a:pPr defTabSz="457200">
              <a:spcBef>
                <a:spcPts val="0"/>
              </a:spcBef>
              <a:spcAft>
                <a:spcPts val="0"/>
              </a:spcAft>
            </a:pPr>
            <a:r>
              <a:rPr lang="zh-CN" altLang="en-US" sz="1800" b="1" dirty="0">
                <a:solidFill>
                  <a:srgbClr val="000000"/>
                </a:solidFill>
                <a:latin typeface="黑体" panose="02010609060101010101" charset="-122"/>
                <a:ea typeface="黑体" panose="02010609060101010101" charset="-122"/>
              </a:rPr>
              <a:t>标志为：苹果树下的牛顿</a:t>
            </a:r>
            <a:endParaRPr lang="en-US" altLang="zh-CN" sz="1800" b="1" dirty="0">
              <a:solidFill>
                <a:srgbClr val="000000"/>
              </a:solidFill>
              <a:latin typeface="黑体" panose="02010609060101010101" charset="-122"/>
              <a:ea typeface="黑体" panose="02010609060101010101" charset="-122"/>
            </a:endParaRPr>
          </a:p>
          <a:p>
            <a:pPr defTabSz="457200">
              <a:spcBef>
                <a:spcPts val="0"/>
              </a:spcBef>
            </a:pPr>
            <a:r>
              <a:rPr lang="zh-CN" altLang="en-US" sz="1800" b="1" dirty="0">
                <a:solidFill>
                  <a:srgbClr val="000000"/>
                </a:solidFill>
                <a:latin typeface="黑体" panose="02010609060101010101" charset="-122"/>
                <a:ea typeface="黑体" panose="02010609060101010101" charset="-122"/>
              </a:rPr>
              <a:t>科研界的一个大数据中心</a:t>
            </a:r>
          </a:p>
        </p:txBody>
      </p:sp>
      <p:sp>
        <p:nvSpPr>
          <p:cNvPr id="49159" name="矩形 7"/>
          <p:cNvSpPr/>
          <p:nvPr/>
        </p:nvSpPr>
        <p:spPr>
          <a:xfrm>
            <a:off x="3851275" y="2360613"/>
            <a:ext cx="3611880" cy="368300"/>
          </a:xfrm>
          <a:prstGeom prst="rect">
            <a:avLst/>
          </a:prstGeom>
          <a:noFill/>
          <a:ln w="9525">
            <a:noFill/>
          </a:ln>
        </p:spPr>
        <p:txBody>
          <a:bodyPr wrap="none"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rPr>
              <a:t>https://www.sciencedirect.com/</a:t>
            </a:r>
          </a:p>
        </p:txBody>
      </p:sp>
      <p:pic>
        <p:nvPicPr>
          <p:cNvPr id="49160" name="图片 9"/>
          <p:cNvPicPr>
            <a:picLocks noChangeAspect="1"/>
          </p:cNvPicPr>
          <p:nvPr/>
        </p:nvPicPr>
        <p:blipFill>
          <a:blip r:embed="rId6"/>
          <a:stretch>
            <a:fillRect/>
          </a:stretch>
        </p:blipFill>
        <p:spPr>
          <a:xfrm>
            <a:off x="2484438" y="2865438"/>
            <a:ext cx="6505575" cy="2897187"/>
          </a:xfrm>
          <a:prstGeom prst="rect">
            <a:avLst/>
          </a:prstGeom>
          <a:noFill/>
          <a:ln w="9525">
            <a:noFill/>
          </a:ln>
        </p:spPr>
      </p:pic>
      <p:sp>
        <p:nvSpPr>
          <p:cNvPr id="49161" name="矩形 10"/>
          <p:cNvSpPr/>
          <p:nvPr/>
        </p:nvSpPr>
        <p:spPr>
          <a:xfrm>
            <a:off x="4427538" y="6240463"/>
            <a:ext cx="3330575" cy="368300"/>
          </a:xfrm>
          <a:prstGeom prst="rect">
            <a:avLst/>
          </a:prstGeom>
          <a:noFill/>
          <a:ln w="9525">
            <a:noFill/>
          </a:ln>
        </p:spPr>
        <p:txBody>
          <a:bodyPr anchor="t">
            <a:spAutoFit/>
          </a:bodyPr>
          <a:lstStyle/>
          <a:p>
            <a:pPr algn="r" defTabSz="457200">
              <a:spcAft>
                <a:spcPts val="0"/>
              </a:spcAft>
            </a:pPr>
            <a:r>
              <a:rPr lang="zh-CN" altLang="en-US" sz="1800" b="1" dirty="0">
                <a:solidFill>
                  <a:srgbClr val="000000"/>
                </a:solidFill>
                <a:latin typeface="黑体" panose="02010609060101010101" charset="-122"/>
                <a:ea typeface="黑体" panose="02010609060101010101" charset="-122"/>
              </a:rPr>
              <a:t>旗下期刊扛把子：</a:t>
            </a:r>
            <a:r>
              <a:rPr lang="en-US" altLang="zh-CN" sz="1800" b="1" dirty="0">
                <a:solidFill>
                  <a:srgbClr val="000000"/>
                </a:solidFill>
                <a:latin typeface="黑体" panose="02010609060101010101" charset="-122"/>
                <a:ea typeface="黑体" panose="02010609060101010101" charset="-122"/>
              </a:rPr>
              <a:t>《</a:t>
            </a:r>
            <a:r>
              <a:rPr lang="zh-CN" altLang="en-US" sz="1800" b="1" dirty="0">
                <a:solidFill>
                  <a:srgbClr val="000000"/>
                </a:solidFill>
                <a:latin typeface="黑体" panose="02010609060101010101" charset="-122"/>
                <a:ea typeface="黑体" panose="02010609060101010101" charset="-122"/>
              </a:rPr>
              <a:t>细胞</a:t>
            </a:r>
            <a:r>
              <a:rPr lang="en-US" altLang="zh-CN" sz="1800" b="1" dirty="0">
                <a:solidFill>
                  <a:srgbClr val="000000"/>
                </a:solidFill>
                <a:latin typeface="黑体" panose="02010609060101010101" charset="-122"/>
                <a:ea typeface="黑体" panose="02010609060101010101" charset="-122"/>
              </a:rPr>
              <a:t>》</a:t>
            </a:r>
          </a:p>
        </p:txBody>
      </p:sp>
      <p:pic>
        <p:nvPicPr>
          <p:cNvPr id="49162" name="图片 11"/>
          <p:cNvPicPr>
            <a:picLocks noChangeAspect="1"/>
          </p:cNvPicPr>
          <p:nvPr/>
        </p:nvPicPr>
        <p:blipFill>
          <a:blip r:embed="rId7"/>
          <a:stretch>
            <a:fillRect/>
          </a:stretch>
        </p:blipFill>
        <p:spPr>
          <a:xfrm>
            <a:off x="7389813" y="3959225"/>
            <a:ext cx="1709737" cy="2303463"/>
          </a:xfrm>
          <a:prstGeom prst="rect">
            <a:avLst/>
          </a:prstGeom>
          <a:noFill/>
          <a:ln w="9525">
            <a:noFill/>
          </a:ln>
        </p:spPr>
      </p:pic>
      <p:sp>
        <p:nvSpPr>
          <p:cNvPr id="13" name="矩形 12"/>
          <p:cNvSpPr/>
          <p:nvPr/>
        </p:nvSpPr>
        <p:spPr>
          <a:xfrm>
            <a:off x="827088" y="1423988"/>
            <a:ext cx="1441450" cy="5041900"/>
          </a:xfrm>
          <a:prstGeom prst="rect">
            <a:avLst/>
          </a:prstGeom>
          <a:solidFill>
            <a:srgbClr val="0070C0"/>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英文</a:t>
            </a: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547813"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a:t>
            </a:r>
          </a:p>
        </p:txBody>
      </p:sp>
      <p:sp>
        <p:nvSpPr>
          <p:cNvPr id="50179" name="矩形 3"/>
          <p:cNvSpPr/>
          <p:nvPr/>
        </p:nvSpPr>
        <p:spPr>
          <a:xfrm>
            <a:off x="819150" y="908050"/>
            <a:ext cx="8634413"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2. </a:t>
            </a:r>
            <a:r>
              <a:rPr lang="zh-CN" altLang="en-US" sz="2000" b="1" dirty="0">
                <a:solidFill>
                  <a:srgbClr val="000000"/>
                </a:solidFill>
                <a:latin typeface="黑体" panose="02010609060101010101" charset="-122"/>
                <a:ea typeface="黑体" panose="02010609060101010101" charset="-122"/>
                <a:cs typeface="黑体" panose="02010609060101010101" charset="-122"/>
              </a:rPr>
              <a:t>文献检索的信息来源</a:t>
            </a:r>
          </a:p>
        </p:txBody>
      </p:sp>
      <p:sp>
        <p:nvSpPr>
          <p:cNvPr id="50180" name="矩形 4"/>
          <p:cNvSpPr/>
          <p:nvPr/>
        </p:nvSpPr>
        <p:spPr>
          <a:xfrm>
            <a:off x="4370705" y="1484630"/>
            <a:ext cx="4881245" cy="645160"/>
          </a:xfrm>
          <a:prstGeom prst="rect">
            <a:avLst/>
          </a:prstGeom>
          <a:noFill/>
          <a:ln w="9525">
            <a:noFill/>
          </a:ln>
        </p:spPr>
        <p:txBody>
          <a:bodyPr wrap="square" anchor="t">
            <a:spAutoFit/>
          </a:bodyPr>
          <a:lstStyle/>
          <a:p>
            <a:pPr defTabSz="457200">
              <a:spcAft>
                <a:spcPts val="0"/>
              </a:spcAft>
            </a:pPr>
            <a:r>
              <a:rPr lang="zh-CN" altLang="en-US" sz="1800" b="1" dirty="0">
                <a:solidFill>
                  <a:srgbClr val="000000"/>
                </a:solidFill>
                <a:latin typeface="黑体" panose="02010609060101010101" charset="-122"/>
                <a:ea typeface="黑体" panose="02010609060101010101" charset="-122"/>
                <a:cs typeface="黑体" panose="02010609060101010101" charset="-122"/>
              </a:rPr>
              <a:t>国际电子电气工程学会</a:t>
            </a:r>
            <a:endParaRPr lang="en-US" altLang="zh-CN" sz="1800" b="1"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pPr>
            <a:r>
              <a:rPr lang="zh-CN" altLang="en-US" sz="1800" b="1" dirty="0">
                <a:solidFill>
                  <a:srgbClr val="000000"/>
                </a:solidFill>
                <a:latin typeface="黑体" panose="02010609060101010101" charset="-122"/>
                <a:ea typeface="黑体" panose="02010609060101010101" charset="-122"/>
                <a:cs typeface="黑体" panose="02010609060101010101" charset="-122"/>
              </a:rPr>
              <a:t>没听说过</a:t>
            </a:r>
            <a:r>
              <a:rPr lang="en-US" altLang="zh-CN" sz="1800" b="1" dirty="0">
                <a:solidFill>
                  <a:srgbClr val="000000"/>
                </a:solidFill>
                <a:latin typeface="黑体" panose="02010609060101010101" charset="-122"/>
                <a:ea typeface="黑体" panose="02010609060101010101" charset="-122"/>
                <a:cs typeface="黑体" panose="02010609060101010101" charset="-122"/>
              </a:rPr>
              <a:t>IEEE</a:t>
            </a:r>
            <a:r>
              <a:rPr lang="zh-CN" altLang="en-US" sz="1800" b="1" dirty="0">
                <a:solidFill>
                  <a:srgbClr val="000000"/>
                </a:solidFill>
                <a:latin typeface="黑体" panose="02010609060101010101" charset="-122"/>
                <a:ea typeface="黑体" panose="02010609060101010101" charset="-122"/>
                <a:cs typeface="黑体" panose="02010609060101010101" charset="-122"/>
              </a:rPr>
              <a:t>别说自己是</a:t>
            </a:r>
            <a:r>
              <a:rPr lang="en-US" altLang="zh-CN" sz="1800" b="1" dirty="0">
                <a:solidFill>
                  <a:srgbClr val="000000"/>
                </a:solidFill>
                <a:latin typeface="黑体" panose="02010609060101010101" charset="-122"/>
                <a:ea typeface="黑体" panose="02010609060101010101" charset="-122"/>
                <a:cs typeface="黑体" panose="02010609060101010101" charset="-122"/>
              </a:rPr>
              <a:t>UESTC</a:t>
            </a:r>
            <a:r>
              <a:rPr lang="zh-CN" altLang="en-US" sz="1800" b="1" dirty="0">
                <a:solidFill>
                  <a:srgbClr val="000000"/>
                </a:solidFill>
                <a:latin typeface="黑体" panose="02010609060101010101" charset="-122"/>
                <a:ea typeface="黑体" panose="02010609060101010101" charset="-122"/>
                <a:cs typeface="黑体" panose="02010609060101010101" charset="-122"/>
              </a:rPr>
              <a:t>毕业的</a:t>
            </a:r>
          </a:p>
        </p:txBody>
      </p:sp>
      <p:pic>
        <p:nvPicPr>
          <p:cNvPr id="50181" name="图片 5"/>
          <p:cNvPicPr>
            <a:picLocks noChangeAspect="1"/>
          </p:cNvPicPr>
          <p:nvPr/>
        </p:nvPicPr>
        <p:blipFill>
          <a:blip r:embed="rId5"/>
          <a:srcRect r="2162"/>
          <a:stretch>
            <a:fillRect/>
          </a:stretch>
        </p:blipFill>
        <p:spPr>
          <a:xfrm>
            <a:off x="2330450" y="1484630"/>
            <a:ext cx="1962785" cy="604520"/>
          </a:xfrm>
          <a:prstGeom prst="rect">
            <a:avLst/>
          </a:prstGeom>
          <a:noFill/>
          <a:ln w="9525">
            <a:noFill/>
          </a:ln>
        </p:spPr>
      </p:pic>
      <p:pic>
        <p:nvPicPr>
          <p:cNvPr id="50182" name="图片 6"/>
          <p:cNvPicPr>
            <a:picLocks noChangeAspect="1"/>
          </p:cNvPicPr>
          <p:nvPr/>
        </p:nvPicPr>
        <p:blipFill>
          <a:blip r:embed="rId6"/>
          <a:stretch>
            <a:fillRect/>
          </a:stretch>
        </p:blipFill>
        <p:spPr>
          <a:xfrm>
            <a:off x="2339975" y="2565400"/>
            <a:ext cx="6804025" cy="2940050"/>
          </a:xfrm>
          <a:prstGeom prst="rect">
            <a:avLst/>
          </a:prstGeom>
          <a:noFill/>
          <a:ln w="9525">
            <a:noFill/>
          </a:ln>
        </p:spPr>
      </p:pic>
      <p:sp>
        <p:nvSpPr>
          <p:cNvPr id="50183" name="矩形 7"/>
          <p:cNvSpPr/>
          <p:nvPr/>
        </p:nvSpPr>
        <p:spPr>
          <a:xfrm>
            <a:off x="2435225" y="2163445"/>
            <a:ext cx="5737225" cy="368300"/>
          </a:xfrm>
          <a:prstGeom prst="rect">
            <a:avLst/>
          </a:prstGeom>
          <a:noFill/>
          <a:ln w="9525">
            <a:noFill/>
          </a:ln>
        </p:spPr>
        <p:txBody>
          <a:bodyPr wrap="square" anchor="t">
            <a:spAutoFit/>
          </a:bodyPr>
          <a:lstStyle/>
          <a:p>
            <a:pPr defTabSz="457200">
              <a:spcAft>
                <a:spcPts val="0"/>
              </a:spcAft>
            </a:pPr>
            <a:r>
              <a:rPr lang="zh-CN" altLang="en-US" sz="1800" dirty="0">
                <a:solidFill>
                  <a:srgbClr val="000000"/>
                </a:solidFill>
                <a:latin typeface="黑体" panose="02010609060101010101" charset="-122"/>
                <a:ea typeface="黑体" panose="02010609060101010101" charset="-122"/>
              </a:rPr>
              <a:t>https://ieeexplore.ieee.org/Xplore/home.jsp</a:t>
            </a:r>
          </a:p>
        </p:txBody>
      </p:sp>
      <p:sp>
        <p:nvSpPr>
          <p:cNvPr id="50184" name="矩形 9"/>
          <p:cNvSpPr/>
          <p:nvPr/>
        </p:nvSpPr>
        <p:spPr>
          <a:xfrm>
            <a:off x="2259330" y="5578475"/>
            <a:ext cx="6920230" cy="922020"/>
          </a:xfrm>
          <a:prstGeom prst="rect">
            <a:avLst/>
          </a:prstGeom>
          <a:noFill/>
          <a:ln w="9525">
            <a:noFill/>
          </a:ln>
        </p:spPr>
        <p:txBody>
          <a:bodyPr wrap="square" anchor="t">
            <a:spAutoFit/>
          </a:bodyPr>
          <a:lstStyle/>
          <a:p>
            <a:pPr defTabSz="457200">
              <a:spcAft>
                <a:spcPts val="0"/>
              </a:spcAft>
            </a:pPr>
            <a:r>
              <a:rPr lang="zh-CN" altLang="en-US" sz="1800" b="1" dirty="0">
                <a:solidFill>
                  <a:srgbClr val="000000"/>
                </a:solidFill>
                <a:latin typeface="黑体" panose="02010609060101010101" charset="-122"/>
                <a:ea typeface="黑体" panose="02010609060101010101" charset="-122"/>
                <a:cs typeface="黑体" panose="02010609060101010101" charset="-122"/>
              </a:rPr>
              <a:t>期刊包括电子电气、计算机类各个技术领域的顶级成果，</a:t>
            </a:r>
            <a:endParaRPr lang="en-US" altLang="zh-CN" sz="1800" b="1" dirty="0">
              <a:solidFill>
                <a:srgbClr val="000000"/>
              </a:solidFill>
              <a:latin typeface="黑体" panose="02010609060101010101" charset="-122"/>
              <a:ea typeface="黑体" panose="02010609060101010101" charset="-122"/>
              <a:cs typeface="黑体" panose="02010609060101010101" charset="-122"/>
            </a:endParaRPr>
          </a:p>
          <a:p>
            <a:pPr defTabSz="457200">
              <a:spcBef>
                <a:spcPts val="0"/>
              </a:spcBef>
              <a:spcAft>
                <a:spcPts val="0"/>
              </a:spcAft>
            </a:pPr>
            <a:r>
              <a:rPr lang="en-US" altLang="zh-CN" sz="1800" b="1" dirty="0">
                <a:solidFill>
                  <a:srgbClr val="000000"/>
                </a:solidFill>
                <a:latin typeface="黑体" panose="02010609060101010101" charset="-122"/>
                <a:ea typeface="黑体" panose="02010609060101010101" charset="-122"/>
                <a:cs typeface="黑体" panose="02010609060101010101" charset="-122"/>
              </a:rPr>
              <a:t>IEEE Trans. Of	XXX				IEEE Selected Topic of XXX</a:t>
            </a:r>
          </a:p>
          <a:p>
            <a:pPr defTabSz="457200">
              <a:spcBef>
                <a:spcPts val="0"/>
              </a:spcBef>
            </a:pPr>
            <a:r>
              <a:rPr lang="en-US" altLang="zh-CN" sz="1800" b="1" dirty="0">
                <a:solidFill>
                  <a:srgbClr val="000000"/>
                </a:solidFill>
                <a:latin typeface="黑体" panose="02010609060101010101" charset="-122"/>
                <a:ea typeface="黑体" panose="02010609060101010101" charset="-122"/>
                <a:cs typeface="黑体" panose="02010609060101010101" charset="-122"/>
              </a:rPr>
              <a:t>IEEE Proceedings of XXX			IEEE XXX Letters</a:t>
            </a:r>
          </a:p>
        </p:txBody>
      </p:sp>
      <p:sp>
        <p:nvSpPr>
          <p:cNvPr id="11" name="矩形 10"/>
          <p:cNvSpPr/>
          <p:nvPr/>
        </p:nvSpPr>
        <p:spPr>
          <a:xfrm>
            <a:off x="819150" y="1484313"/>
            <a:ext cx="1439863" cy="5040313"/>
          </a:xfrm>
          <a:prstGeom prst="rect">
            <a:avLst/>
          </a:prstGeom>
          <a:solidFill>
            <a:srgbClr val="0070C0"/>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英文</a:t>
            </a: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4"/>
          <a:stretch>
            <a:fillRect/>
          </a:stretch>
        </p:blipFill>
        <p:spPr>
          <a:xfrm>
            <a:off x="48577" y="249238"/>
            <a:ext cx="1127284" cy="1068705"/>
          </a:xfrm>
          <a:prstGeom prst="rect">
            <a:avLst/>
          </a:prstGeom>
        </p:spPr>
      </p:pic>
      <p:sp>
        <p:nvSpPr>
          <p:cNvPr id="9" name="Rectangle 2"/>
          <p:cNvSpPr>
            <a:spLocks noGrp="1" noChangeArrowheads="1"/>
          </p:cNvSpPr>
          <p:nvPr>
            <p:ph type="title" idx="4294967295"/>
          </p:nvPr>
        </p:nvSpPr>
        <p:spPr>
          <a:xfrm>
            <a:off x="1547813" y="44450"/>
            <a:ext cx="6624638" cy="792163"/>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dirty="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cs typeface="黑体" panose="02010609060101010101" charset="-122"/>
                <a:sym typeface="+mn-ea"/>
              </a:rPr>
              <a:t>第二章 文献检索和综述</a:t>
            </a:r>
          </a:p>
        </p:txBody>
      </p:sp>
      <p:cxnSp>
        <p:nvCxnSpPr>
          <p:cNvPr id="51203" name="直接连接符 3"/>
          <p:cNvCxnSpPr/>
          <p:nvPr/>
        </p:nvCxnSpPr>
        <p:spPr>
          <a:xfrm flipV="1">
            <a:off x="819150" y="836613"/>
            <a:ext cx="7920038" cy="0"/>
          </a:xfrm>
          <a:prstGeom prst="line">
            <a:avLst/>
          </a:prstGeom>
          <a:ln w="28575" cap="flat" cmpd="sng">
            <a:solidFill>
              <a:srgbClr val="000000"/>
            </a:solidFill>
            <a:prstDash val="solid"/>
            <a:miter/>
            <a:headEnd type="none" w="med" len="med"/>
            <a:tailEnd type="none" w="med" len="med"/>
          </a:ln>
        </p:spPr>
      </p:cxnSp>
      <p:pic>
        <p:nvPicPr>
          <p:cNvPr id="51204" name="图片 5"/>
          <p:cNvPicPr>
            <a:picLocks noChangeAspect="1"/>
          </p:cNvPicPr>
          <p:nvPr/>
        </p:nvPicPr>
        <p:blipFill>
          <a:blip r:embed="rId5">
            <a:clrChange>
              <a:clrFrom>
                <a:srgbClr val="FFFFFF"/>
              </a:clrFrom>
              <a:clrTo>
                <a:srgbClr val="FFFFFF">
                  <a:alpha val="0"/>
                </a:srgbClr>
              </a:clrTo>
            </a:clrChange>
          </a:blip>
          <a:stretch>
            <a:fillRect/>
          </a:stretch>
        </p:blipFill>
        <p:spPr>
          <a:xfrm>
            <a:off x="8316595" y="2565718"/>
            <a:ext cx="693738" cy="701675"/>
          </a:xfrm>
          <a:prstGeom prst="rect">
            <a:avLst/>
          </a:prstGeom>
          <a:noFill/>
          <a:ln w="9525">
            <a:noFill/>
          </a:ln>
        </p:spPr>
      </p:pic>
      <p:sp>
        <p:nvSpPr>
          <p:cNvPr id="51205" name="矩形 7"/>
          <p:cNvSpPr/>
          <p:nvPr/>
        </p:nvSpPr>
        <p:spPr>
          <a:xfrm>
            <a:off x="819150" y="981075"/>
            <a:ext cx="8634413" cy="398780"/>
          </a:xfrm>
          <a:prstGeom prst="rect">
            <a:avLst/>
          </a:prstGeom>
          <a:noFill/>
          <a:ln w="9525">
            <a:noFill/>
          </a:ln>
        </p:spPr>
        <p:txBody>
          <a:bodyPr anchor="t">
            <a:spAutoFit/>
          </a:bodyPr>
          <a:lstStyle/>
          <a:p>
            <a:pPr defTabSz="457200">
              <a:spcAft>
                <a:spcPts val="600"/>
              </a:spcAft>
            </a:pPr>
            <a:r>
              <a:rPr lang="en-US" altLang="zh-CN" sz="2000" b="1" dirty="0">
                <a:solidFill>
                  <a:srgbClr val="000000"/>
                </a:solidFill>
                <a:latin typeface="黑体" panose="02010609060101010101" charset="-122"/>
                <a:ea typeface="黑体" panose="02010609060101010101" charset="-122"/>
                <a:cs typeface="黑体" panose="02010609060101010101" charset="-122"/>
              </a:rPr>
              <a:t>2. </a:t>
            </a:r>
            <a:r>
              <a:rPr lang="zh-CN" altLang="en-US" sz="2000" b="1" dirty="0">
                <a:solidFill>
                  <a:srgbClr val="000000"/>
                </a:solidFill>
                <a:latin typeface="黑体" panose="02010609060101010101" charset="-122"/>
                <a:ea typeface="黑体" panose="02010609060101010101" charset="-122"/>
                <a:cs typeface="黑体" panose="02010609060101010101" charset="-122"/>
              </a:rPr>
              <a:t>文献检索的信息来源</a:t>
            </a:r>
          </a:p>
        </p:txBody>
      </p:sp>
      <p:sp>
        <p:nvSpPr>
          <p:cNvPr id="51206" name="矩形 9"/>
          <p:cNvSpPr/>
          <p:nvPr/>
        </p:nvSpPr>
        <p:spPr>
          <a:xfrm>
            <a:off x="5147628" y="1650048"/>
            <a:ext cx="3960812" cy="645160"/>
          </a:xfrm>
          <a:prstGeom prst="rect">
            <a:avLst/>
          </a:prstGeom>
          <a:noFill/>
          <a:ln w="9525">
            <a:noFill/>
          </a:ln>
        </p:spPr>
        <p:txBody>
          <a:bodyPr anchor="t">
            <a:spAutoFit/>
          </a:bodyPr>
          <a:lstStyle/>
          <a:p>
            <a:pPr defTabSz="457200">
              <a:spcAft>
                <a:spcPts val="0"/>
              </a:spcAft>
            </a:pPr>
            <a:r>
              <a:rPr lang="zh-CN" altLang="en-US" sz="1800" b="1" dirty="0">
                <a:solidFill>
                  <a:srgbClr val="000000"/>
                </a:solidFill>
                <a:latin typeface="黑体" panose="02010609060101010101" charset="-122"/>
                <a:ea typeface="黑体" panose="02010609060101010101" charset="-122"/>
              </a:rPr>
              <a:t>百年德国出版老店</a:t>
            </a:r>
            <a:endParaRPr lang="en-US" altLang="zh-CN" sz="1800" b="1" dirty="0">
              <a:solidFill>
                <a:srgbClr val="000000"/>
              </a:solidFill>
              <a:latin typeface="黑体" panose="02010609060101010101" charset="-122"/>
              <a:ea typeface="黑体" panose="02010609060101010101" charset="-122"/>
            </a:endParaRPr>
          </a:p>
          <a:p>
            <a:pPr defTabSz="457200">
              <a:spcBef>
                <a:spcPts val="0"/>
              </a:spcBef>
            </a:pPr>
            <a:r>
              <a:rPr lang="zh-CN" altLang="en-US" sz="1800" b="1" dirty="0">
                <a:solidFill>
                  <a:srgbClr val="000000"/>
                </a:solidFill>
                <a:latin typeface="黑体" panose="02010609060101010101" charset="-122"/>
                <a:ea typeface="黑体" panose="02010609060101010101" charset="-122"/>
              </a:rPr>
              <a:t>重点耕耘电子信息和材料领域</a:t>
            </a:r>
          </a:p>
        </p:txBody>
      </p:sp>
      <p:pic>
        <p:nvPicPr>
          <p:cNvPr id="51207" name="图片 10"/>
          <p:cNvPicPr>
            <a:picLocks noChangeAspect="1"/>
          </p:cNvPicPr>
          <p:nvPr/>
        </p:nvPicPr>
        <p:blipFill>
          <a:blip r:embed="rId6"/>
          <a:stretch>
            <a:fillRect/>
          </a:stretch>
        </p:blipFill>
        <p:spPr>
          <a:xfrm>
            <a:off x="2339975" y="1557338"/>
            <a:ext cx="2562225" cy="990600"/>
          </a:xfrm>
          <a:prstGeom prst="rect">
            <a:avLst/>
          </a:prstGeom>
          <a:noFill/>
          <a:ln w="9525">
            <a:noFill/>
          </a:ln>
        </p:spPr>
      </p:pic>
      <p:pic>
        <p:nvPicPr>
          <p:cNvPr id="51208" name="图片 11"/>
          <p:cNvPicPr>
            <a:picLocks noChangeAspect="1"/>
          </p:cNvPicPr>
          <p:nvPr/>
        </p:nvPicPr>
        <p:blipFill>
          <a:blip r:embed="rId7"/>
          <a:stretch>
            <a:fillRect/>
          </a:stretch>
        </p:blipFill>
        <p:spPr>
          <a:xfrm>
            <a:off x="2403475" y="2565400"/>
            <a:ext cx="4573270" cy="2200910"/>
          </a:xfrm>
          <a:prstGeom prst="rect">
            <a:avLst/>
          </a:prstGeom>
          <a:noFill/>
          <a:ln w="9525">
            <a:noFill/>
          </a:ln>
        </p:spPr>
      </p:pic>
      <p:pic>
        <p:nvPicPr>
          <p:cNvPr id="51209" name="图片 12"/>
          <p:cNvPicPr>
            <a:picLocks noChangeAspect="1"/>
          </p:cNvPicPr>
          <p:nvPr/>
        </p:nvPicPr>
        <p:blipFill>
          <a:blip r:embed="rId8"/>
          <a:stretch>
            <a:fillRect/>
          </a:stretch>
        </p:blipFill>
        <p:spPr>
          <a:xfrm>
            <a:off x="7072313" y="3387725"/>
            <a:ext cx="2038350" cy="2941638"/>
          </a:xfrm>
          <a:prstGeom prst="rect">
            <a:avLst/>
          </a:prstGeom>
          <a:noFill/>
          <a:ln w="9525" cap="flat" cmpd="sng">
            <a:solidFill>
              <a:srgbClr val="000000"/>
            </a:solidFill>
            <a:prstDash val="solid"/>
            <a:miter/>
            <a:headEnd type="none" w="med" len="med"/>
            <a:tailEnd type="none" w="med" len="med"/>
          </a:ln>
        </p:spPr>
      </p:pic>
      <p:sp>
        <p:nvSpPr>
          <p:cNvPr id="51210" name="矩形 13"/>
          <p:cNvSpPr/>
          <p:nvPr/>
        </p:nvSpPr>
        <p:spPr>
          <a:xfrm>
            <a:off x="2880043" y="5684520"/>
            <a:ext cx="3959225" cy="645160"/>
          </a:xfrm>
          <a:prstGeom prst="rect">
            <a:avLst/>
          </a:prstGeom>
          <a:noFill/>
          <a:ln w="9525">
            <a:noFill/>
          </a:ln>
        </p:spPr>
        <p:txBody>
          <a:bodyPr anchor="t">
            <a:spAutoFit/>
          </a:bodyPr>
          <a:lstStyle/>
          <a:p>
            <a:pPr algn="r" defTabSz="457200">
              <a:spcAft>
                <a:spcPts val="0"/>
              </a:spcAft>
            </a:pPr>
            <a:r>
              <a:rPr lang="zh-CN" altLang="en-US" sz="1800" dirty="0">
                <a:solidFill>
                  <a:srgbClr val="000000"/>
                </a:solidFill>
                <a:latin typeface="黑体" panose="02010609060101010101" charset="-122"/>
                <a:ea typeface="黑体" panose="02010609060101010101" charset="-122"/>
                <a:cs typeface="黑体" panose="02010609060101010101" charset="-122"/>
              </a:rPr>
              <a:t>我校与</a:t>
            </a:r>
            <a:r>
              <a:rPr lang="en-US" altLang="zh-CN" sz="1800" dirty="0">
                <a:solidFill>
                  <a:srgbClr val="000000"/>
                </a:solidFill>
                <a:latin typeface="黑体" panose="02010609060101010101" charset="-122"/>
                <a:ea typeface="黑体" panose="02010609060101010101" charset="-122"/>
                <a:cs typeface="黑体" panose="02010609060101010101" charset="-122"/>
              </a:rPr>
              <a:t>Wiley</a:t>
            </a:r>
            <a:r>
              <a:rPr lang="zh-CN" altLang="en-US" sz="1800" dirty="0">
                <a:solidFill>
                  <a:srgbClr val="000000"/>
                </a:solidFill>
                <a:latin typeface="黑体" panose="02010609060101010101" charset="-122"/>
                <a:ea typeface="黑体" panose="02010609060101010101" charset="-122"/>
                <a:cs typeface="黑体" panose="02010609060101010101" charset="-122"/>
              </a:rPr>
              <a:t>合办期刊</a:t>
            </a:r>
            <a:endParaRPr lang="en-US" altLang="zh-CN" sz="1800" dirty="0">
              <a:solidFill>
                <a:srgbClr val="000000"/>
              </a:solidFill>
              <a:latin typeface="黑体" panose="02010609060101010101" charset="-122"/>
              <a:ea typeface="黑体" panose="02010609060101010101" charset="-122"/>
              <a:cs typeface="黑体" panose="02010609060101010101" charset="-122"/>
            </a:endParaRPr>
          </a:p>
          <a:p>
            <a:pPr algn="r" defTabSz="457200">
              <a:spcBef>
                <a:spcPts val="0"/>
              </a:spcBef>
            </a:pPr>
            <a:r>
              <a:rPr lang="zh-CN" altLang="en-US" sz="1800" dirty="0">
                <a:solidFill>
                  <a:srgbClr val="000000"/>
                </a:solidFill>
                <a:latin typeface="黑体" panose="02010609060101010101" charset="-122"/>
                <a:ea typeface="黑体" panose="02010609060101010101" charset="-122"/>
                <a:cs typeface="黑体" panose="02010609060101010101" charset="-122"/>
              </a:rPr>
              <a:t>创刊主编：李言荣</a:t>
            </a:r>
          </a:p>
        </p:txBody>
      </p:sp>
      <p:sp>
        <p:nvSpPr>
          <p:cNvPr id="51211" name="矩形 14"/>
          <p:cNvSpPr/>
          <p:nvPr/>
        </p:nvSpPr>
        <p:spPr>
          <a:xfrm>
            <a:off x="2411730" y="5036185"/>
            <a:ext cx="4573905" cy="645160"/>
          </a:xfrm>
          <a:prstGeom prst="rect">
            <a:avLst/>
          </a:prstGeom>
          <a:noFill/>
          <a:ln w="9525">
            <a:noFill/>
          </a:ln>
        </p:spPr>
        <p:txBody>
          <a:bodyPr wrap="square" anchor="t">
            <a:spAutoFit/>
          </a:bodyPr>
          <a:lstStyle/>
          <a:p>
            <a:pPr defTabSz="457200">
              <a:spcAft>
                <a:spcPts val="0"/>
              </a:spcAft>
            </a:pPr>
            <a:r>
              <a:rPr lang="zh-CN" altLang="en-US" sz="1800" b="1" dirty="0">
                <a:solidFill>
                  <a:srgbClr val="000000"/>
                </a:solidFill>
                <a:latin typeface="黑体" panose="02010609060101010101" charset="-122"/>
                <a:ea typeface="黑体" panose="02010609060101010101" charset="-122"/>
                <a:cs typeface="黑体" panose="02010609060101010101" charset="-122"/>
              </a:rPr>
              <a:t>旗下期刊包括</a:t>
            </a:r>
            <a:r>
              <a:rPr lang="en-US" altLang="zh-CN" sz="1800" b="1" dirty="0">
                <a:solidFill>
                  <a:srgbClr val="000000"/>
                </a:solidFill>
                <a:latin typeface="黑体" panose="02010609060101010101" charset="-122"/>
                <a:ea typeface="黑体" panose="02010609060101010101" charset="-122"/>
                <a:cs typeface="黑体" panose="02010609060101010101" charset="-122"/>
              </a:rPr>
              <a:t>《Adv Mat》《Laser Photon Rev 》</a:t>
            </a:r>
            <a:r>
              <a:rPr lang="zh-CN" altLang="en-US" sz="1800" b="1" dirty="0">
                <a:solidFill>
                  <a:srgbClr val="000000"/>
                </a:solidFill>
                <a:latin typeface="黑体" panose="02010609060101010101" charset="-122"/>
                <a:ea typeface="黑体" panose="02010609060101010101" charset="-122"/>
                <a:cs typeface="黑体" panose="02010609060101010101" charset="-122"/>
              </a:rPr>
              <a:t>等。</a:t>
            </a:r>
          </a:p>
        </p:txBody>
      </p:sp>
      <p:sp>
        <p:nvSpPr>
          <p:cNvPr id="16" name="矩形 15"/>
          <p:cNvSpPr/>
          <p:nvPr/>
        </p:nvSpPr>
        <p:spPr>
          <a:xfrm>
            <a:off x="819150" y="1557338"/>
            <a:ext cx="1439863" cy="5040313"/>
          </a:xfrm>
          <a:prstGeom prst="rect">
            <a:avLst/>
          </a:prstGeom>
          <a:solidFill>
            <a:srgbClr val="0070C0"/>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黑体" panose="02010609060101010101" charset="-122"/>
                <a:ea typeface="黑体" panose="02010609060101010101" charset="-122"/>
                <a:cs typeface="+mn-cs"/>
              </a:rPr>
              <a:t>英文</a:t>
            </a: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14400" y="635000"/>
            <a:ext cx="7315200" cy="2143125"/>
          </a:xfrm>
          <a:prstGeom prst="rect">
            <a:avLst/>
          </a:prstGeom>
          <a:noFill/>
        </p:spPr>
        <p:txBody>
          <a:bodyPr wrap="square" rtlCol="0" anchor="ctr" anchorCtr="0">
            <a:noAutofit/>
          </a:bodyPr>
          <a:lstStyle/>
          <a:p>
            <a:pPr lvl="0" algn="l">
              <a:spcAft>
                <a:spcPts val="0"/>
              </a:spcAft>
              <a:buNone/>
            </a:pPr>
            <a:r>
              <a:rPr lang="zh-CN" altLang="en-US" sz="2600">
                <a:solidFill>
                  <a:srgbClr val="000000"/>
                </a:solidFill>
                <a:latin typeface="微软雅黑" panose="020B0503020204020204" charset="-122"/>
                <a:ea typeface="微软雅黑" panose="020B0503020204020204" charset="-122"/>
                <a:sym typeface="+mn-ea"/>
              </a:rPr>
              <a:t>通常你看一篇</a:t>
            </a:r>
            <a:r>
              <a:rPr lang="en-US" altLang="zh-CN" sz="2600">
                <a:solidFill>
                  <a:srgbClr val="000000"/>
                </a:solidFill>
                <a:latin typeface="微软雅黑" panose="020B0503020204020204" charset="-122"/>
                <a:ea typeface="微软雅黑" panose="020B0503020204020204" charset="-122"/>
                <a:sym typeface="+mn-ea"/>
              </a:rPr>
              <a:t>6</a:t>
            </a:r>
            <a:r>
              <a:rPr lang="zh-CN" altLang="en-US" sz="2600">
                <a:solidFill>
                  <a:srgbClr val="000000"/>
                </a:solidFill>
                <a:latin typeface="微软雅黑" panose="020B0503020204020204" charset="-122"/>
                <a:ea typeface="微软雅黑" panose="020B0503020204020204" charset="-122"/>
                <a:sym typeface="+mn-ea"/>
              </a:rPr>
              <a:t>页中文论文要多久</a:t>
            </a:r>
            <a:endParaRPr lang="zh-CN" altLang="en-US" sz="2600">
              <a:solidFill>
                <a:srgbClr val="000000"/>
              </a:solidFill>
              <a:latin typeface="微软雅黑" panose="020B0503020204020204" charset="-122"/>
              <a:ea typeface="微软雅黑" panose="020B0503020204020204" charset="-122"/>
            </a:endParaRPr>
          </a:p>
        </p:txBody>
      </p:sp>
      <p:sp>
        <p:nvSpPr>
          <p:cNvPr id="4" name="文本框 3"/>
          <p:cNvSpPr txBox="1"/>
          <p:nvPr>
            <p:custDataLst>
              <p:tags r:id="rId3"/>
            </p:custDataLst>
          </p:nvPr>
        </p:nvSpPr>
        <p:spPr>
          <a:xfrm>
            <a:off x="1828800" y="2785745"/>
            <a:ext cx="6400800" cy="642620"/>
          </a:xfrm>
          <a:prstGeom prst="rect">
            <a:avLst/>
          </a:prstGeom>
          <a:noFill/>
        </p:spPr>
        <p:txBody>
          <a:bodyPr wrap="square" rtlCol="0" anchor="ctr" anchorCtr="0">
            <a:noAutofit/>
          </a:bodyPr>
          <a:lstStyle/>
          <a:p>
            <a:pPr lvl="0" algn="l">
              <a:spcAft>
                <a:spcPts val="0"/>
              </a:spcAft>
              <a:buNone/>
            </a:pPr>
            <a:r>
              <a:rPr lang="en-US" altLang="zh-CN" sz="2600">
                <a:solidFill>
                  <a:srgbClr val="000000"/>
                </a:solidFill>
                <a:latin typeface="微软雅黑" panose="020B0503020204020204" charset="-122"/>
                <a:ea typeface="微软雅黑" panose="020B0503020204020204" charset="-122"/>
              </a:rPr>
              <a:t>10</a:t>
            </a:r>
            <a:r>
              <a:rPr lang="zh-CN" altLang="en-US" sz="2600">
                <a:solidFill>
                  <a:srgbClr val="000000"/>
                </a:solidFill>
                <a:latin typeface="微软雅黑" panose="020B0503020204020204" charset="-122"/>
                <a:ea typeface="微软雅黑" panose="020B0503020204020204" charset="-122"/>
              </a:rPr>
              <a:t>分钟以下</a:t>
            </a:r>
          </a:p>
        </p:txBody>
      </p:sp>
      <p:sp>
        <p:nvSpPr>
          <p:cNvPr id="5" name="文本框 4"/>
          <p:cNvSpPr txBox="1"/>
          <p:nvPr>
            <p:custDataLst>
              <p:tags r:id="rId4"/>
            </p:custDataLst>
          </p:nvPr>
        </p:nvSpPr>
        <p:spPr>
          <a:xfrm>
            <a:off x="1828800" y="3642995"/>
            <a:ext cx="6400800" cy="642620"/>
          </a:xfrm>
          <a:prstGeom prst="rect">
            <a:avLst/>
          </a:prstGeom>
          <a:noFill/>
        </p:spPr>
        <p:txBody>
          <a:bodyPr wrap="square" rtlCol="0" anchor="ctr" anchorCtr="0">
            <a:noAutofit/>
          </a:bodyPr>
          <a:lstStyle/>
          <a:p>
            <a:pPr lvl="0" algn="l">
              <a:spcAft>
                <a:spcPts val="0"/>
              </a:spcAft>
              <a:buNone/>
            </a:pPr>
            <a:r>
              <a:rPr lang="en-US" altLang="zh-CN" sz="2600">
                <a:solidFill>
                  <a:srgbClr val="000000"/>
                </a:solidFill>
                <a:latin typeface="微软雅黑" panose="020B0503020204020204" charset="-122"/>
                <a:ea typeface="微软雅黑" panose="020B0503020204020204" charset="-122"/>
              </a:rPr>
              <a:t>11~30</a:t>
            </a:r>
            <a:r>
              <a:rPr lang="zh-CN" altLang="en-US" sz="2600">
                <a:solidFill>
                  <a:srgbClr val="000000"/>
                </a:solidFill>
                <a:latin typeface="微软雅黑" panose="020B0503020204020204" charset="-122"/>
                <a:ea typeface="微软雅黑" panose="020B0503020204020204" charset="-122"/>
              </a:rPr>
              <a:t>分钟</a:t>
            </a:r>
          </a:p>
        </p:txBody>
      </p:sp>
      <p:sp>
        <p:nvSpPr>
          <p:cNvPr id="6" name="文本框 5"/>
          <p:cNvSpPr txBox="1"/>
          <p:nvPr>
            <p:custDataLst>
              <p:tags r:id="rId5"/>
            </p:custDataLst>
          </p:nvPr>
        </p:nvSpPr>
        <p:spPr>
          <a:xfrm>
            <a:off x="1828800" y="4500245"/>
            <a:ext cx="6400800" cy="642620"/>
          </a:xfrm>
          <a:prstGeom prst="rect">
            <a:avLst/>
          </a:prstGeom>
          <a:noFill/>
        </p:spPr>
        <p:txBody>
          <a:bodyPr wrap="square" rtlCol="0" anchor="ctr" anchorCtr="0">
            <a:noAutofit/>
          </a:bodyPr>
          <a:lstStyle/>
          <a:p>
            <a:pPr lvl="0" algn="l">
              <a:spcAft>
                <a:spcPts val="0"/>
              </a:spcAft>
              <a:buNone/>
            </a:pPr>
            <a:r>
              <a:rPr lang="en-US" altLang="zh-CN" sz="2600">
                <a:solidFill>
                  <a:srgbClr val="000000"/>
                </a:solidFill>
                <a:latin typeface="微软雅黑" panose="020B0503020204020204" charset="-122"/>
                <a:ea typeface="微软雅黑" panose="020B0503020204020204" charset="-122"/>
              </a:rPr>
              <a:t>30</a:t>
            </a:r>
            <a:r>
              <a:rPr lang="zh-CN" altLang="en-US" sz="2600">
                <a:solidFill>
                  <a:srgbClr val="000000"/>
                </a:solidFill>
                <a:latin typeface="微软雅黑" panose="020B0503020204020204" charset="-122"/>
                <a:ea typeface="微软雅黑" panose="020B0503020204020204" charset="-122"/>
              </a:rPr>
              <a:t>分钟至</a:t>
            </a:r>
            <a:r>
              <a:rPr lang="en-US" altLang="zh-CN" sz="2600">
                <a:solidFill>
                  <a:srgbClr val="000000"/>
                </a:solidFill>
                <a:latin typeface="微软雅黑" panose="020B0503020204020204" charset="-122"/>
                <a:ea typeface="微软雅黑" panose="020B0503020204020204" charset="-122"/>
              </a:rPr>
              <a:t>1</a:t>
            </a:r>
            <a:r>
              <a:rPr lang="zh-CN" altLang="en-US" sz="2600">
                <a:solidFill>
                  <a:srgbClr val="000000"/>
                </a:solidFill>
                <a:latin typeface="微软雅黑" panose="020B0503020204020204" charset="-122"/>
                <a:ea typeface="微软雅黑" panose="020B0503020204020204" charset="-122"/>
              </a:rPr>
              <a:t>小时</a:t>
            </a:r>
          </a:p>
        </p:txBody>
      </p:sp>
      <p:sp>
        <p:nvSpPr>
          <p:cNvPr id="7" name="文本框 6"/>
          <p:cNvSpPr txBox="1"/>
          <p:nvPr>
            <p:custDataLst>
              <p:tags r:id="rId6"/>
            </p:custDataLst>
          </p:nvPr>
        </p:nvSpPr>
        <p:spPr>
          <a:xfrm>
            <a:off x="1828800" y="5357495"/>
            <a:ext cx="6400800" cy="642620"/>
          </a:xfrm>
          <a:prstGeom prst="rect">
            <a:avLst/>
          </a:prstGeom>
          <a:noFill/>
        </p:spPr>
        <p:txBody>
          <a:bodyPr wrap="square" rtlCol="0" anchor="ctr" anchorCtr="0">
            <a:noAutofit/>
          </a:bodyPr>
          <a:lstStyle/>
          <a:p>
            <a:pPr lvl="0" algn="l">
              <a:spcAft>
                <a:spcPts val="0"/>
              </a:spcAft>
              <a:buNone/>
            </a:pPr>
            <a:r>
              <a:rPr lang="zh-CN" altLang="en-US" sz="2600">
                <a:solidFill>
                  <a:srgbClr val="000000"/>
                </a:solidFill>
                <a:latin typeface="微软雅黑" panose="020B0503020204020204" charset="-122"/>
                <a:ea typeface="微软雅黑" panose="020B0503020204020204" charset="-122"/>
              </a:rPr>
              <a:t>至少</a:t>
            </a:r>
            <a:r>
              <a:rPr lang="en-US" altLang="zh-CN" sz="2600">
                <a:solidFill>
                  <a:srgbClr val="000000"/>
                </a:solidFill>
                <a:latin typeface="微软雅黑" panose="020B0503020204020204" charset="-122"/>
                <a:ea typeface="微软雅黑" panose="020B0503020204020204" charset="-122"/>
              </a:rPr>
              <a:t>1</a:t>
            </a:r>
            <a:r>
              <a:rPr lang="zh-CN" altLang="en-US" sz="2600">
                <a:solidFill>
                  <a:srgbClr val="000000"/>
                </a:solidFill>
                <a:latin typeface="微软雅黑" panose="020B0503020204020204" charset="-122"/>
                <a:ea typeface="微软雅黑" panose="020B0503020204020204" charset="-122"/>
              </a:rPr>
              <a:t>小时</a:t>
            </a:r>
          </a:p>
        </p:txBody>
      </p:sp>
      <p:sp>
        <p:nvSpPr>
          <p:cNvPr id="8" name="矩形 7"/>
          <p:cNvSpPr>
            <a:spLocks noChangeAspect="1"/>
          </p:cNvSpPr>
          <p:nvPr>
            <p:custDataLst>
              <p:tags r:id="rId7"/>
            </p:custDataLst>
          </p:nvPr>
        </p:nvSpPr>
        <p:spPr>
          <a:xfrm>
            <a:off x="1114425" y="2849880"/>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marL="0" indent="0" algn="ctr"/>
            <a:r>
              <a:rPr lang="zh-CN" altLang="en-US" sz="1600">
                <a:solidFill>
                  <a:srgbClr val="FFFFFF"/>
                </a:solidFill>
                <a:latin typeface="微软雅黑" panose="020B0503020204020204" charset="-122"/>
                <a:ea typeface="微软雅黑" panose="020B0503020204020204" charset="-122"/>
              </a:rPr>
              <a:t>A</a:t>
            </a:r>
          </a:p>
        </p:txBody>
      </p:sp>
      <p:sp>
        <p:nvSpPr>
          <p:cNvPr id="9" name="矩形 8"/>
          <p:cNvSpPr>
            <a:spLocks noChangeAspect="1"/>
          </p:cNvSpPr>
          <p:nvPr>
            <p:custDataLst>
              <p:tags r:id="rId8"/>
            </p:custDataLst>
          </p:nvPr>
        </p:nvSpPr>
        <p:spPr>
          <a:xfrm>
            <a:off x="1114425" y="3707130"/>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marL="0" indent="0" algn="ctr"/>
            <a:r>
              <a:rPr lang="zh-CN" altLang="en-US" sz="1600">
                <a:solidFill>
                  <a:srgbClr val="FFFFFF"/>
                </a:solidFill>
                <a:latin typeface="微软雅黑" panose="020B0503020204020204" charset="-122"/>
                <a:ea typeface="微软雅黑" panose="020B0503020204020204" charset="-122"/>
              </a:rPr>
              <a:t>B</a:t>
            </a:r>
          </a:p>
        </p:txBody>
      </p:sp>
      <p:sp>
        <p:nvSpPr>
          <p:cNvPr id="10" name="矩形 9"/>
          <p:cNvSpPr>
            <a:spLocks noChangeAspect="1"/>
          </p:cNvSpPr>
          <p:nvPr>
            <p:custDataLst>
              <p:tags r:id="rId9"/>
            </p:custDataLst>
          </p:nvPr>
        </p:nvSpPr>
        <p:spPr>
          <a:xfrm>
            <a:off x="1114425" y="4564380"/>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marL="0" indent="0" algn="ctr"/>
            <a:r>
              <a:rPr lang="zh-CN" altLang="en-US" sz="1600">
                <a:solidFill>
                  <a:srgbClr val="FFFFFF"/>
                </a:solidFill>
                <a:latin typeface="微软雅黑" panose="020B0503020204020204" charset="-122"/>
                <a:ea typeface="微软雅黑" panose="020B0503020204020204" charset="-122"/>
              </a:rPr>
              <a:t>C</a:t>
            </a:r>
          </a:p>
        </p:txBody>
      </p:sp>
      <p:sp>
        <p:nvSpPr>
          <p:cNvPr id="11" name="矩形 10"/>
          <p:cNvSpPr>
            <a:spLocks noChangeAspect="1"/>
          </p:cNvSpPr>
          <p:nvPr>
            <p:custDataLst>
              <p:tags r:id="rId10"/>
            </p:custDataLst>
          </p:nvPr>
        </p:nvSpPr>
        <p:spPr>
          <a:xfrm>
            <a:off x="1114425" y="5421630"/>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marL="0" indent="0" algn="ctr"/>
            <a:r>
              <a:rPr lang="zh-CN" altLang="en-US" sz="1600">
                <a:solidFill>
                  <a:srgbClr val="FFFFFF"/>
                </a:solidFill>
                <a:latin typeface="微软雅黑" panose="020B0503020204020204" charset="-122"/>
                <a:ea typeface="微软雅黑" panose="020B0503020204020204" charset="-122"/>
              </a:rPr>
              <a:t>D</a:t>
            </a:r>
          </a:p>
        </p:txBody>
      </p:sp>
      <p:sp>
        <p:nvSpPr>
          <p:cNvPr id="12" name="圆角矩形 11"/>
          <p:cNvSpPr/>
          <p:nvPr>
            <p:custDataLst>
              <p:tags r:id="rId11"/>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grpSp>
        <p:nvGrpSpPr>
          <p:cNvPr id="17" name="组合 16"/>
          <p:cNvGrpSpPr/>
          <p:nvPr>
            <p:custDataLst>
              <p:tags r:id="rId12"/>
            </p:custDataLst>
          </p:nvPr>
        </p:nvGrpSpPr>
        <p:grpSpPr>
          <a:xfrm>
            <a:off x="0" y="0"/>
            <a:ext cx="9144000" cy="635000"/>
            <a:chOff x="0" y="0"/>
            <a:chExt cx="14400" cy="1000"/>
          </a:xfrm>
        </p:grpSpPr>
        <p:sp>
          <p:nvSpPr>
            <p:cNvPr id="13" name="TitleBackground"/>
            <p:cNvSpPr/>
            <p:nvPr>
              <p:custDataLst>
                <p:tags r:id="rId14"/>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多选题</a:t>
              </a:r>
            </a:p>
          </p:txBody>
        </p:sp>
        <p:sp>
          <p:nvSpPr>
            <p:cNvPr id="16" name="TipText"/>
            <p:cNvSpPr txBox="1"/>
            <p:nvPr>
              <p:custDataLst>
                <p:tags r:id="rId17"/>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p>
          </p:txBody>
        </p:sp>
      </p:grpSp>
      <p:pic>
        <p:nvPicPr>
          <p:cNvPr id="2" name="图片 1" descr="tmp5EFB"/>
          <p:cNvPicPr>
            <a:picLocks noChangeAspect="1"/>
          </p:cNvPicPr>
          <p:nvPr>
            <p:custDataLst>
              <p:tags r:id="rId13"/>
            </p:custDataLst>
          </p:nvPr>
        </p:nvPicPr>
        <p:blipFill>
          <a:blip r:embed="rId19"/>
          <a:stretch>
            <a:fillRect/>
          </a:stretch>
        </p:blipFill>
        <p:spPr>
          <a:xfrm>
            <a:off x="7594600" y="63500"/>
            <a:ext cx="1422400" cy="508000"/>
          </a:xfrm>
          <a:prstGeom prst="rect">
            <a:avLst/>
          </a:prstGeom>
        </p:spPr>
      </p:pic>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2"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6148" name="矩形 4"/>
          <p:cNvSpPr>
            <a:spLocks noChangeArrowheads="1"/>
          </p:cNvSpPr>
          <p:nvPr/>
        </p:nvSpPr>
        <p:spPr bwMode="auto">
          <a:xfrm>
            <a:off x="827088" y="941070"/>
            <a:ext cx="8634412"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b="1">
                <a:solidFill>
                  <a:srgbClr val="000000"/>
                </a:solidFill>
                <a:latin typeface="微软雅黑" panose="020B0503020204020204" charset="-122"/>
                <a:ea typeface="微软雅黑" panose="020B0503020204020204" charset="-122"/>
                <a:cs typeface="微软雅黑" panose="020B0503020204020204" charset="-122"/>
              </a:rPr>
              <a:t>3. </a:t>
            </a:r>
            <a:r>
              <a:rPr kumimoji="0" lang="zh-CN" altLang="en-US" b="1">
                <a:solidFill>
                  <a:srgbClr val="000000"/>
                </a:solidFill>
                <a:latin typeface="微软雅黑" panose="020B0503020204020204" charset="-122"/>
                <a:ea typeface="微软雅黑" panose="020B0503020204020204" charset="-122"/>
                <a:cs typeface="微软雅黑" panose="020B0503020204020204" charset="-122"/>
              </a:rPr>
              <a:t>如何看一篇论文</a:t>
            </a:r>
            <a:r>
              <a:rPr kumimoji="0" lang="en-US" altLang="zh-CN" b="1">
                <a:solidFill>
                  <a:srgbClr val="000000"/>
                </a:solidFill>
                <a:latin typeface="微软雅黑" panose="020B0503020204020204" charset="-122"/>
                <a:ea typeface="微软雅黑" panose="020B0503020204020204" charset="-122"/>
                <a:cs typeface="微软雅黑" panose="020B0503020204020204" charset="-122"/>
              </a:rPr>
              <a:t>/</a:t>
            </a:r>
            <a:r>
              <a:rPr kumimoji="0" lang="zh-CN" altLang="en-US" b="1">
                <a:solidFill>
                  <a:srgbClr val="000000"/>
                </a:solidFill>
                <a:latin typeface="微软雅黑" panose="020B0503020204020204" charset="-122"/>
                <a:ea typeface="微软雅黑" panose="020B0503020204020204" charset="-122"/>
                <a:cs typeface="微软雅黑" panose="020B0503020204020204" charset="-122"/>
              </a:rPr>
              <a:t>专利</a:t>
            </a:r>
          </a:p>
        </p:txBody>
      </p:sp>
      <p:sp>
        <p:nvSpPr>
          <p:cNvPr id="6" name="矩形 5"/>
          <p:cNvSpPr/>
          <p:nvPr>
            <p:custDataLst>
              <p:tags r:id="rId3"/>
            </p:custDataLst>
          </p:nvPr>
        </p:nvSpPr>
        <p:spPr>
          <a:xfrm>
            <a:off x="827405" y="1557655"/>
            <a:ext cx="7005320" cy="718820"/>
          </a:xfrm>
          <a:prstGeom prst="rect">
            <a:avLst/>
          </a:prstGeom>
          <a:solidFill>
            <a:schemeClr val="accent5">
              <a:lumMod val="50000"/>
            </a:schemeClr>
          </a:solidFill>
          <a:ln w="12700" cap="flat" cmpd="sng" algn="ctr">
            <a:noFill/>
            <a:prstDash val="solid"/>
            <a:miter lim="800000"/>
          </a:ln>
          <a:effectLst/>
        </p:spPr>
        <p:txBody>
          <a:bodyPr anchor="ctr"/>
          <a:lstStyle/>
          <a:p>
            <a:pPr defTabSz="457200" eaLnBrk="1" fontAlgn="auto" hangingPunct="1">
              <a:spcBef>
                <a:spcPts val="0"/>
              </a:spcBef>
              <a:spcAft>
                <a:spcPts val="0"/>
              </a:spcAft>
            </a:pPr>
            <a:r>
              <a:rPr kumimoji="0" lang="zh-CN" altLang="en-US" sz="2800" kern="0" dirty="0">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rPr>
              <a:t>找到了文献，怎么读才是正确的姿势呢？</a:t>
            </a:r>
          </a:p>
        </p:txBody>
      </p:sp>
      <p:sp>
        <p:nvSpPr>
          <p:cNvPr id="7" name="矩形 6"/>
          <p:cNvSpPr/>
          <p:nvPr>
            <p:custDataLst>
              <p:tags r:id="rId4"/>
            </p:custDataLst>
          </p:nvPr>
        </p:nvSpPr>
        <p:spPr>
          <a:xfrm>
            <a:off x="827088" y="2420938"/>
            <a:ext cx="3097212" cy="3600450"/>
          </a:xfrm>
          <a:prstGeom prst="rect">
            <a:avLst/>
          </a:prstGeom>
          <a:solidFill>
            <a:schemeClr val="accent3"/>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2800" kern="0" dirty="0">
                <a:solidFill>
                  <a:srgbClr val="FFFFFF"/>
                </a:solidFill>
                <a:latin typeface="微软雅黑" panose="020B0503020204020204" charset="-122"/>
                <a:ea typeface="微软雅黑" panose="020B0503020204020204" charset="-122"/>
              </a:rPr>
              <a:t>学位论文</a:t>
            </a:r>
            <a:endParaRPr kumimoji="0" lang="en-US" altLang="zh-CN" sz="2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r>
              <a:rPr kumimoji="0" lang="zh-CN" altLang="en-US" sz="2800" kern="0" dirty="0">
                <a:solidFill>
                  <a:srgbClr val="FFFFFF"/>
                </a:solidFill>
                <a:latin typeface="微软雅黑" panose="020B0503020204020204" charset="-122"/>
                <a:ea typeface="微软雅黑" panose="020B0503020204020204" charset="-122"/>
              </a:rPr>
              <a:t>又叫</a:t>
            </a:r>
            <a:endParaRPr kumimoji="0" lang="en-US" altLang="zh-CN" sz="2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r>
              <a:rPr kumimoji="0" lang="zh-CN" altLang="en-US" sz="2800" kern="0" dirty="0">
                <a:solidFill>
                  <a:srgbClr val="FFFFFF"/>
                </a:solidFill>
                <a:latin typeface="微软雅黑" panose="020B0503020204020204" charset="-122"/>
                <a:ea typeface="微软雅黑" panose="020B0503020204020204" charset="-122"/>
              </a:rPr>
              <a:t>大论文</a:t>
            </a:r>
          </a:p>
        </p:txBody>
      </p:sp>
      <p:sp>
        <p:nvSpPr>
          <p:cNvPr id="8" name="矩形 7"/>
          <p:cNvSpPr/>
          <p:nvPr>
            <p:custDataLst>
              <p:tags r:id="rId5"/>
            </p:custDataLst>
          </p:nvPr>
        </p:nvSpPr>
        <p:spPr>
          <a:xfrm>
            <a:off x="4067175" y="2420938"/>
            <a:ext cx="3168650" cy="3600450"/>
          </a:xfrm>
          <a:prstGeom prst="rect">
            <a:avLst/>
          </a:prstGeom>
          <a:solidFill>
            <a:schemeClr val="accent1"/>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2800" kern="0" dirty="0">
                <a:solidFill>
                  <a:srgbClr val="FFFFFF"/>
                </a:solidFill>
                <a:latin typeface="微软雅黑" panose="020B0503020204020204" charset="-122"/>
                <a:ea typeface="微软雅黑" panose="020B0503020204020204" charset="-122"/>
              </a:rPr>
              <a:t>期刊论文、会议论文</a:t>
            </a:r>
            <a:endParaRPr kumimoji="0" lang="en-US" altLang="zh-CN" sz="2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r>
              <a:rPr kumimoji="0" lang="zh-CN" altLang="en-US" sz="2800" kern="0" dirty="0">
                <a:solidFill>
                  <a:srgbClr val="FFFFFF"/>
                </a:solidFill>
                <a:latin typeface="微软雅黑" panose="020B0503020204020204" charset="-122"/>
                <a:ea typeface="微软雅黑" panose="020B0503020204020204" charset="-122"/>
              </a:rPr>
              <a:t>又叫</a:t>
            </a:r>
            <a:endParaRPr kumimoji="0" lang="en-US" altLang="zh-CN" sz="2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r>
              <a:rPr kumimoji="0" lang="zh-CN" altLang="en-US" sz="2800" kern="0" dirty="0">
                <a:solidFill>
                  <a:srgbClr val="FFFFFF"/>
                </a:solidFill>
                <a:latin typeface="微软雅黑" panose="020B0503020204020204" charset="-122"/>
                <a:ea typeface="微软雅黑" panose="020B0503020204020204" charset="-122"/>
              </a:rPr>
              <a:t>小论文</a:t>
            </a:r>
          </a:p>
        </p:txBody>
      </p:sp>
      <p:sp>
        <p:nvSpPr>
          <p:cNvPr id="10" name="矩形 9"/>
          <p:cNvSpPr/>
          <p:nvPr>
            <p:custDataLst>
              <p:tags r:id="rId6"/>
            </p:custDataLst>
          </p:nvPr>
        </p:nvSpPr>
        <p:spPr>
          <a:xfrm>
            <a:off x="7315200" y="2420938"/>
            <a:ext cx="1865313" cy="3600450"/>
          </a:xfrm>
          <a:prstGeom prst="rect">
            <a:avLst/>
          </a:prstGeom>
          <a:solidFill>
            <a:schemeClr val="accent4">
              <a:lumMod val="50000"/>
            </a:schemeClr>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2800" kern="0" dirty="0">
                <a:solidFill>
                  <a:srgbClr val="FFFFFF"/>
                </a:solidFill>
                <a:latin typeface="微软雅黑" panose="020B0503020204020204" charset="-122"/>
                <a:ea typeface="微软雅黑" panose="020B0503020204020204" charset="-122"/>
              </a:rPr>
              <a:t>专利</a:t>
            </a:r>
          </a:p>
        </p:txBody>
      </p:sp>
      <p:sp>
        <p:nvSpPr>
          <p:cNvPr id="9" name="Rectangle 2"/>
          <p:cNvSpPr>
            <a:spLocks noGrp="1" noChangeArrowheads="1"/>
          </p:cNvSpPr>
          <p:nvPr/>
        </p:nvSpPr>
        <p:spPr>
          <a:xfrm>
            <a:off x="1538605" y="44450"/>
            <a:ext cx="714184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48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linds(horizontal)">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P spid="10"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6"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7172" name="矩形 6"/>
          <p:cNvSpPr>
            <a:spLocks noChangeArrowheads="1"/>
          </p:cNvSpPr>
          <p:nvPr/>
        </p:nvSpPr>
        <p:spPr bwMode="auto">
          <a:xfrm>
            <a:off x="827088" y="908050"/>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3.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如何看一篇论文</a:t>
            </a: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专利</a:t>
            </a:r>
          </a:p>
        </p:txBody>
      </p:sp>
      <p:sp>
        <p:nvSpPr>
          <p:cNvPr id="8" name="矩形 7"/>
          <p:cNvSpPr/>
          <p:nvPr>
            <p:custDataLst>
              <p:tags r:id="rId3"/>
            </p:custDataLst>
          </p:nvPr>
        </p:nvSpPr>
        <p:spPr>
          <a:xfrm>
            <a:off x="827088" y="1474788"/>
            <a:ext cx="720725" cy="5049837"/>
          </a:xfrm>
          <a:prstGeom prst="rect">
            <a:avLst/>
          </a:prstGeom>
          <a:solidFill>
            <a:schemeClr val="accent3"/>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学位</a:t>
            </a:r>
            <a:endParaRPr kumimoji="0" lang="en-US" altLang="zh-CN" sz="1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论文</a:t>
            </a:r>
          </a:p>
        </p:txBody>
      </p:sp>
      <p:sp>
        <p:nvSpPr>
          <p:cNvPr id="10" name="矩形 9"/>
          <p:cNvSpPr/>
          <p:nvPr>
            <p:custDataLst>
              <p:tags r:id="rId4"/>
            </p:custDataLst>
          </p:nvPr>
        </p:nvSpPr>
        <p:spPr>
          <a:xfrm>
            <a:off x="1692275" y="1484630"/>
            <a:ext cx="7319645" cy="5015865"/>
          </a:xfrm>
          <a:prstGeom prst="rect">
            <a:avLst/>
          </a:prstGeom>
        </p:spPr>
        <p:txBody>
          <a:bodyPr wrap="square">
            <a:spAutoFit/>
          </a:bodyPr>
          <a:lstStyle/>
          <a:p>
            <a:pPr defTabSz="457200" eaLnBrk="1" fontAlgn="auto" hangingPunct="1">
              <a:spcBef>
                <a:spcPts val="0"/>
              </a:spcBef>
              <a:spcAft>
                <a:spcPts val="0"/>
              </a:spcAft>
            </a:pPr>
            <a:r>
              <a:rPr kumimoji="0" lang="zh-CN" altLang="en-US" sz="2000" b="1" dirty="0">
                <a:solidFill>
                  <a:schemeClr val="dk1"/>
                </a:solidFill>
                <a:latin typeface="微软雅黑" panose="020B0503020204020204" charset="-122"/>
                <a:ea typeface="微软雅黑" panose="020B0503020204020204" charset="-122"/>
                <a:cs typeface="微软雅黑" panose="020B0503020204020204" charset="-122"/>
              </a:rPr>
              <a:t>一个典型的硕士</a:t>
            </a:r>
            <a:r>
              <a:rPr kumimoji="0" lang="en-US" altLang="zh-CN" sz="2000" b="1" dirty="0">
                <a:solidFill>
                  <a:schemeClr val="dk1"/>
                </a:solidFill>
                <a:latin typeface="微软雅黑" panose="020B0503020204020204" charset="-122"/>
                <a:ea typeface="微软雅黑" panose="020B0503020204020204" charset="-122"/>
                <a:cs typeface="微软雅黑" panose="020B0503020204020204" charset="-122"/>
              </a:rPr>
              <a:t>/</a:t>
            </a:r>
            <a:r>
              <a:rPr kumimoji="0" lang="zh-CN" altLang="en-US" sz="2000" b="1" dirty="0">
                <a:solidFill>
                  <a:schemeClr val="dk1"/>
                </a:solidFill>
                <a:latin typeface="微软雅黑" panose="020B0503020204020204" charset="-122"/>
                <a:ea typeface="微软雅黑" panose="020B0503020204020204" charset="-122"/>
                <a:cs typeface="微软雅黑" panose="020B0503020204020204" charset="-122"/>
              </a:rPr>
              <a:t>博士学位论文提纲，都讲啥呢</a:t>
            </a:r>
            <a:endParaRPr kumimoji="0" lang="en-US" altLang="zh-CN" sz="2000" b="1" dirty="0">
              <a:solidFill>
                <a:schemeClr val="dk1"/>
              </a:solidFill>
              <a:latin typeface="微软雅黑" panose="020B0503020204020204" charset="-122"/>
              <a:ea typeface="微软雅黑" panose="020B0503020204020204" charset="-122"/>
              <a:cs typeface="微软雅黑" panose="020B0503020204020204" charset="-122"/>
            </a:endParaRPr>
          </a:p>
          <a:p>
            <a:pPr defTabSz="457200" eaLnBrk="1" fontAlgn="auto" hangingPunct="1">
              <a:spcBef>
                <a:spcPts val="0"/>
              </a:spcBef>
              <a:spcAft>
                <a:spcPts val="0"/>
              </a:spcAft>
            </a:pPr>
            <a:endParaRPr kumimoji="0" lang="en-US" altLang="zh-CN" sz="20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2000" dirty="0">
                <a:solidFill>
                  <a:schemeClr val="dk1"/>
                </a:solidFill>
                <a:latin typeface="微软雅黑" panose="020B0503020204020204" charset="-122"/>
                <a:ea typeface="微软雅黑" panose="020B0503020204020204" charset="-122"/>
                <a:cs typeface="微软雅黑" panose="020B0503020204020204" charset="-122"/>
              </a:rPr>
              <a:t>摘要</a:t>
            </a:r>
            <a:endParaRPr kumimoji="0" lang="en-US" altLang="zh-CN" sz="20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20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2000" dirty="0">
                <a:solidFill>
                  <a:schemeClr val="dk1"/>
                </a:solidFill>
                <a:latin typeface="微软雅黑" panose="020B0503020204020204" charset="-122"/>
                <a:ea typeface="微软雅黑" panose="020B0503020204020204" charset="-122"/>
                <a:cs typeface="微软雅黑" panose="020B0503020204020204" charset="-122"/>
              </a:rPr>
              <a:t>第一章 引言</a:t>
            </a:r>
            <a:r>
              <a:rPr kumimoji="0" lang="en-US" altLang="zh-CN" sz="2000" dirty="0">
                <a:solidFill>
                  <a:schemeClr val="dk1"/>
                </a:solidFill>
                <a:latin typeface="微软雅黑" panose="020B0503020204020204" charset="-122"/>
                <a:ea typeface="微软雅黑" panose="020B0503020204020204" charset="-122"/>
                <a:cs typeface="微软雅黑" panose="020B0503020204020204" charset="-122"/>
              </a:rPr>
              <a:t>/</a:t>
            </a:r>
            <a:r>
              <a:rPr kumimoji="0" lang="zh-CN" altLang="en-US" sz="2000" dirty="0">
                <a:solidFill>
                  <a:schemeClr val="dk1"/>
                </a:solidFill>
                <a:latin typeface="微软雅黑" panose="020B0503020204020204" charset="-122"/>
                <a:ea typeface="微软雅黑" panose="020B0503020204020204" charset="-122"/>
                <a:cs typeface="微软雅黑" panose="020B0503020204020204" charset="-122"/>
              </a:rPr>
              <a:t>绪论</a:t>
            </a:r>
            <a:endParaRPr kumimoji="0" lang="en-US" altLang="zh-CN" sz="20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20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2000" dirty="0">
                <a:solidFill>
                  <a:schemeClr val="dk1"/>
                </a:solidFill>
                <a:latin typeface="微软雅黑" panose="020B0503020204020204" charset="-122"/>
                <a:ea typeface="微软雅黑" panose="020B0503020204020204" charset="-122"/>
                <a:cs typeface="微软雅黑" panose="020B0503020204020204" charset="-122"/>
              </a:rPr>
              <a:t>第二章 理论分析或技术基础</a:t>
            </a:r>
            <a:endParaRPr kumimoji="0" lang="en-US" altLang="zh-CN" sz="20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20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2000" dirty="0">
                <a:solidFill>
                  <a:schemeClr val="dk1"/>
                </a:solidFill>
                <a:latin typeface="微软雅黑" panose="020B0503020204020204" charset="-122"/>
                <a:ea typeface="微软雅黑" panose="020B0503020204020204" charset="-122"/>
                <a:cs typeface="微软雅黑" panose="020B0503020204020204" charset="-122"/>
              </a:rPr>
              <a:t>第三章到第七章 具体研究内容</a:t>
            </a:r>
            <a:endParaRPr kumimoji="0" lang="en-US" altLang="zh-CN" sz="20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20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2000" dirty="0">
                <a:solidFill>
                  <a:schemeClr val="dk1"/>
                </a:solidFill>
                <a:latin typeface="微软雅黑" panose="020B0503020204020204" charset="-122"/>
                <a:ea typeface="微软雅黑" panose="020B0503020204020204" charset="-122"/>
                <a:cs typeface="微软雅黑" panose="020B0503020204020204" charset="-122"/>
              </a:rPr>
              <a:t>第八章 结论与展望</a:t>
            </a:r>
            <a:endParaRPr kumimoji="0" lang="en-US" altLang="zh-CN" sz="20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20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2000" dirty="0">
                <a:solidFill>
                  <a:schemeClr val="dk1"/>
                </a:solidFill>
                <a:latin typeface="微软雅黑" panose="020B0503020204020204" charset="-122"/>
                <a:ea typeface="微软雅黑" panose="020B0503020204020204" charset="-122"/>
                <a:cs typeface="微软雅黑" panose="020B0503020204020204" charset="-122"/>
              </a:rPr>
              <a:t>致谢</a:t>
            </a:r>
            <a:endParaRPr kumimoji="0" lang="en-US" altLang="zh-CN" sz="20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20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2000" dirty="0">
                <a:solidFill>
                  <a:schemeClr val="dk1"/>
                </a:solidFill>
                <a:latin typeface="微软雅黑" panose="020B0503020204020204" charset="-122"/>
                <a:ea typeface="微软雅黑" panose="020B0503020204020204" charset="-122"/>
                <a:cs typeface="微软雅黑" panose="020B0503020204020204" charset="-122"/>
              </a:rPr>
              <a:t>参考文献</a:t>
            </a:r>
            <a:endParaRPr kumimoji="0" lang="en-US" altLang="zh-CN" sz="2000" dirty="0">
              <a:solidFill>
                <a:schemeClr val="dk1"/>
              </a:solidFill>
              <a:latin typeface="微软雅黑" panose="020B0503020204020204" charset="-122"/>
              <a:ea typeface="微软雅黑" panose="020B0503020204020204" charset="-122"/>
              <a:cs typeface="微软雅黑" panose="020B0503020204020204" charset="-122"/>
            </a:endParaRPr>
          </a:p>
          <a:p>
            <a:pPr defTabSz="457200" eaLnBrk="1" fontAlgn="auto" hangingPunct="1">
              <a:spcBef>
                <a:spcPts val="0"/>
              </a:spcBef>
              <a:spcAft>
                <a:spcPts val="0"/>
              </a:spcAft>
            </a:pPr>
            <a:endParaRPr kumimoji="0" lang="en-US" altLang="zh-CN" sz="20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7" name="圆角矩形标注 11"/>
          <p:cNvSpPr/>
          <p:nvPr>
            <p:custDataLst>
              <p:tags r:id="rId5"/>
            </p:custDataLst>
          </p:nvPr>
        </p:nvSpPr>
        <p:spPr>
          <a:xfrm>
            <a:off x="3851275" y="1854994"/>
            <a:ext cx="3600450" cy="595313"/>
          </a:xfrm>
          <a:prstGeom prst="wedgeRoundRectCallout">
            <a:avLst>
              <a:gd name="adj1" fmla="val -73674"/>
              <a:gd name="adj2" fmla="val 11935"/>
              <a:gd name="adj3" fmla="val 16667"/>
            </a:avLst>
          </a:prstGeom>
          <a:solidFill>
            <a:schemeClr val="accent1"/>
          </a:solidFill>
          <a:ln w="12700" cap="flat" cmpd="sng" algn="ctr">
            <a:noFill/>
            <a:prstDash val="solid"/>
            <a:miter lim="800000"/>
          </a:ln>
          <a:effectLst/>
        </p:spPr>
        <p:txBody>
          <a:bodyPr anchor="ctr"/>
          <a:lstStyle/>
          <a:p>
            <a:pP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cs typeface="微软雅黑" panose="020B0503020204020204" charset="-122"/>
                <a:sym typeface="+mn-ea"/>
              </a:rPr>
              <a:t>应该先看，确认这篇论文是不是你关心的</a:t>
            </a:r>
            <a:r>
              <a:rPr kumimoji="0" lang="en-US" altLang="zh-CN" sz="1800" kern="0" dirty="0">
                <a:solidFill>
                  <a:srgbClr val="FFFFFF"/>
                </a:solidFill>
                <a:latin typeface="微软雅黑" panose="020B0503020204020204" charset="-122"/>
                <a:ea typeface="微软雅黑" panose="020B0503020204020204" charset="-122"/>
                <a:cs typeface="微软雅黑" panose="020B0503020204020204" charset="-122"/>
                <a:sym typeface="+mn-ea"/>
              </a:rPr>
              <a:t>topic</a:t>
            </a:r>
            <a:endParaRPr kumimoji="0" lang="en-US" altLang="zh-CN" sz="1800" kern="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圆角矩形标注 12"/>
          <p:cNvSpPr/>
          <p:nvPr>
            <p:custDataLst>
              <p:tags r:id="rId6"/>
            </p:custDataLst>
          </p:nvPr>
        </p:nvSpPr>
        <p:spPr>
          <a:xfrm>
            <a:off x="4929188" y="2470944"/>
            <a:ext cx="4083050" cy="936625"/>
          </a:xfrm>
          <a:prstGeom prst="wedgeRoundRectCallout">
            <a:avLst>
              <a:gd name="adj1" fmla="val -71588"/>
              <a:gd name="adj2" fmla="val -17986"/>
              <a:gd name="adj3" fmla="val 16667"/>
            </a:avLst>
          </a:prstGeom>
          <a:solidFill>
            <a:schemeClr val="accent1"/>
          </a:solidFill>
          <a:ln w="12700" cap="flat" cmpd="sng" algn="ctr">
            <a:noFill/>
            <a:prstDash val="solid"/>
            <a:miter lim="800000"/>
          </a:ln>
          <a:effectLst/>
        </p:spPr>
        <p:txBody>
          <a:bodyPr anchor="ctr"/>
          <a:lstStyle/>
          <a:p>
            <a:pP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sym typeface="+mn-ea"/>
              </a:rPr>
              <a:t>如果你是新手，建议仔细看，</a:t>
            </a:r>
            <a:endParaRPr kumimoji="0" lang="en-US" altLang="zh-CN" sz="1800" kern="0" dirty="0">
              <a:solidFill>
                <a:srgbClr val="FFFFFF"/>
              </a:solidFill>
              <a:latin typeface="微软雅黑" panose="020B0503020204020204" charset="-122"/>
              <a:ea typeface="微软雅黑" panose="020B0503020204020204" charset="-122"/>
            </a:endParaRPr>
          </a:p>
          <a:p>
            <a:pP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sym typeface="+mn-ea"/>
              </a:rPr>
              <a:t>想想别人是怎么引入主题的</a:t>
            </a:r>
            <a:endParaRPr kumimoji="0" lang="en-US" altLang="zh-CN" sz="1800" kern="0" dirty="0">
              <a:solidFill>
                <a:srgbClr val="FFFFFF"/>
              </a:solidFill>
              <a:latin typeface="微软雅黑" panose="020B0503020204020204" charset="-122"/>
              <a:ea typeface="微软雅黑" panose="020B0503020204020204" charset="-122"/>
            </a:endParaRPr>
          </a:p>
          <a:p>
            <a:pP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sym typeface="+mn-ea"/>
              </a:rPr>
              <a:t>而且，还可以进一步找到新的文献</a:t>
            </a:r>
            <a:endParaRPr kumimoji="0" lang="zh-CN" altLang="en-US" sz="1800" kern="0" dirty="0">
              <a:solidFill>
                <a:srgbClr val="FFFFFF"/>
              </a:solidFill>
              <a:latin typeface="微软雅黑" panose="020B0503020204020204" charset="-122"/>
              <a:ea typeface="微软雅黑" panose="020B0503020204020204" charset="-122"/>
            </a:endParaRPr>
          </a:p>
        </p:txBody>
      </p:sp>
      <p:sp>
        <p:nvSpPr>
          <p:cNvPr id="12" name="圆角矩形标注 14"/>
          <p:cNvSpPr/>
          <p:nvPr>
            <p:custDataLst>
              <p:tags r:id="rId7"/>
            </p:custDataLst>
          </p:nvPr>
        </p:nvSpPr>
        <p:spPr>
          <a:xfrm>
            <a:off x="6369685" y="3985895"/>
            <a:ext cx="2678430" cy="880745"/>
          </a:xfrm>
          <a:prstGeom prst="wedgeRoundRectCallout">
            <a:avLst>
              <a:gd name="adj1" fmla="val -63965"/>
              <a:gd name="adj2" fmla="val -50637"/>
              <a:gd name="adj3" fmla="val 16667"/>
            </a:avLst>
          </a:prstGeom>
          <a:solidFill>
            <a:schemeClr val="accent1"/>
          </a:solidFill>
          <a:ln w="12700" cap="flat" cmpd="sng" algn="ctr">
            <a:noFill/>
            <a:prstDash val="solid"/>
            <a:miter lim="800000"/>
          </a:ln>
          <a:effectLst/>
        </p:spPr>
        <p:txBody>
          <a:bodyPr anchor="ctr"/>
          <a:lstStyle/>
          <a:p>
            <a:pPr defTabSz="457200" eaLnBrk="1" fontAlgn="auto" hangingPunct="1">
              <a:spcBef>
                <a:spcPts val="0"/>
              </a:spcBef>
              <a:spcAft>
                <a:spcPts val="0"/>
              </a:spcAft>
            </a:pPr>
            <a:r>
              <a:rPr kumimoji="0" lang="zh-CN" altLang="en-US" sz="1800" kern="0" dirty="0">
                <a:solidFill>
                  <a:schemeClr val="lt1"/>
                </a:solidFill>
                <a:latin typeface="微软雅黑" panose="020B0503020204020204" charset="-122"/>
                <a:ea typeface="微软雅黑" panose="020B0503020204020204" charset="-122"/>
                <a:sym typeface="+mn-ea"/>
              </a:rPr>
              <a:t>本文的核心内容，判断本文的科学价值</a:t>
            </a:r>
            <a:endParaRPr kumimoji="0" lang="en-US" altLang="zh-CN" sz="1800" kern="0" dirty="0">
              <a:solidFill>
                <a:schemeClr val="lt1"/>
              </a:solidFill>
              <a:latin typeface="微软雅黑" panose="020B0503020204020204" charset="-122"/>
              <a:ea typeface="微软雅黑" panose="020B0503020204020204" charset="-122"/>
            </a:endParaRPr>
          </a:p>
          <a:p>
            <a:pPr defTabSz="457200" eaLnBrk="1" fontAlgn="auto" hangingPunct="1">
              <a:spcBef>
                <a:spcPts val="0"/>
              </a:spcBef>
              <a:spcAft>
                <a:spcPts val="0"/>
              </a:spcAft>
            </a:pPr>
            <a:r>
              <a:rPr kumimoji="0" lang="zh-CN" altLang="en-US" sz="2000" b="1" kern="0" dirty="0">
                <a:solidFill>
                  <a:schemeClr val="lt1"/>
                </a:solidFill>
                <a:latin typeface="微软雅黑" panose="020B0503020204020204" charset="-122"/>
                <a:ea typeface="微软雅黑" panose="020B0503020204020204" charset="-122"/>
                <a:sym typeface="+mn-ea"/>
              </a:rPr>
              <a:t>阅读方法：看图说话</a:t>
            </a:r>
            <a:endParaRPr kumimoji="0" lang="zh-CN" altLang="en-US" sz="2000" b="1" kern="0" dirty="0">
              <a:solidFill>
                <a:schemeClr val="lt1"/>
              </a:solidFill>
              <a:latin typeface="微软雅黑" panose="020B0503020204020204" charset="-122"/>
              <a:ea typeface="微软雅黑" panose="020B0503020204020204" charset="-122"/>
            </a:endParaRPr>
          </a:p>
        </p:txBody>
      </p:sp>
      <p:sp>
        <p:nvSpPr>
          <p:cNvPr id="13" name="右大括号 12"/>
          <p:cNvSpPr/>
          <p:nvPr>
            <p:custDataLst>
              <p:tags r:id="rId8"/>
            </p:custDataLst>
          </p:nvPr>
        </p:nvSpPr>
        <p:spPr>
          <a:xfrm>
            <a:off x="5432425" y="3514091"/>
            <a:ext cx="288925" cy="719138"/>
          </a:xfrm>
          <a:prstGeom prst="rightBrace">
            <a:avLst>
              <a:gd name="adj1" fmla="val 8333"/>
              <a:gd name="adj2" fmla="val 63244"/>
            </a:avLst>
          </a:prstGeom>
          <a:noFill/>
          <a:ln w="28575" cap="flat" cmpd="sng" algn="ctr">
            <a:solidFill>
              <a:schemeClr val="accent1"/>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black"/>
              </a:solidFill>
              <a:latin typeface="微软雅黑" panose="020B0503020204020204" charset="-122"/>
              <a:ea typeface="微软雅黑" panose="020B0503020204020204" charset="-122"/>
            </a:endParaRPr>
          </a:p>
        </p:txBody>
      </p:sp>
      <p:sp>
        <p:nvSpPr>
          <p:cNvPr id="14" name="圆角矩形标注 15"/>
          <p:cNvSpPr/>
          <p:nvPr>
            <p:custDataLst>
              <p:tags r:id="rId9"/>
            </p:custDataLst>
          </p:nvPr>
        </p:nvSpPr>
        <p:spPr>
          <a:xfrm>
            <a:off x="4929505" y="5156200"/>
            <a:ext cx="3616325" cy="666750"/>
          </a:xfrm>
          <a:prstGeom prst="wedgeRoundRectCallout">
            <a:avLst>
              <a:gd name="adj1" fmla="val -67012"/>
              <a:gd name="adj2" fmla="val -100537"/>
              <a:gd name="adj3" fmla="val 16667"/>
            </a:avLst>
          </a:prstGeom>
          <a:solidFill>
            <a:schemeClr val="accent1"/>
          </a:solidFill>
          <a:ln w="12700" cap="flat" cmpd="sng" algn="ctr">
            <a:noFill/>
            <a:prstDash val="solid"/>
            <a:miter lim="800000"/>
          </a:ln>
          <a:effectLst/>
        </p:spPr>
        <p:txBody>
          <a:bodyPr anchor="ctr"/>
          <a:lstStyle/>
          <a:p>
            <a:pP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sym typeface="+mn-ea"/>
              </a:rPr>
              <a:t>简要的总结，</a:t>
            </a:r>
            <a:endParaRPr kumimoji="0" lang="en-US" altLang="zh-CN" sz="1800" kern="0" dirty="0">
              <a:solidFill>
                <a:srgbClr val="FFFFFF"/>
              </a:solidFill>
              <a:latin typeface="微软雅黑" panose="020B0503020204020204" charset="-122"/>
              <a:ea typeface="微软雅黑" panose="020B0503020204020204" charset="-122"/>
            </a:endParaRPr>
          </a:p>
          <a:p>
            <a:pP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sym typeface="+mn-ea"/>
              </a:rPr>
              <a:t>一般提炼了本文最有价值的东西</a:t>
            </a:r>
            <a:endParaRPr kumimoji="0" lang="zh-CN" altLang="en-US" sz="1800" kern="0" dirty="0">
              <a:solidFill>
                <a:srgbClr val="FFFFFF"/>
              </a:solidFill>
              <a:latin typeface="微软雅黑" panose="020B0503020204020204" charset="-122"/>
              <a:ea typeface="微软雅黑" panose="020B0503020204020204" charset="-122"/>
            </a:endParaRPr>
          </a:p>
        </p:txBody>
      </p:sp>
      <p:sp>
        <p:nvSpPr>
          <p:cNvPr id="3" name="Rectangle 2"/>
          <p:cNvSpPr>
            <a:spLocks noGrp="1" noChangeArrowheads="1"/>
          </p:cNvSpPr>
          <p:nvPr>
            <p:custDataLst>
              <p:tags r:id="rId10"/>
            </p:custDataLst>
          </p:nvPr>
        </p:nvSpPr>
        <p:spPr>
          <a:xfrm>
            <a:off x="1538605" y="44450"/>
            <a:ext cx="714184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48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linds(horizontal)">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11" grpId="0" bldLvl="0" animBg="1"/>
      <p:bldP spid="12" grpId="0" bldLvl="0" animBg="1"/>
      <p:bldP spid="14"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6"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7172" name="矩形 6"/>
          <p:cNvSpPr>
            <a:spLocks noChangeArrowheads="1"/>
          </p:cNvSpPr>
          <p:nvPr/>
        </p:nvSpPr>
        <p:spPr bwMode="auto">
          <a:xfrm>
            <a:off x="827088" y="908720"/>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3.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如何看一篇论文</a:t>
            </a: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专利</a:t>
            </a:r>
          </a:p>
        </p:txBody>
      </p:sp>
      <p:sp>
        <p:nvSpPr>
          <p:cNvPr id="8" name="矩形 7"/>
          <p:cNvSpPr/>
          <p:nvPr>
            <p:custDataLst>
              <p:tags r:id="rId3"/>
            </p:custDataLst>
          </p:nvPr>
        </p:nvSpPr>
        <p:spPr>
          <a:xfrm>
            <a:off x="827088" y="1474788"/>
            <a:ext cx="720725" cy="5049837"/>
          </a:xfrm>
          <a:prstGeom prst="rect">
            <a:avLst/>
          </a:prstGeom>
          <a:solidFill>
            <a:schemeClr val="accent3"/>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学位</a:t>
            </a:r>
            <a:endParaRPr kumimoji="0" lang="en-US" altLang="zh-CN" sz="1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论文</a:t>
            </a:r>
          </a:p>
        </p:txBody>
      </p:sp>
      <p:pic>
        <p:nvPicPr>
          <p:cNvPr id="15" name="图片 14"/>
          <p:cNvPicPr>
            <a:picLocks noChangeAspect="1"/>
          </p:cNvPicPr>
          <p:nvPr/>
        </p:nvPicPr>
        <p:blipFill>
          <a:blip r:embed="rId19"/>
          <a:stretch>
            <a:fillRect/>
          </a:stretch>
        </p:blipFill>
        <p:spPr>
          <a:xfrm>
            <a:off x="1540326" y="1282617"/>
            <a:ext cx="3669586" cy="5575383"/>
          </a:xfrm>
          <a:prstGeom prst="rect">
            <a:avLst/>
          </a:prstGeom>
        </p:spPr>
      </p:pic>
      <p:pic>
        <p:nvPicPr>
          <p:cNvPr id="16" name="图片 15"/>
          <p:cNvPicPr>
            <a:picLocks noChangeAspect="1"/>
          </p:cNvPicPr>
          <p:nvPr/>
        </p:nvPicPr>
        <p:blipFill>
          <a:blip r:embed="rId20"/>
          <a:stretch>
            <a:fillRect/>
          </a:stretch>
        </p:blipFill>
        <p:spPr>
          <a:xfrm>
            <a:off x="5220072" y="1366271"/>
            <a:ext cx="3931334" cy="5455786"/>
          </a:xfrm>
          <a:prstGeom prst="rect">
            <a:avLst/>
          </a:prstGeom>
        </p:spPr>
      </p:pic>
      <p:sp>
        <p:nvSpPr>
          <p:cNvPr id="17" name="矩形 16"/>
          <p:cNvSpPr/>
          <p:nvPr>
            <p:custDataLst>
              <p:tags r:id="rId4"/>
            </p:custDataLst>
          </p:nvPr>
        </p:nvSpPr>
        <p:spPr>
          <a:xfrm>
            <a:off x="2063304" y="1195790"/>
            <a:ext cx="3012752" cy="260350"/>
          </a:xfrm>
          <a:prstGeom prst="rect">
            <a:avLst/>
          </a:prstGeom>
        </p:spPr>
        <p:txBody>
          <a:bodyPr wrap="square">
            <a:spAutoFit/>
          </a:bodyPr>
          <a:lstStyle/>
          <a:p>
            <a:pPr>
              <a:spcAft>
                <a:spcPts val="0"/>
              </a:spcAft>
            </a:pPr>
            <a:r>
              <a:rPr lang="zh-CN" altLang="en-US" sz="1100" dirty="0">
                <a:solidFill>
                  <a:schemeClr val="dk1"/>
                </a:solidFill>
                <a:latin typeface="微软雅黑" panose="020B0503020204020204" charset="-122"/>
                <a:ea typeface="微软雅黑" panose="020B0503020204020204" charset="-122"/>
                <a:cs typeface="微软雅黑" panose="020B0503020204020204" charset="-122"/>
              </a:rPr>
              <a:t>Ka波段MMIC驱动级放大器芯片设计_严方耀</a:t>
            </a:r>
          </a:p>
        </p:txBody>
      </p:sp>
      <p:sp>
        <p:nvSpPr>
          <p:cNvPr id="18" name="矩形 17"/>
          <p:cNvSpPr/>
          <p:nvPr>
            <p:custDataLst>
              <p:tags r:id="rId5"/>
            </p:custDataLst>
          </p:nvPr>
        </p:nvSpPr>
        <p:spPr>
          <a:xfrm>
            <a:off x="5866673" y="1181605"/>
            <a:ext cx="2633784" cy="275590"/>
          </a:xfrm>
          <a:prstGeom prst="rect">
            <a:avLst/>
          </a:prstGeom>
        </p:spPr>
        <p:txBody>
          <a:bodyPr wrap="square">
            <a:spAutoFit/>
          </a:bodyPr>
          <a:lstStyle/>
          <a:p>
            <a:pPr>
              <a:spcAft>
                <a:spcPts val="0"/>
              </a:spcAft>
            </a:pPr>
            <a:r>
              <a:rPr lang="zh-CN" altLang="en-US" sz="1200" dirty="0">
                <a:solidFill>
                  <a:schemeClr val="dk1"/>
                </a:solidFill>
                <a:latin typeface="微软雅黑" panose="020B0503020204020204" charset="-122"/>
                <a:ea typeface="微软雅黑" panose="020B0503020204020204" charset="-122"/>
                <a:cs typeface="微软雅黑" panose="020B0503020204020204" charset="-122"/>
              </a:rPr>
              <a:t>长距离RFID系统的设计与实现_周洁</a:t>
            </a:r>
          </a:p>
        </p:txBody>
      </p:sp>
      <p:sp>
        <p:nvSpPr>
          <p:cNvPr id="19" name="矩形 18"/>
          <p:cNvSpPr/>
          <p:nvPr>
            <p:custDataLst>
              <p:tags r:id="rId6"/>
            </p:custDataLst>
          </p:nvPr>
        </p:nvSpPr>
        <p:spPr>
          <a:xfrm>
            <a:off x="1540471" y="1771666"/>
            <a:ext cx="3669586" cy="1125893"/>
          </a:xfrm>
          <a:prstGeom prst="rect">
            <a:avLst/>
          </a:prstGeom>
          <a:no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lt1"/>
              </a:solidFill>
              <a:latin typeface="微软雅黑" panose="020B0503020204020204" charset="-122"/>
              <a:ea typeface="微软雅黑" panose="020B0503020204020204" charset="-122"/>
            </a:endParaRPr>
          </a:p>
        </p:txBody>
      </p:sp>
      <p:sp>
        <p:nvSpPr>
          <p:cNvPr id="20" name="矩形 19"/>
          <p:cNvSpPr/>
          <p:nvPr>
            <p:custDataLst>
              <p:tags r:id="rId7"/>
            </p:custDataLst>
          </p:nvPr>
        </p:nvSpPr>
        <p:spPr>
          <a:xfrm>
            <a:off x="3243533" y="2906239"/>
            <a:ext cx="1984723"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lt1"/>
              </a:solidFill>
              <a:latin typeface="微软雅黑" panose="020B0503020204020204" charset="-122"/>
              <a:ea typeface="微软雅黑" panose="020B0503020204020204" charset="-122"/>
            </a:endParaRPr>
          </a:p>
        </p:txBody>
      </p:sp>
      <p:sp>
        <p:nvSpPr>
          <p:cNvPr id="21" name="矩形 20"/>
          <p:cNvSpPr/>
          <p:nvPr>
            <p:custDataLst>
              <p:tags r:id="rId8"/>
            </p:custDataLst>
          </p:nvPr>
        </p:nvSpPr>
        <p:spPr>
          <a:xfrm>
            <a:off x="1550486" y="3107363"/>
            <a:ext cx="2794881" cy="20734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lt1"/>
              </a:solidFill>
              <a:latin typeface="微软雅黑" panose="020B0503020204020204" charset="-122"/>
              <a:ea typeface="微软雅黑" panose="020B0503020204020204" charset="-122"/>
            </a:endParaRPr>
          </a:p>
        </p:txBody>
      </p:sp>
      <p:sp>
        <p:nvSpPr>
          <p:cNvPr id="22" name="矩形 21"/>
          <p:cNvSpPr/>
          <p:nvPr>
            <p:custDataLst>
              <p:tags r:id="rId9"/>
            </p:custDataLst>
          </p:nvPr>
        </p:nvSpPr>
        <p:spPr>
          <a:xfrm>
            <a:off x="1550486" y="2906238"/>
            <a:ext cx="1693047" cy="216025"/>
          </a:xfrm>
          <a:prstGeom prst="rect">
            <a:avLst/>
          </a:prstGeom>
          <a:no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lt1"/>
              </a:solidFill>
              <a:latin typeface="微软雅黑" panose="020B0503020204020204" charset="-122"/>
              <a:ea typeface="微软雅黑" panose="020B0503020204020204" charset="-122"/>
            </a:endParaRPr>
          </a:p>
        </p:txBody>
      </p:sp>
      <p:sp>
        <p:nvSpPr>
          <p:cNvPr id="23" name="矩形 22"/>
          <p:cNvSpPr/>
          <p:nvPr>
            <p:custDataLst>
              <p:tags r:id="rId10"/>
            </p:custDataLst>
          </p:nvPr>
        </p:nvSpPr>
        <p:spPr>
          <a:xfrm>
            <a:off x="1550487" y="3308487"/>
            <a:ext cx="3198798" cy="207346"/>
          </a:xfrm>
          <a:prstGeom prst="rect">
            <a:avLst/>
          </a:prstGeom>
          <a:noFill/>
          <a:ln>
            <a:solidFill>
              <a:srgbClr val="E856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lt1"/>
              </a:solidFill>
              <a:latin typeface="微软雅黑" panose="020B0503020204020204" charset="-122"/>
              <a:ea typeface="微软雅黑" panose="020B0503020204020204" charset="-122"/>
            </a:endParaRPr>
          </a:p>
        </p:txBody>
      </p:sp>
      <p:sp>
        <p:nvSpPr>
          <p:cNvPr id="24" name="矩形 23"/>
          <p:cNvSpPr/>
          <p:nvPr>
            <p:custDataLst>
              <p:tags r:id="rId11"/>
            </p:custDataLst>
          </p:nvPr>
        </p:nvSpPr>
        <p:spPr>
          <a:xfrm>
            <a:off x="4355383" y="3126601"/>
            <a:ext cx="872874" cy="164993"/>
          </a:xfrm>
          <a:prstGeom prst="rect">
            <a:avLst/>
          </a:prstGeom>
          <a:noFill/>
          <a:ln>
            <a:solidFill>
              <a:srgbClr val="E856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lt1"/>
              </a:solidFill>
              <a:latin typeface="微软雅黑" panose="020B0503020204020204" charset="-122"/>
              <a:ea typeface="微软雅黑" panose="020B0503020204020204" charset="-122"/>
            </a:endParaRPr>
          </a:p>
        </p:txBody>
      </p:sp>
      <p:sp>
        <p:nvSpPr>
          <p:cNvPr id="25" name="矩形 24"/>
          <p:cNvSpPr/>
          <p:nvPr>
            <p:custDataLst>
              <p:tags r:id="rId12"/>
            </p:custDataLst>
          </p:nvPr>
        </p:nvSpPr>
        <p:spPr>
          <a:xfrm>
            <a:off x="5319715" y="1756405"/>
            <a:ext cx="3795615" cy="421075"/>
          </a:xfrm>
          <a:prstGeom prst="rect">
            <a:avLst/>
          </a:prstGeom>
          <a:no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lt1"/>
              </a:solidFill>
              <a:latin typeface="微软雅黑" panose="020B0503020204020204" charset="-122"/>
              <a:ea typeface="微软雅黑" panose="020B0503020204020204" charset="-122"/>
            </a:endParaRPr>
          </a:p>
        </p:txBody>
      </p:sp>
      <p:sp>
        <p:nvSpPr>
          <p:cNvPr id="26" name="矩形 25"/>
          <p:cNvSpPr/>
          <p:nvPr>
            <p:custDataLst>
              <p:tags r:id="rId13"/>
            </p:custDataLst>
          </p:nvPr>
        </p:nvSpPr>
        <p:spPr>
          <a:xfrm>
            <a:off x="5319715" y="2177481"/>
            <a:ext cx="2944874" cy="216024"/>
          </a:xfrm>
          <a:prstGeom prst="rect">
            <a:avLst/>
          </a:prstGeom>
          <a:no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lt1"/>
              </a:solidFill>
              <a:latin typeface="微软雅黑" panose="020B0503020204020204" charset="-122"/>
              <a:ea typeface="微软雅黑" panose="020B0503020204020204" charset="-122"/>
            </a:endParaRPr>
          </a:p>
        </p:txBody>
      </p:sp>
      <p:sp>
        <p:nvSpPr>
          <p:cNvPr id="27" name="矩形 26"/>
          <p:cNvSpPr/>
          <p:nvPr>
            <p:custDataLst>
              <p:tags r:id="rId14"/>
            </p:custDataLst>
          </p:nvPr>
        </p:nvSpPr>
        <p:spPr>
          <a:xfrm>
            <a:off x="8271165" y="2182317"/>
            <a:ext cx="847610" cy="2111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lt1"/>
              </a:solidFill>
              <a:latin typeface="微软雅黑" panose="020B0503020204020204" charset="-122"/>
              <a:ea typeface="微软雅黑" panose="020B0503020204020204" charset="-122"/>
            </a:endParaRPr>
          </a:p>
        </p:txBody>
      </p:sp>
      <p:sp>
        <p:nvSpPr>
          <p:cNvPr id="28" name="矩形 27"/>
          <p:cNvSpPr/>
          <p:nvPr>
            <p:custDataLst>
              <p:tags r:id="rId15"/>
            </p:custDataLst>
          </p:nvPr>
        </p:nvSpPr>
        <p:spPr>
          <a:xfrm>
            <a:off x="5316270" y="2393504"/>
            <a:ext cx="3795615" cy="5127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lt1"/>
              </a:solidFill>
              <a:latin typeface="微软雅黑" panose="020B0503020204020204" charset="-122"/>
              <a:ea typeface="微软雅黑" panose="020B0503020204020204" charset="-122"/>
            </a:endParaRPr>
          </a:p>
        </p:txBody>
      </p:sp>
      <p:sp>
        <p:nvSpPr>
          <p:cNvPr id="29" name="矩形 28"/>
          <p:cNvSpPr/>
          <p:nvPr>
            <p:custDataLst>
              <p:tags r:id="rId16"/>
            </p:custDataLst>
          </p:nvPr>
        </p:nvSpPr>
        <p:spPr>
          <a:xfrm>
            <a:off x="5228256" y="6281936"/>
            <a:ext cx="3923895" cy="53860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lt1"/>
              </a:solidFill>
              <a:latin typeface="微软雅黑" panose="020B0503020204020204" charset="-122"/>
              <a:ea typeface="微软雅黑" panose="020B0503020204020204" charset="-122"/>
            </a:endParaRPr>
          </a:p>
        </p:txBody>
      </p:sp>
      <p:sp>
        <p:nvSpPr>
          <p:cNvPr id="2" name="Rectangle 2"/>
          <p:cNvSpPr>
            <a:spLocks noGrp="1" noChangeArrowheads="1"/>
          </p:cNvSpPr>
          <p:nvPr>
            <p:custDataLst>
              <p:tags r:id="rId17"/>
            </p:custDataLst>
          </p:nvPr>
        </p:nvSpPr>
        <p:spPr>
          <a:xfrm>
            <a:off x="1538605" y="44450"/>
            <a:ext cx="714184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48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box(in)">
                                      <p:cBhvr>
                                        <p:cTn id="17" dur="2000"/>
                                        <p:tgtEl>
                                          <p:spTgt spid="21"/>
                                        </p:tgtEl>
                                      </p:cBhvr>
                                    </p:animEffect>
                                  </p:childTnLst>
                                </p:cTn>
                              </p:par>
                              <p:par>
                                <p:cTn id="18" presetID="4" presetClass="entr" presetSubtype="16"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box(in)">
                                      <p:cBhvr>
                                        <p:cTn id="20" dur="2000"/>
                                        <p:tgtEl>
                                          <p:spTgt spid="23"/>
                                        </p:tgtEl>
                                      </p:cBhvr>
                                    </p:animEffect>
                                  </p:childTnLst>
                                </p:cTn>
                              </p:par>
                            </p:childTnLst>
                          </p:cTn>
                        </p:par>
                        <p:par>
                          <p:cTn id="21" fill="hold">
                            <p:stCondLst>
                              <p:cond delay="2000"/>
                            </p:stCondLst>
                            <p:childTnLst>
                              <p:par>
                                <p:cTn id="22" presetID="4" presetClass="entr" presetSubtype="16" fill="hold" grpId="0" nodeType="after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box(in)">
                                      <p:cBhvr>
                                        <p:cTn id="24" dur="20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blinds(horizontal)">
                                      <p:cBhvr>
                                        <p:cTn id="29" dur="500"/>
                                        <p:tgtEl>
                                          <p:spTgt spid="25"/>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blinds(horizontal)">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blinds(horizontal)">
                                      <p:cBhvr>
                                        <p:cTn id="37" dur="500"/>
                                        <p:tgtEl>
                                          <p:spTgt spid="27"/>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blinds(horizontal)">
                                      <p:cBhvr>
                                        <p:cTn id="40" dur="500"/>
                                        <p:tgtEl>
                                          <p:spTgt spid="28"/>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blinds(horizontal)">
                                      <p:cBhvr>
                                        <p:cTn id="4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P spid="20" grpId="0" bldLvl="0" animBg="1"/>
      <p:bldP spid="21" grpId="0" bldLvl="0" animBg="1"/>
      <p:bldP spid="22" grpId="0" bldLvl="0" animBg="1"/>
      <p:bldP spid="23" grpId="0" bldLvl="0" animBg="1"/>
      <p:bldP spid="25" grpId="0" bldLvl="0" animBg="1"/>
      <p:bldP spid="26" grpId="0" bldLvl="0" animBg="1"/>
      <p:bldP spid="27" grpId="0" bldLvl="0" animBg="1"/>
      <p:bldP spid="28" grpId="0" bldLvl="0" animBg="1"/>
      <p:bldP spid="29"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D0DA16F-7F8D-C3EF-4BF4-2E1933C256AA}"/>
              </a:ext>
            </a:extLst>
          </p:cNvPr>
          <p:cNvSpPr txBox="1"/>
          <p:nvPr>
            <p:custDataLst>
              <p:tags r:id="rId2"/>
            </p:custDataLst>
          </p:nvPr>
        </p:nvSpPr>
        <p:spPr>
          <a:xfrm>
            <a:off x="539552" y="1340768"/>
            <a:ext cx="8064896" cy="635000"/>
          </a:xfrm>
          <a:prstGeom prst="rect">
            <a:avLst/>
          </a:prstGeom>
          <a:noFill/>
        </p:spPr>
        <p:txBody>
          <a:bodyPr vert="horz" wrap="square"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请阅读这篇硕士论文的摘要，请简要对该摘要进行评价。</a:t>
            </a:r>
          </a:p>
        </p:txBody>
      </p:sp>
      <p:sp>
        <p:nvSpPr>
          <p:cNvPr id="5" name="矩形: 圆角 4">
            <a:extLst>
              <a:ext uri="{FF2B5EF4-FFF2-40B4-BE49-F238E27FC236}">
                <a16:creationId xmlns:a16="http://schemas.microsoft.com/office/drawing/2014/main" id="{E767F5A2-C44C-B4A6-75F7-E7627E62A935}"/>
              </a:ext>
            </a:extLst>
          </p:cNvPr>
          <p:cNvSpPr/>
          <p:nvPr>
            <p:custDataLst>
              <p:tags r:id="rId3"/>
            </p:custDataLst>
          </p:nvPr>
        </p:nvSpPr>
        <p:spPr>
          <a:xfrm>
            <a:off x="6948264" y="6383020"/>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1" name="文本框 10">
            <a:extLst>
              <a:ext uri="{FF2B5EF4-FFF2-40B4-BE49-F238E27FC236}">
                <a16:creationId xmlns:a16="http://schemas.microsoft.com/office/drawing/2014/main" id="{B3449FC2-599B-F141-8408-C54E0D2F8E7D}"/>
              </a:ext>
            </a:extLst>
          </p:cNvPr>
          <p:cNvSpPr txBox="1"/>
          <p:nvPr>
            <p:custDataLst>
              <p:tags r:id="rId4"/>
            </p:custDataLst>
          </p:nvPr>
        </p:nvSpPr>
        <p:spPr>
          <a:xfrm>
            <a:off x="634834" y="1916832"/>
            <a:ext cx="7874332" cy="4416594"/>
          </a:xfrm>
          <a:prstGeom prst="rect">
            <a:avLst/>
          </a:prstGeom>
          <a:noFill/>
          <a:ln w="9525">
            <a:solidFill>
              <a:schemeClr val="accent6"/>
            </a:solidFill>
          </a:ln>
        </p:spPr>
        <p:txBody>
          <a:bodyPr wrap="square">
            <a:spAutoFit/>
          </a:bodyPr>
          <a:lstStyle/>
          <a:p>
            <a:pPr marL="0" indent="0" algn="ctr">
              <a:spcAft>
                <a:spcPts val="0"/>
              </a:spcAft>
            </a:pPr>
            <a:r>
              <a:rPr lang="zh-CN" altLang="en-US" sz="1500" b="0" dirty="0">
                <a:solidFill>
                  <a:schemeClr val="dk1"/>
                </a:solidFill>
                <a:latin typeface="微软雅黑" panose="020B0503020204020204" charset="-122"/>
                <a:ea typeface="微软雅黑" panose="020B0503020204020204" charset="-122"/>
                <a:cs typeface="微软雅黑" panose="020B0503020204020204" charset="-122"/>
              </a:rPr>
              <a:t>摘  要</a:t>
            </a:r>
          </a:p>
          <a:p>
            <a:pPr marL="0" indent="0" algn="just">
              <a:spcBef>
                <a:spcPts val="0"/>
              </a:spcBef>
            </a:pP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芯片级原子钟技术的迅速发展</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对光源的功耗和体积提出了高要求。垂直腔面发射激光器</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(VCSEL)</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具有低功耗、小型化、可靠性等方面的优势</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已渗透到芯片级原子钟的架构中。芯片级原子钟中的</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VCSEL,</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作为“本地振荡器”</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还需要满足对钟跃迁谱线的探测</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具体指激光线宽小于或等于</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10 MHz</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。光学谐振腔是激光器的关键要素之一</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对腔内光子的物性具有调控作用</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包括频率、振幅等。然而</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目前减少</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VCSEL</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线宽的方法主要依赖于外腔</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这增加了设备的复杂性和成本</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并阻碍了与原子钟系统的无缝集成。针对</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VCSEL</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内腔的设计与线宽调控</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仍缺乏系统的研究</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不利于器件性能的提升以及应用领域的拓展。本论文探究了拓展腔</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VCSEL</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和耦合腔</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VCSEL</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的设计准则</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从理论上研究了光学、电学和热学等方面的性质</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并对拓展腔</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VCSEL</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开展了初步实验验证。为内腔工程设计窄线宽</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VCSEL</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提供了理论支持和参考。本论文主要工作和创新点如下</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 </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研究了光学腔有效腔长拓展对</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VCSEL</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线宽的调控作用。基于多光束干涉理论</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利用相位匹配关系</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明确了</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DBR</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中的一层的厚度拓展至</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(1/4+m/2)λ</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时</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,DBR</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的功能不受影响。其中</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,λ</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是工作波长。以拓展层厚度作为自由度</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通过仿真模拟系统地研究了其对</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VCSEL</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的光、电、热等性能的调控</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进而提出一组拓展腔</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VCSEL</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的最优设计结构。在理论上取得了</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1.7 MHz</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的谱线宽度和</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3 </a:t>
            </a:r>
            <a:r>
              <a:rPr lang="en-US" altLang="zh-CN" sz="1400" b="0" dirty="0" err="1">
                <a:solidFill>
                  <a:schemeClr val="dk1"/>
                </a:solidFill>
                <a:latin typeface="微软雅黑" panose="020B0503020204020204" charset="-122"/>
                <a:ea typeface="微软雅黑" panose="020B0503020204020204" charset="-122"/>
                <a:cs typeface="微软雅黑" panose="020B0503020204020204" charset="-122"/>
              </a:rPr>
              <a:t>mW</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的输出功率。通过外延及光刻等技术制备了样品</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进行了初步验证</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与理论计算的结果一致。 研究光子寿命延长对</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VCSEL</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线宽的调控作用。阐明了耦合腔</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VCSEL</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和拓展腔</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VCSEL</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的本质区别</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即垂直腔中除顶部和底部的布拉格反射镜</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(DBR)</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以外的中间镜子需满足</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Su-Schrieffer-Heeger</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型缺陷条件。光子在引入的无源腔中往返振荡</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富集存储</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使得光子的寿命延长。创新了一种</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四镜</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三腔耦合腔</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VCSEL,</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在输出功率为</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1 </a:t>
            </a:r>
            <a:r>
              <a:rPr lang="en-US" altLang="zh-CN" sz="1400" b="0" dirty="0" err="1">
                <a:solidFill>
                  <a:schemeClr val="dk1"/>
                </a:solidFill>
                <a:latin typeface="微软雅黑" panose="020B0503020204020204" charset="-122"/>
                <a:ea typeface="微软雅黑" panose="020B0503020204020204" charset="-122"/>
                <a:cs typeface="微软雅黑" panose="020B0503020204020204" charset="-122"/>
              </a:rPr>
              <a:t>mW</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时</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理论上谱线宽度为</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0.1 MHz,</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与传统</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VCSEL</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相比线宽减小了两个数量级。对器件的量子阱增益及腔模位置等材料结构参数进行了优化</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确定增益</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腔模失谐量为</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-15 nm,</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使器件的基本性能在高温环境</a:t>
            </a:r>
            <a:r>
              <a:rPr lang="en-US" altLang="zh-CN" sz="1400" b="0" dirty="0">
                <a:solidFill>
                  <a:schemeClr val="dk1"/>
                </a:solidFill>
                <a:latin typeface="微软雅黑" panose="020B0503020204020204" charset="-122"/>
                <a:ea typeface="微软雅黑" panose="020B0503020204020204" charset="-122"/>
                <a:cs typeface="微软雅黑" panose="020B0503020204020204" charset="-122"/>
              </a:rPr>
              <a:t>(80℃)</a:t>
            </a:r>
            <a:r>
              <a:rPr lang="zh-CN" altLang="en-US" sz="1400" b="0" dirty="0">
                <a:solidFill>
                  <a:schemeClr val="dk1"/>
                </a:solidFill>
                <a:latin typeface="微软雅黑" panose="020B0503020204020204" charset="-122"/>
                <a:ea typeface="微软雅黑" panose="020B0503020204020204" charset="-122"/>
                <a:cs typeface="微软雅黑" panose="020B0503020204020204" charset="-122"/>
              </a:rPr>
              <a:t>下保持稳定。</a:t>
            </a:r>
          </a:p>
        </p:txBody>
      </p:sp>
      <p:sp>
        <p:nvSpPr>
          <p:cNvPr id="13" name="标题 1"/>
          <p:cNvSpPr>
            <a:spLocks noGrp="1"/>
          </p:cNvSpPr>
          <p:nvPr>
            <p:custDataLst>
              <p:tags r:id="rId5"/>
            </p:custDataLst>
          </p:nvPr>
        </p:nvSpPr>
        <p:spPr>
          <a:xfrm>
            <a:off x="153510" y="675700"/>
            <a:ext cx="2105980" cy="66805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sz="3200" b="1" dirty="0">
                <a:solidFill>
                  <a:schemeClr val="dk2">
                    <a:lumMod val="25000"/>
                  </a:schemeClr>
                </a:solidFill>
                <a:latin typeface="微软雅黑" panose="020B0503020204020204" charset="-122"/>
                <a:ea typeface="微软雅黑" panose="020B0503020204020204" charset="-122"/>
              </a:rPr>
              <a:t>课堂练习</a:t>
            </a:r>
          </a:p>
        </p:txBody>
      </p:sp>
      <p:grpSp>
        <p:nvGrpSpPr>
          <p:cNvPr id="10" name="组合 9">
            <a:extLst>
              <a:ext uri="{FF2B5EF4-FFF2-40B4-BE49-F238E27FC236}">
                <a16:creationId xmlns:a16="http://schemas.microsoft.com/office/drawing/2014/main" id="{A31FF8B3-CEB1-8138-8A25-5BAA53A2103D}"/>
              </a:ext>
            </a:extLst>
          </p:cNvPr>
          <p:cNvGrpSpPr/>
          <p:nvPr>
            <p:custDataLst>
              <p:tags r:id="rId6"/>
            </p:custDataLst>
          </p:nvPr>
        </p:nvGrpSpPr>
        <p:grpSpPr>
          <a:xfrm>
            <a:off x="0" y="0"/>
            <a:ext cx="9144000" cy="635000"/>
            <a:chOff x="0" y="0"/>
            <a:chExt cx="9144000" cy="635000"/>
          </a:xfrm>
        </p:grpSpPr>
        <p:sp>
          <p:nvSpPr>
            <p:cNvPr id="6" name="TitleBackground">
              <a:extLst>
                <a:ext uri="{FF2B5EF4-FFF2-40B4-BE49-F238E27FC236}">
                  <a16:creationId xmlns:a16="http://schemas.microsoft.com/office/drawing/2014/main" id="{98671A77-F602-7EF3-4CD8-176F12AA469C}"/>
                </a:ext>
              </a:extLst>
            </p:cNvPr>
            <p:cNvSpPr/>
            <p:nvPr>
              <p:custDataLst>
                <p:tags r:id="rId8"/>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a:extLst>
                <a:ext uri="{FF2B5EF4-FFF2-40B4-BE49-F238E27FC236}">
                  <a16:creationId xmlns:a16="http://schemas.microsoft.com/office/drawing/2014/main" id="{AF09DB5D-9B2D-CE94-CAEB-9CBA88F97BBE}"/>
                </a:ext>
              </a:extLst>
            </p:cNvPr>
            <p:cNvSpPr/>
            <p:nvPr>
              <p:custDataLst>
                <p:tags r:id="rId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a:extLst>
                <a:ext uri="{FF2B5EF4-FFF2-40B4-BE49-F238E27FC236}">
                  <a16:creationId xmlns:a16="http://schemas.microsoft.com/office/drawing/2014/main" id="{24CEB590-DCDF-14F2-A1BA-BD0488041C3B}"/>
                </a:ext>
              </a:extLst>
            </p:cNvPr>
            <p:cNvSpPr txBox="1"/>
            <p:nvPr>
              <p:custDataLst>
                <p:tags r:id="rId1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9" name="TipText">
              <a:extLst>
                <a:ext uri="{FF2B5EF4-FFF2-40B4-BE49-F238E27FC236}">
                  <a16:creationId xmlns:a16="http://schemas.microsoft.com/office/drawing/2014/main" id="{55188A3F-1DFF-DFCB-AAC9-F00ED15E1F35}"/>
                </a:ext>
              </a:extLst>
            </p:cNvPr>
            <p:cNvSpPr txBox="1"/>
            <p:nvPr>
              <p:custDataLst>
                <p:tags r:id="rId11"/>
              </p:custDataLst>
            </p:nvPr>
          </p:nvSpPr>
          <p:spPr>
            <a:xfrm>
              <a:off x="1525905" y="109220"/>
              <a:ext cx="2286000" cy="508000"/>
            </a:xfrm>
            <a:prstGeom prst="rect">
              <a:avLst/>
            </a:prstGeom>
            <a:noFill/>
          </p:spPr>
          <p:txBody>
            <a:bodyPr vert="horz" wrap="none" rtlCol="0" anchor="ctr" anchorCtr="0">
              <a:noAutofit/>
            </a:bodyPr>
            <a:lstStyle/>
            <a:p>
              <a:r>
                <a:rPr lang="en-US" altLang="zh-CN" sz="2000" dirty="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dirty="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1C14CFB2-8AB7-909E-40EE-CE00F3930619}"/>
              </a:ext>
            </a:extLst>
          </p:cNvPr>
          <p:cNvPicPr>
            <a:picLocks/>
          </p:cNvPicPr>
          <p:nvPr>
            <p:custDataLst>
              <p:tags r:id="rId7"/>
            </p:custDataLst>
          </p:nvPr>
        </p:nvPicPr>
        <p:blipFill>
          <a:blip r:embed="rId13">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0027051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6"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8196" name="矩形 3"/>
          <p:cNvSpPr>
            <a:spLocks noChangeArrowheads="1"/>
          </p:cNvSpPr>
          <p:nvPr/>
        </p:nvSpPr>
        <p:spPr bwMode="auto">
          <a:xfrm>
            <a:off x="827088" y="908050"/>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3.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如何看一篇论文</a:t>
            </a: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专利</a:t>
            </a:r>
          </a:p>
        </p:txBody>
      </p:sp>
      <p:sp>
        <p:nvSpPr>
          <p:cNvPr id="5" name="矩形 4"/>
          <p:cNvSpPr/>
          <p:nvPr>
            <p:custDataLst>
              <p:tags r:id="rId3"/>
            </p:custDataLst>
          </p:nvPr>
        </p:nvSpPr>
        <p:spPr>
          <a:xfrm>
            <a:off x="827088" y="1474788"/>
            <a:ext cx="720725" cy="5049837"/>
          </a:xfrm>
          <a:prstGeom prst="rect">
            <a:avLst/>
          </a:prstGeom>
          <a:solidFill>
            <a:schemeClr val="accent1"/>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期刊论文</a:t>
            </a:r>
          </a:p>
        </p:txBody>
      </p:sp>
      <p:sp>
        <p:nvSpPr>
          <p:cNvPr id="10" name="矩形 9"/>
          <p:cNvSpPr/>
          <p:nvPr>
            <p:custDataLst>
              <p:tags r:id="rId4"/>
            </p:custDataLst>
          </p:nvPr>
        </p:nvSpPr>
        <p:spPr>
          <a:xfrm>
            <a:off x="1595438" y="1616075"/>
            <a:ext cx="5133975" cy="4523105"/>
          </a:xfrm>
          <a:prstGeom prst="rect">
            <a:avLst/>
          </a:prstGeom>
        </p:spPr>
        <p:txBody>
          <a:bodyPr>
            <a:spAutoFit/>
          </a:bodyPr>
          <a:lstStyle/>
          <a:p>
            <a:pPr defTabSz="457200" eaLnBrk="1" fontAlgn="auto" hangingPunct="1">
              <a:spcBef>
                <a:spcPts val="0"/>
              </a:spcBef>
              <a:spcAft>
                <a:spcPts val="0"/>
              </a:spcAft>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一个典型的期刊论文，都讲啥呢</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defTabSz="457200" eaLnBrk="1" fontAlgn="auto" hangingPunct="1">
              <a:spcBef>
                <a:spcPts val="0"/>
              </a:spcBef>
              <a:spcAft>
                <a:spcPts val="0"/>
              </a:spcAft>
            </a:pP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Abstract </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（摘要）</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Introduction </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（引言）</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Results </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（研究成果）</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Analysis </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（分析讨论）</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Conclusion </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（结论）</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Acknowledgement</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（致谢）</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References </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（参考文献）</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defTabSz="457200" eaLnBrk="1" fontAlgn="auto" hangingPunct="1">
              <a:spcBef>
                <a:spcPts val="0"/>
              </a:spcBef>
              <a:spcAft>
                <a:spcPts val="0"/>
              </a:spcAft>
            </a:pP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11" name="圆角矩形标注 11"/>
          <p:cNvSpPr/>
          <p:nvPr>
            <p:custDataLst>
              <p:tags r:id="rId5"/>
            </p:custDataLst>
          </p:nvPr>
        </p:nvSpPr>
        <p:spPr>
          <a:xfrm>
            <a:off x="4548188" y="1955800"/>
            <a:ext cx="3600450" cy="595313"/>
          </a:xfrm>
          <a:prstGeom prst="wedgeRoundRectCallout">
            <a:avLst>
              <a:gd name="adj1" fmla="val -73674"/>
              <a:gd name="adj2" fmla="val 11935"/>
              <a:gd name="adj3" fmla="val 16667"/>
            </a:avLst>
          </a:prstGeom>
          <a:solidFill>
            <a:schemeClr val="accent1"/>
          </a:solidFill>
          <a:ln w="12700" cap="flat" cmpd="sng" algn="ctr">
            <a:noFill/>
            <a:prstDash val="solid"/>
            <a:miter lim="800000"/>
          </a:ln>
          <a:effectLst/>
        </p:spPr>
        <p:txBody>
          <a:bodyPr anchor="ctr"/>
          <a:lstStyle/>
          <a:p>
            <a:pP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cs typeface="微软雅黑" panose="020B0503020204020204" charset="-122"/>
                <a:sym typeface="+mn-ea"/>
              </a:rPr>
              <a:t>应该先看，确认这篇论文是不是你关心的</a:t>
            </a:r>
            <a:r>
              <a:rPr kumimoji="0" lang="en-US" altLang="zh-CN" sz="1800" kern="0" dirty="0">
                <a:solidFill>
                  <a:srgbClr val="FFFFFF"/>
                </a:solidFill>
                <a:latin typeface="微软雅黑" panose="020B0503020204020204" charset="-122"/>
                <a:ea typeface="微软雅黑" panose="020B0503020204020204" charset="-122"/>
                <a:cs typeface="微软雅黑" panose="020B0503020204020204" charset="-122"/>
                <a:sym typeface="+mn-ea"/>
              </a:rPr>
              <a:t>topic</a:t>
            </a:r>
            <a:endParaRPr kumimoji="0" lang="en-US" altLang="zh-CN" sz="1800" kern="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 name="圆角矩形标注 12"/>
          <p:cNvSpPr/>
          <p:nvPr>
            <p:custDataLst>
              <p:tags r:id="rId6"/>
            </p:custDataLst>
          </p:nvPr>
        </p:nvSpPr>
        <p:spPr>
          <a:xfrm>
            <a:off x="4929188" y="2624138"/>
            <a:ext cx="4083050" cy="936625"/>
          </a:xfrm>
          <a:prstGeom prst="wedgeRoundRectCallout">
            <a:avLst>
              <a:gd name="adj1" fmla="val -71588"/>
              <a:gd name="adj2" fmla="val -17986"/>
              <a:gd name="adj3" fmla="val 16667"/>
            </a:avLst>
          </a:prstGeom>
          <a:solidFill>
            <a:schemeClr val="accent1"/>
          </a:solidFill>
          <a:ln w="12700" cap="flat" cmpd="sng" algn="ctr">
            <a:noFill/>
            <a:prstDash val="solid"/>
            <a:miter lim="800000"/>
          </a:ln>
          <a:effectLst/>
        </p:spPr>
        <p:txBody>
          <a:bodyPr anchor="ctr"/>
          <a:lstStyle/>
          <a:p>
            <a:pP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sym typeface="+mn-ea"/>
              </a:rPr>
              <a:t>如果你是新手，建议仔细看，</a:t>
            </a:r>
            <a:endParaRPr kumimoji="0" lang="en-US" altLang="zh-CN" sz="1800" kern="0" dirty="0">
              <a:solidFill>
                <a:srgbClr val="FFFFFF"/>
              </a:solidFill>
              <a:latin typeface="微软雅黑" panose="020B0503020204020204" charset="-122"/>
              <a:ea typeface="微软雅黑" panose="020B0503020204020204" charset="-122"/>
            </a:endParaRPr>
          </a:p>
          <a:p>
            <a:pP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sym typeface="+mn-ea"/>
              </a:rPr>
              <a:t>想想别人是怎么引入主题的</a:t>
            </a:r>
            <a:endParaRPr kumimoji="0" lang="en-US" altLang="zh-CN" sz="1800" kern="0" dirty="0">
              <a:solidFill>
                <a:srgbClr val="FFFFFF"/>
              </a:solidFill>
              <a:latin typeface="微软雅黑" panose="020B0503020204020204" charset="-122"/>
              <a:ea typeface="微软雅黑" panose="020B0503020204020204" charset="-122"/>
            </a:endParaRPr>
          </a:p>
          <a:p>
            <a:pP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sym typeface="+mn-ea"/>
              </a:rPr>
              <a:t>而且，还可以进一步找到新的文献</a:t>
            </a:r>
            <a:endParaRPr kumimoji="0" lang="zh-CN" altLang="en-US" sz="1800" kern="0" dirty="0">
              <a:solidFill>
                <a:srgbClr val="FFFFFF"/>
              </a:solidFill>
              <a:latin typeface="微软雅黑" panose="020B0503020204020204" charset="-122"/>
              <a:ea typeface="微软雅黑" panose="020B0503020204020204" charset="-122"/>
            </a:endParaRPr>
          </a:p>
        </p:txBody>
      </p:sp>
      <p:sp>
        <p:nvSpPr>
          <p:cNvPr id="13" name="圆角矩形标注 14"/>
          <p:cNvSpPr/>
          <p:nvPr>
            <p:custDataLst>
              <p:tags r:id="rId7"/>
            </p:custDataLst>
          </p:nvPr>
        </p:nvSpPr>
        <p:spPr>
          <a:xfrm>
            <a:off x="4929188" y="3770313"/>
            <a:ext cx="4248150" cy="881062"/>
          </a:xfrm>
          <a:prstGeom prst="wedgeRoundRectCallout">
            <a:avLst>
              <a:gd name="adj1" fmla="val -63965"/>
              <a:gd name="adj2" fmla="val -50637"/>
              <a:gd name="adj3" fmla="val 16667"/>
            </a:avLst>
          </a:prstGeom>
          <a:solidFill>
            <a:schemeClr val="accent1"/>
          </a:solidFill>
          <a:ln w="12700" cap="flat" cmpd="sng" algn="ctr">
            <a:noFill/>
            <a:prstDash val="solid"/>
            <a:miter lim="800000"/>
          </a:ln>
          <a:effectLst/>
        </p:spPr>
        <p:txBody>
          <a:bodyPr anchor="ctr"/>
          <a:lstStyle/>
          <a:p>
            <a:pPr defTabSz="457200" eaLnBrk="1" fontAlgn="auto" hangingPunct="1">
              <a:spcBef>
                <a:spcPts val="0"/>
              </a:spcBef>
              <a:spcAft>
                <a:spcPts val="0"/>
              </a:spcAft>
            </a:pPr>
            <a:r>
              <a:rPr kumimoji="0" lang="zh-CN" altLang="en-US" sz="1800" kern="0" dirty="0">
                <a:solidFill>
                  <a:schemeClr val="lt1"/>
                </a:solidFill>
                <a:latin typeface="微软雅黑" panose="020B0503020204020204" charset="-122"/>
                <a:ea typeface="微软雅黑" panose="020B0503020204020204" charset="-122"/>
                <a:sym typeface="+mn-ea"/>
              </a:rPr>
              <a:t>本文的核心内容，判断本文的科学价值</a:t>
            </a:r>
            <a:endParaRPr kumimoji="0" lang="en-US" altLang="zh-CN" sz="1800" kern="0" dirty="0">
              <a:solidFill>
                <a:schemeClr val="lt1"/>
              </a:solidFill>
              <a:latin typeface="微软雅黑" panose="020B0503020204020204" charset="-122"/>
              <a:ea typeface="微软雅黑" panose="020B0503020204020204" charset="-122"/>
            </a:endParaRPr>
          </a:p>
          <a:p>
            <a:pPr defTabSz="457200" eaLnBrk="1" fontAlgn="auto" hangingPunct="1">
              <a:spcBef>
                <a:spcPts val="0"/>
              </a:spcBef>
              <a:spcAft>
                <a:spcPts val="0"/>
              </a:spcAft>
            </a:pPr>
            <a:r>
              <a:rPr kumimoji="0" lang="zh-CN" altLang="en-US" sz="2000" b="1" kern="0" dirty="0">
                <a:solidFill>
                  <a:schemeClr val="lt1"/>
                </a:solidFill>
                <a:latin typeface="微软雅黑" panose="020B0503020204020204" charset="-122"/>
                <a:ea typeface="微软雅黑" panose="020B0503020204020204" charset="-122"/>
                <a:sym typeface="+mn-ea"/>
              </a:rPr>
              <a:t>阅读方法：看图说话</a:t>
            </a:r>
            <a:endParaRPr kumimoji="0" lang="zh-CN" altLang="en-US" sz="2000" b="1" kern="0" dirty="0">
              <a:solidFill>
                <a:schemeClr val="lt1"/>
              </a:solidFill>
              <a:latin typeface="微软雅黑" panose="020B0503020204020204" charset="-122"/>
              <a:ea typeface="微软雅黑" panose="020B0503020204020204" charset="-122"/>
            </a:endParaRPr>
          </a:p>
        </p:txBody>
      </p:sp>
      <p:sp>
        <p:nvSpPr>
          <p:cNvPr id="14" name="右大括号 13"/>
          <p:cNvSpPr/>
          <p:nvPr>
            <p:custDataLst>
              <p:tags r:id="rId8"/>
            </p:custDataLst>
          </p:nvPr>
        </p:nvSpPr>
        <p:spPr>
          <a:xfrm>
            <a:off x="4043363" y="3314700"/>
            <a:ext cx="288925" cy="719138"/>
          </a:xfrm>
          <a:prstGeom prst="rightBrace">
            <a:avLst>
              <a:gd name="adj1" fmla="val 8333"/>
              <a:gd name="adj2" fmla="val 63244"/>
            </a:avLst>
          </a:prstGeom>
          <a:noFill/>
          <a:ln w="28575" cap="flat" cmpd="sng" algn="ctr">
            <a:solidFill>
              <a:schemeClr val="accent1"/>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black"/>
              </a:solidFill>
              <a:latin typeface="微软雅黑" panose="020B0503020204020204" charset="-122"/>
              <a:ea typeface="微软雅黑" panose="020B0503020204020204" charset="-122"/>
            </a:endParaRPr>
          </a:p>
        </p:txBody>
      </p:sp>
      <p:sp>
        <p:nvSpPr>
          <p:cNvPr id="15" name="圆角矩形标注 15"/>
          <p:cNvSpPr/>
          <p:nvPr>
            <p:custDataLst>
              <p:tags r:id="rId9"/>
            </p:custDataLst>
          </p:nvPr>
        </p:nvSpPr>
        <p:spPr>
          <a:xfrm>
            <a:off x="4611688" y="4989513"/>
            <a:ext cx="4313237" cy="666750"/>
          </a:xfrm>
          <a:prstGeom prst="wedgeRoundRectCallout">
            <a:avLst>
              <a:gd name="adj1" fmla="val -67012"/>
              <a:gd name="adj2" fmla="val -100537"/>
              <a:gd name="adj3" fmla="val 16667"/>
            </a:avLst>
          </a:prstGeom>
          <a:solidFill>
            <a:schemeClr val="accent1"/>
          </a:solidFill>
          <a:ln w="12700" cap="flat" cmpd="sng" algn="ctr">
            <a:noFill/>
            <a:prstDash val="solid"/>
            <a:miter lim="800000"/>
          </a:ln>
          <a:effectLst/>
        </p:spPr>
        <p:txBody>
          <a:bodyPr anchor="ctr"/>
          <a:lstStyle/>
          <a:p>
            <a:pP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sym typeface="+mn-ea"/>
              </a:rPr>
              <a:t>简要的总结，</a:t>
            </a:r>
            <a:endParaRPr kumimoji="0" lang="en-US" altLang="zh-CN" sz="1800" kern="0" dirty="0">
              <a:solidFill>
                <a:srgbClr val="FFFFFF"/>
              </a:solidFill>
              <a:latin typeface="微软雅黑" panose="020B0503020204020204" charset="-122"/>
              <a:ea typeface="微软雅黑" panose="020B0503020204020204" charset="-122"/>
            </a:endParaRPr>
          </a:p>
          <a:p>
            <a:pP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sym typeface="+mn-ea"/>
              </a:rPr>
              <a:t>一般提炼了本文最有价值的东西</a:t>
            </a:r>
            <a:endParaRPr kumimoji="0" lang="zh-CN" altLang="en-US" sz="1800" kern="0" dirty="0">
              <a:solidFill>
                <a:srgbClr val="FFFFFF"/>
              </a:solidFill>
              <a:latin typeface="微软雅黑" panose="020B0503020204020204" charset="-122"/>
              <a:ea typeface="微软雅黑" panose="020B0503020204020204" charset="-122"/>
            </a:endParaRPr>
          </a:p>
        </p:txBody>
      </p:sp>
      <p:sp>
        <p:nvSpPr>
          <p:cNvPr id="2" name="Rectangle 2"/>
          <p:cNvSpPr>
            <a:spLocks noGrp="1" noChangeArrowheads="1"/>
          </p:cNvSpPr>
          <p:nvPr>
            <p:custDataLst>
              <p:tags r:id="rId10"/>
            </p:custDataLst>
          </p:nvPr>
        </p:nvSpPr>
        <p:spPr>
          <a:xfrm>
            <a:off x="1538605" y="44450"/>
            <a:ext cx="714184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48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linds(horizontal)">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ox(in)">
                                      <p:cBhvr>
                                        <p:cTn id="18" dur="2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8" presetClass="entr" presetSubtype="16"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diamond(in)">
                                      <p:cBhvr>
                                        <p:cTn id="23"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3" grpId="0" bldLvl="0" animBg="1"/>
      <p:bldP spid="15"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10244" name="矩形 3"/>
          <p:cNvSpPr>
            <a:spLocks noChangeArrowheads="1"/>
          </p:cNvSpPr>
          <p:nvPr/>
        </p:nvSpPr>
        <p:spPr bwMode="auto">
          <a:xfrm>
            <a:off x="827088" y="908050"/>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3.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如何看一篇论文</a:t>
            </a: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专利</a:t>
            </a:r>
          </a:p>
        </p:txBody>
      </p:sp>
      <p:sp>
        <p:nvSpPr>
          <p:cNvPr id="5" name="矩形 4"/>
          <p:cNvSpPr/>
          <p:nvPr>
            <p:custDataLst>
              <p:tags r:id="rId3"/>
            </p:custDataLst>
          </p:nvPr>
        </p:nvSpPr>
        <p:spPr>
          <a:xfrm>
            <a:off x="827088" y="1484313"/>
            <a:ext cx="720725" cy="5040312"/>
          </a:xfrm>
          <a:prstGeom prst="rect">
            <a:avLst/>
          </a:prstGeom>
          <a:solidFill>
            <a:schemeClr val="accent4">
              <a:lumMod val="50000"/>
            </a:schemeClr>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专利</a:t>
            </a:r>
          </a:p>
        </p:txBody>
      </p:sp>
      <p:sp>
        <p:nvSpPr>
          <p:cNvPr id="6" name="矩形 5"/>
          <p:cNvSpPr/>
          <p:nvPr>
            <p:custDataLst>
              <p:tags r:id="rId4"/>
            </p:custDataLst>
          </p:nvPr>
        </p:nvSpPr>
        <p:spPr>
          <a:xfrm>
            <a:off x="1692275" y="1484313"/>
            <a:ext cx="5132388" cy="3138170"/>
          </a:xfrm>
          <a:prstGeom prst="rect">
            <a:avLst/>
          </a:prstGeom>
        </p:spPr>
        <p:txBody>
          <a:bodyPr>
            <a:spAutoFit/>
          </a:bodyPr>
          <a:lstStyle/>
          <a:p>
            <a:pPr defTabSz="457200" eaLnBrk="1" fontAlgn="auto" hangingPunct="1">
              <a:spcBef>
                <a:spcPts val="0"/>
              </a:spcBef>
              <a:spcAft>
                <a:spcPts val="0"/>
              </a:spcAft>
            </a:pPr>
            <a:r>
              <a:rPr kumimoji="0" lang="zh-CN" altLang="en-US" sz="1800" dirty="0">
                <a:solidFill>
                  <a:schemeClr val="dk1"/>
                </a:solidFill>
                <a:latin typeface="微软雅黑" panose="020B0503020204020204" charset="-122"/>
                <a:ea typeface="微软雅黑" panose="020B0503020204020204" charset="-122"/>
              </a:rPr>
              <a:t>一个典型的专利提纲，都讲啥呢</a:t>
            </a:r>
            <a:endParaRPr kumimoji="0" lang="en-US" altLang="zh-CN" sz="1800" dirty="0">
              <a:solidFill>
                <a:schemeClr val="dk1"/>
              </a:solidFill>
              <a:latin typeface="微软雅黑" panose="020B0503020204020204" charset="-122"/>
              <a:ea typeface="微软雅黑" panose="020B0503020204020204" charset="-122"/>
            </a:endParaRPr>
          </a:p>
          <a:p>
            <a:pPr defTabSz="457200" eaLnBrk="1" fontAlgn="auto" hangingPunct="1">
              <a:spcBef>
                <a:spcPts val="0"/>
              </a:spcBef>
              <a:spcAft>
                <a:spcPts val="0"/>
              </a:spcAft>
            </a:pPr>
            <a:endParaRPr kumimoji="0" lang="en-US" altLang="zh-CN" sz="1800" dirty="0">
              <a:solidFill>
                <a:schemeClr val="dk1"/>
              </a:solidFill>
              <a:latin typeface="微软雅黑" panose="020B0503020204020204" charset="-122"/>
              <a:ea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rPr>
              <a:t>发明摘要</a:t>
            </a:r>
            <a:endParaRPr kumimoji="0" lang="en-US" altLang="zh-CN" sz="1800" dirty="0">
              <a:solidFill>
                <a:schemeClr val="dk1"/>
              </a:solidFill>
              <a:latin typeface="微软雅黑" panose="020B0503020204020204" charset="-122"/>
              <a:ea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1800" dirty="0">
              <a:solidFill>
                <a:schemeClr val="dk1"/>
              </a:solidFill>
              <a:latin typeface="微软雅黑" panose="020B0503020204020204" charset="-122"/>
              <a:ea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rPr>
              <a:t>权利要求书</a:t>
            </a:r>
            <a:endParaRPr kumimoji="0" lang="en-US" altLang="zh-CN" sz="1800" dirty="0">
              <a:solidFill>
                <a:schemeClr val="dk1"/>
              </a:solidFill>
              <a:latin typeface="微软雅黑" panose="020B0503020204020204" charset="-122"/>
              <a:ea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1800" dirty="0">
              <a:solidFill>
                <a:schemeClr val="dk1"/>
              </a:solidFill>
              <a:latin typeface="微软雅黑" panose="020B0503020204020204" charset="-122"/>
              <a:ea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rPr>
              <a:t>发明书具体内容</a:t>
            </a:r>
            <a:endParaRPr kumimoji="0" lang="en-US" altLang="zh-CN" sz="1800" dirty="0">
              <a:solidFill>
                <a:schemeClr val="dk1"/>
              </a:solidFill>
              <a:latin typeface="微软雅黑" panose="020B0503020204020204" charset="-122"/>
              <a:ea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1800" dirty="0">
              <a:solidFill>
                <a:schemeClr val="dk1"/>
              </a:solidFill>
              <a:latin typeface="微软雅黑" panose="020B0503020204020204" charset="-122"/>
              <a:ea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rPr>
              <a:t>实施案例举例。。。</a:t>
            </a:r>
            <a:endParaRPr kumimoji="0" lang="en-US" altLang="zh-CN" sz="1800" dirty="0">
              <a:solidFill>
                <a:schemeClr val="dk1"/>
              </a:solidFill>
              <a:latin typeface="微软雅黑" panose="020B0503020204020204" charset="-122"/>
              <a:ea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1800" dirty="0">
              <a:solidFill>
                <a:schemeClr val="dk1"/>
              </a:solidFill>
              <a:latin typeface="微软雅黑" panose="020B0503020204020204" charset="-122"/>
              <a:ea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rPr>
              <a:t>附图</a:t>
            </a:r>
          </a:p>
        </p:txBody>
      </p:sp>
      <p:pic>
        <p:nvPicPr>
          <p:cNvPr id="7" name="图片 6"/>
          <p:cNvPicPr>
            <a:picLocks noChangeAspect="1"/>
          </p:cNvPicPr>
          <p:nvPr>
            <p:custDataLst>
              <p:tags r:id="rId5"/>
            </p:custDataLst>
          </p:nvPr>
        </p:nvPicPr>
        <p:blipFill>
          <a:blip r:embed="rId8"/>
          <a:stretch>
            <a:fillRect/>
          </a:stretch>
        </p:blipFill>
        <p:spPr>
          <a:xfrm>
            <a:off x="4284663" y="2060575"/>
            <a:ext cx="4581525" cy="4338638"/>
          </a:xfrm>
          <a:prstGeom prst="rect">
            <a:avLst/>
          </a:prstGeom>
          <a:ln>
            <a:solidFill>
              <a:schemeClr val="lt1">
                <a:lumMod val="50000"/>
              </a:schemeClr>
            </a:solidFill>
          </a:ln>
        </p:spPr>
      </p:pic>
      <p:sp>
        <p:nvSpPr>
          <p:cNvPr id="4" name="Rectangle 2"/>
          <p:cNvSpPr>
            <a:spLocks noGrp="1" noChangeArrowheads="1"/>
          </p:cNvSpPr>
          <p:nvPr>
            <p:custDataLst>
              <p:tags r:id="rId6"/>
            </p:custDataLst>
          </p:nvPr>
        </p:nvSpPr>
        <p:spPr>
          <a:xfrm>
            <a:off x="1538605" y="44450"/>
            <a:ext cx="714184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48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p>
        </p:txBody>
      </p:sp>
    </p:spTree>
    <p:custDataLst>
      <p:tags r:id="rId1"/>
    </p:custDataLst>
    <p:extLst>
      <p:ext uri="{BB962C8B-B14F-4D97-AF65-F5344CB8AC3E}">
        <p14:creationId xmlns:p14="http://schemas.microsoft.com/office/powerpoint/2010/main" val="31685613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6"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9220" name="矩形 3"/>
          <p:cNvSpPr>
            <a:spLocks noChangeArrowheads="1"/>
          </p:cNvSpPr>
          <p:nvPr/>
        </p:nvSpPr>
        <p:spPr bwMode="auto">
          <a:xfrm>
            <a:off x="827088" y="908050"/>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3.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如何看一篇论文</a:t>
            </a: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专利</a:t>
            </a:r>
          </a:p>
        </p:txBody>
      </p:sp>
      <p:pic>
        <p:nvPicPr>
          <p:cNvPr id="9221" name="图片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10213" y="1381125"/>
            <a:ext cx="3570287"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矩形 16"/>
          <p:cNvSpPr/>
          <p:nvPr>
            <p:custDataLst>
              <p:tags r:id="rId3"/>
            </p:custDataLst>
          </p:nvPr>
        </p:nvSpPr>
        <p:spPr>
          <a:xfrm>
            <a:off x="900113" y="1371600"/>
            <a:ext cx="719137" cy="5049838"/>
          </a:xfrm>
          <a:prstGeom prst="rect">
            <a:avLst/>
          </a:prstGeom>
          <a:solidFill>
            <a:schemeClr val="accent1"/>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期刊论文</a:t>
            </a:r>
          </a:p>
        </p:txBody>
      </p:sp>
      <p:pic>
        <p:nvPicPr>
          <p:cNvPr id="9223" name="图片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92275" y="1381125"/>
            <a:ext cx="3730625"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矩形 18"/>
          <p:cNvSpPr/>
          <p:nvPr>
            <p:custDataLst>
              <p:tags r:id="rId4"/>
            </p:custDataLst>
          </p:nvPr>
        </p:nvSpPr>
        <p:spPr>
          <a:xfrm>
            <a:off x="1763713" y="2892425"/>
            <a:ext cx="1728787" cy="1638300"/>
          </a:xfrm>
          <a:prstGeom prst="rect">
            <a:avLst/>
          </a:prstGeom>
          <a:noFill/>
          <a:ln w="28575" cap="flat" cmpd="sng" algn="ctr">
            <a:solidFill>
              <a:schemeClr val="accent6">
                <a:lumMod val="60000"/>
                <a:lumOff val="40000"/>
              </a:schemeClr>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white"/>
              </a:solidFill>
              <a:latin typeface="微软雅黑" panose="020B0503020204020204" charset="-122"/>
              <a:ea typeface="微软雅黑" panose="020B0503020204020204" charset="-122"/>
            </a:endParaRPr>
          </a:p>
        </p:txBody>
      </p:sp>
      <p:sp>
        <p:nvSpPr>
          <p:cNvPr id="20" name="矩形 19"/>
          <p:cNvSpPr/>
          <p:nvPr>
            <p:custDataLst>
              <p:tags r:id="rId5"/>
            </p:custDataLst>
          </p:nvPr>
        </p:nvSpPr>
        <p:spPr>
          <a:xfrm>
            <a:off x="1763713" y="4621213"/>
            <a:ext cx="1728787" cy="1008062"/>
          </a:xfrm>
          <a:prstGeom prst="rect">
            <a:avLst/>
          </a:prstGeom>
          <a:noFill/>
          <a:ln w="28575" cap="flat" cmpd="sng" algn="ctr">
            <a:solidFill>
              <a:schemeClr val="accent1">
                <a:lumMod val="40000"/>
                <a:lumOff val="60000"/>
              </a:schemeClr>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white"/>
              </a:solidFill>
              <a:latin typeface="微软雅黑" panose="020B0503020204020204" charset="-122"/>
              <a:ea typeface="微软雅黑" panose="020B0503020204020204" charset="-122"/>
            </a:endParaRPr>
          </a:p>
        </p:txBody>
      </p:sp>
      <p:sp>
        <p:nvSpPr>
          <p:cNvPr id="21" name="矩形 20"/>
          <p:cNvSpPr/>
          <p:nvPr>
            <p:custDataLst>
              <p:tags r:id="rId6"/>
            </p:custDataLst>
          </p:nvPr>
        </p:nvSpPr>
        <p:spPr>
          <a:xfrm>
            <a:off x="3563938" y="2892425"/>
            <a:ext cx="1728787" cy="1873250"/>
          </a:xfrm>
          <a:prstGeom prst="rect">
            <a:avLst/>
          </a:prstGeom>
          <a:noFill/>
          <a:ln w="28575" cap="flat" cmpd="sng" algn="ctr">
            <a:solidFill>
              <a:schemeClr val="accent1">
                <a:lumMod val="40000"/>
                <a:lumOff val="60000"/>
              </a:schemeClr>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white"/>
              </a:solidFill>
              <a:latin typeface="微软雅黑" panose="020B0503020204020204" charset="-122"/>
              <a:ea typeface="微软雅黑" panose="020B0503020204020204" charset="-122"/>
            </a:endParaRPr>
          </a:p>
        </p:txBody>
      </p:sp>
      <p:sp>
        <p:nvSpPr>
          <p:cNvPr id="22" name="矩形 21"/>
          <p:cNvSpPr/>
          <p:nvPr/>
        </p:nvSpPr>
        <p:spPr>
          <a:xfrm>
            <a:off x="5567363" y="1554480"/>
            <a:ext cx="3441700" cy="2663825"/>
          </a:xfrm>
          <a:prstGeom prst="rect">
            <a:avLst/>
          </a:prstGeom>
          <a:noFill/>
          <a:ln w="28575" cap="flat" cmpd="sng" algn="ctr">
            <a:solidFill>
              <a:srgbClr val="FFC000"/>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srgbClr val="FFC000"/>
              </a:solidFill>
              <a:latin typeface="微软雅黑" panose="020B0503020204020204" charset="-122"/>
              <a:ea typeface="微软雅黑" panose="020B0503020204020204" charset="-122"/>
            </a:endParaRPr>
          </a:p>
        </p:txBody>
      </p:sp>
      <p:sp>
        <p:nvSpPr>
          <p:cNvPr id="23" name="矩形 22"/>
          <p:cNvSpPr/>
          <p:nvPr>
            <p:custDataLst>
              <p:tags r:id="rId7"/>
            </p:custDataLst>
          </p:nvPr>
        </p:nvSpPr>
        <p:spPr>
          <a:xfrm>
            <a:off x="7351713" y="4325938"/>
            <a:ext cx="1657350" cy="1016000"/>
          </a:xfrm>
          <a:prstGeom prst="rect">
            <a:avLst/>
          </a:prstGeom>
          <a:noFill/>
          <a:ln w="28575" cap="flat" cmpd="sng" algn="ctr">
            <a:solidFill>
              <a:schemeClr val="accent5">
                <a:lumMod val="75000"/>
              </a:schemeClr>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srgbClr val="FFC000"/>
              </a:solidFill>
              <a:latin typeface="微软雅黑" panose="020B0503020204020204" charset="-122"/>
              <a:ea typeface="微软雅黑" panose="020B0503020204020204" charset="-122"/>
            </a:endParaRPr>
          </a:p>
        </p:txBody>
      </p:sp>
      <p:sp>
        <p:nvSpPr>
          <p:cNvPr id="24" name="矩形 23"/>
          <p:cNvSpPr/>
          <p:nvPr>
            <p:custDataLst>
              <p:tags r:id="rId8"/>
            </p:custDataLst>
          </p:nvPr>
        </p:nvSpPr>
        <p:spPr>
          <a:xfrm>
            <a:off x="1763713" y="2892425"/>
            <a:ext cx="1491615" cy="275590"/>
          </a:xfrm>
          <a:prstGeom prst="rect">
            <a:avLst/>
          </a:prstGeom>
          <a:solidFill>
            <a:schemeClr val="accent2">
              <a:alpha val="76000"/>
            </a:schemeClr>
          </a:solidFill>
        </p:spPr>
        <p:txBody>
          <a:bodyPr wrap="none">
            <a:spAutoFit/>
          </a:bodyPr>
          <a:lstStyle/>
          <a:p>
            <a:pPr defTabSz="457200" eaLnBrk="1" fontAlgn="auto" hangingPunct="1">
              <a:spcBef>
                <a:spcPts val="0"/>
              </a:spcBef>
              <a:spcAft>
                <a:spcPts val="0"/>
              </a:spcAft>
            </a:pPr>
            <a:r>
              <a:rPr kumimoji="0" lang="zh-CN" altLang="en-US" sz="1200" kern="0" dirty="0">
                <a:solidFill>
                  <a:srgbClr val="FFFFFF"/>
                </a:solidFill>
                <a:latin typeface="微软雅黑" panose="020B0503020204020204" charset="-122"/>
                <a:ea typeface="微软雅黑" panose="020B0503020204020204" charset="-122"/>
                <a:cs typeface="微软雅黑" panose="020B0503020204020204" charset="-122"/>
              </a:rPr>
              <a:t>摘要一般只要</a:t>
            </a:r>
            <a:r>
              <a:rPr kumimoji="0" lang="en-US" altLang="zh-CN" sz="1200" kern="0" dirty="0">
                <a:solidFill>
                  <a:srgbClr val="FFFFFF"/>
                </a:solidFill>
                <a:latin typeface="微软雅黑" panose="020B0503020204020204" charset="-122"/>
                <a:ea typeface="微软雅黑" panose="020B0503020204020204" charset="-122"/>
                <a:cs typeface="微软雅黑" panose="020B0503020204020204" charset="-122"/>
              </a:rPr>
              <a:t>3</a:t>
            </a:r>
            <a:r>
              <a:rPr kumimoji="0" lang="zh-CN" altLang="en-US" sz="1200" kern="0" dirty="0">
                <a:solidFill>
                  <a:srgbClr val="FFFFFF"/>
                </a:solidFill>
                <a:latin typeface="微软雅黑" panose="020B0503020204020204" charset="-122"/>
                <a:ea typeface="微软雅黑" panose="020B0503020204020204" charset="-122"/>
                <a:cs typeface="微软雅黑" panose="020B0503020204020204" charset="-122"/>
              </a:rPr>
              <a:t>分钟</a:t>
            </a:r>
          </a:p>
        </p:txBody>
      </p:sp>
      <p:sp>
        <p:nvSpPr>
          <p:cNvPr id="25" name="矩形 24"/>
          <p:cNvSpPr/>
          <p:nvPr>
            <p:custDataLst>
              <p:tags r:id="rId9"/>
            </p:custDataLst>
          </p:nvPr>
        </p:nvSpPr>
        <p:spPr>
          <a:xfrm>
            <a:off x="3581400" y="4122738"/>
            <a:ext cx="1711325" cy="460375"/>
          </a:xfrm>
          <a:prstGeom prst="rect">
            <a:avLst/>
          </a:prstGeom>
          <a:solidFill>
            <a:schemeClr val="accent2">
              <a:alpha val="76000"/>
            </a:schemeClr>
          </a:solidFill>
        </p:spPr>
        <p:txBody>
          <a:bodyPr>
            <a:spAutoFit/>
          </a:bodyPr>
          <a:lstStyle/>
          <a:p>
            <a:pPr defTabSz="457200" eaLnBrk="1" fontAlgn="auto" hangingPunct="1">
              <a:spcBef>
                <a:spcPts val="0"/>
              </a:spcBef>
              <a:spcAft>
                <a:spcPts val="0"/>
              </a:spcAft>
            </a:pPr>
            <a:r>
              <a:rPr kumimoji="0" lang="zh-CN" altLang="en-US" sz="1200" kern="0" dirty="0">
                <a:solidFill>
                  <a:srgbClr val="FFFFFF"/>
                </a:solidFill>
                <a:latin typeface="微软雅黑" panose="020B0503020204020204" charset="-122"/>
                <a:ea typeface="微软雅黑" panose="020B0503020204020204" charset="-122"/>
                <a:cs typeface="微软雅黑" panose="020B0503020204020204" charset="-122"/>
              </a:rPr>
              <a:t>引言快扫，一般只要</a:t>
            </a:r>
            <a:r>
              <a:rPr kumimoji="0" lang="en-US" altLang="zh-CN" sz="1200" kern="0" dirty="0">
                <a:solidFill>
                  <a:srgbClr val="FFFFFF"/>
                </a:solidFill>
                <a:latin typeface="微软雅黑" panose="020B0503020204020204" charset="-122"/>
                <a:ea typeface="微软雅黑" panose="020B0503020204020204" charset="-122"/>
                <a:cs typeface="微软雅黑" panose="020B0503020204020204" charset="-122"/>
              </a:rPr>
              <a:t>10</a:t>
            </a:r>
            <a:r>
              <a:rPr kumimoji="0" lang="zh-CN" altLang="en-US" sz="1200" kern="0" dirty="0">
                <a:solidFill>
                  <a:srgbClr val="FFFFFF"/>
                </a:solidFill>
                <a:latin typeface="微软雅黑" panose="020B0503020204020204" charset="-122"/>
                <a:ea typeface="微软雅黑" panose="020B0503020204020204" charset="-122"/>
                <a:cs typeface="微软雅黑" panose="020B0503020204020204" charset="-122"/>
              </a:rPr>
              <a:t>分钟</a:t>
            </a:r>
          </a:p>
        </p:txBody>
      </p:sp>
      <p:sp>
        <p:nvSpPr>
          <p:cNvPr id="26" name="矩形 25"/>
          <p:cNvSpPr/>
          <p:nvPr>
            <p:custDataLst>
              <p:tags r:id="rId10"/>
            </p:custDataLst>
          </p:nvPr>
        </p:nvSpPr>
        <p:spPr>
          <a:xfrm>
            <a:off x="7297738" y="3756025"/>
            <a:ext cx="1711325" cy="460375"/>
          </a:xfrm>
          <a:prstGeom prst="rect">
            <a:avLst/>
          </a:prstGeom>
          <a:solidFill>
            <a:schemeClr val="accent2">
              <a:alpha val="76000"/>
            </a:schemeClr>
          </a:solidFill>
        </p:spPr>
        <p:txBody>
          <a:bodyPr>
            <a:spAutoFit/>
          </a:bodyPr>
          <a:lstStyle/>
          <a:p>
            <a:pPr defTabSz="457200" eaLnBrk="1" fontAlgn="auto" hangingPunct="1">
              <a:spcBef>
                <a:spcPts val="0"/>
              </a:spcBef>
              <a:spcAft>
                <a:spcPts val="0"/>
              </a:spcAft>
            </a:pPr>
            <a:r>
              <a:rPr kumimoji="0" lang="zh-CN" altLang="en-US" sz="1200" kern="0" dirty="0">
                <a:solidFill>
                  <a:srgbClr val="FFFFFF"/>
                </a:solidFill>
                <a:latin typeface="微软雅黑" panose="020B0503020204020204" charset="-122"/>
                <a:ea typeface="微软雅黑" panose="020B0503020204020204" charset="-122"/>
              </a:rPr>
              <a:t>先看图，找逻辑</a:t>
            </a:r>
            <a:endParaRPr kumimoji="0" lang="en-US" altLang="zh-CN" sz="1200" kern="0" dirty="0">
              <a:solidFill>
                <a:srgbClr val="FFFFFF"/>
              </a:solidFill>
              <a:latin typeface="微软雅黑" panose="020B0503020204020204" charset="-122"/>
              <a:ea typeface="微软雅黑" panose="020B0503020204020204" charset="-122"/>
            </a:endParaRPr>
          </a:p>
          <a:p>
            <a:pPr defTabSz="457200" eaLnBrk="1" fontAlgn="auto" hangingPunct="1">
              <a:spcBef>
                <a:spcPts val="0"/>
              </a:spcBef>
              <a:spcAft>
                <a:spcPts val="0"/>
              </a:spcAft>
            </a:pPr>
            <a:r>
              <a:rPr kumimoji="0" lang="zh-CN" altLang="en-US" sz="1200" kern="0" dirty="0">
                <a:solidFill>
                  <a:srgbClr val="FFFFFF"/>
                </a:solidFill>
                <a:latin typeface="微软雅黑" panose="020B0503020204020204" charset="-122"/>
                <a:ea typeface="微软雅黑" panose="020B0503020204020204" charset="-122"/>
              </a:rPr>
              <a:t>能极大提升效率</a:t>
            </a:r>
          </a:p>
        </p:txBody>
      </p:sp>
      <p:sp>
        <p:nvSpPr>
          <p:cNvPr id="27" name="矩形 26"/>
          <p:cNvSpPr/>
          <p:nvPr>
            <p:custDataLst>
              <p:tags r:id="rId11"/>
            </p:custDataLst>
          </p:nvPr>
        </p:nvSpPr>
        <p:spPr>
          <a:xfrm>
            <a:off x="7351713" y="5383213"/>
            <a:ext cx="1711325" cy="460375"/>
          </a:xfrm>
          <a:prstGeom prst="rect">
            <a:avLst/>
          </a:prstGeom>
          <a:solidFill>
            <a:schemeClr val="accent2">
              <a:alpha val="76000"/>
            </a:schemeClr>
          </a:solidFill>
        </p:spPr>
        <p:txBody>
          <a:bodyPr>
            <a:spAutoFit/>
          </a:bodyPr>
          <a:lstStyle/>
          <a:p>
            <a:pPr defTabSz="457200" eaLnBrk="1" fontAlgn="auto" hangingPunct="1">
              <a:spcBef>
                <a:spcPts val="0"/>
              </a:spcBef>
              <a:spcAft>
                <a:spcPts val="0"/>
              </a:spcAft>
            </a:pPr>
            <a:r>
              <a:rPr kumimoji="0" lang="zh-CN" altLang="en-US" sz="1200" kern="0" dirty="0">
                <a:solidFill>
                  <a:srgbClr val="FFFFFF"/>
                </a:solidFill>
                <a:latin typeface="微软雅黑" panose="020B0503020204020204" charset="-122"/>
                <a:ea typeface="微软雅黑" panose="020B0503020204020204" charset="-122"/>
              </a:rPr>
              <a:t>记住结论</a:t>
            </a:r>
            <a:endParaRPr kumimoji="0" lang="en-US" altLang="zh-CN" sz="1200" kern="0" dirty="0">
              <a:solidFill>
                <a:srgbClr val="FFFFFF"/>
              </a:solidFill>
              <a:latin typeface="微软雅黑" panose="020B0503020204020204" charset="-122"/>
              <a:ea typeface="微软雅黑" panose="020B0503020204020204" charset="-122"/>
            </a:endParaRPr>
          </a:p>
          <a:p>
            <a:pPr defTabSz="457200" eaLnBrk="1" fontAlgn="auto" hangingPunct="1">
              <a:spcBef>
                <a:spcPts val="0"/>
              </a:spcBef>
              <a:spcAft>
                <a:spcPts val="0"/>
              </a:spcAft>
            </a:pPr>
            <a:r>
              <a:rPr kumimoji="0" lang="zh-CN" altLang="en-US" sz="1200" kern="0" dirty="0">
                <a:solidFill>
                  <a:srgbClr val="FFFFFF"/>
                </a:solidFill>
                <a:latin typeface="微软雅黑" panose="020B0503020204020204" charset="-122"/>
                <a:ea typeface="微软雅黑" panose="020B0503020204020204" charset="-122"/>
              </a:rPr>
              <a:t>可以加深印象</a:t>
            </a:r>
          </a:p>
        </p:txBody>
      </p:sp>
      <p:sp>
        <p:nvSpPr>
          <p:cNvPr id="2" name="Rectangle 2"/>
          <p:cNvSpPr>
            <a:spLocks noGrp="1" noChangeArrowheads="1"/>
          </p:cNvSpPr>
          <p:nvPr>
            <p:custDataLst>
              <p:tags r:id="rId12"/>
            </p:custDataLst>
          </p:nvPr>
        </p:nvSpPr>
        <p:spPr>
          <a:xfrm>
            <a:off x="1538605" y="44450"/>
            <a:ext cx="714184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48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ox(in)">
                                      <p:cBhvr>
                                        <p:cTn id="7" dur="2000"/>
                                        <p:tgtEl>
                                          <p:spTgt spid="24"/>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box(in)">
                                      <p:cBhvr>
                                        <p:cTn id="10" dur="20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blinds(horizontal)">
                                      <p:cBhvr>
                                        <p:cTn id="15" dur="500"/>
                                        <p:tgtEl>
                                          <p:spTgt spid="20"/>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blinds(horizontal)">
                                      <p:cBhvr>
                                        <p:cTn id="18" dur="500"/>
                                        <p:tgtEl>
                                          <p:spTgt spid="25"/>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blinds(horizontal)">
                                      <p:cBhvr>
                                        <p:cTn id="21" dur="500"/>
                                        <p:tgtEl>
                                          <p:spTgt spid="21"/>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checkerboard(across)">
                                      <p:cBhvr>
                                        <p:cTn id="26" dur="500"/>
                                        <p:tgtEl>
                                          <p:spTgt spid="22"/>
                                        </p:tgtEl>
                                      </p:cBhvr>
                                    </p:animEffect>
                                  </p:childTnLst>
                                </p:cTn>
                              </p:par>
                              <p:par>
                                <p:cTn id="27" presetID="5" presetClass="entr" presetSubtype="1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checkerboard(across)">
                                      <p:cBhvr>
                                        <p:cTn id="29" dur="5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box(in)">
                                      <p:cBhvr>
                                        <p:cTn id="34" dur="2000"/>
                                        <p:tgtEl>
                                          <p:spTgt spid="23"/>
                                        </p:tgtEl>
                                      </p:cBhvr>
                                    </p:animEffect>
                                  </p:childTnLst>
                                </p:cTn>
                              </p:par>
                              <p:par>
                                <p:cTn id="35" presetID="4" presetClass="entr" presetSubtype="16"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box(in)">
                                      <p:cBhvr>
                                        <p:cTn id="37"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P spid="20" grpId="0" bldLvl="0" animBg="1"/>
      <p:bldP spid="21" grpId="0" bldLvl="0" animBg="1"/>
      <p:bldP spid="22" grpId="0" bldLvl="0" animBg="1"/>
      <p:bldP spid="23" grpId="0" bldLvl="0" animBg="1"/>
      <p:bldP spid="24" grpId="0" bldLvl="0" animBg="1"/>
      <p:bldP spid="25" grpId="0" bldLvl="0" animBg="1"/>
      <p:bldP spid="26" grpId="0" bldLvl="0" animBg="1"/>
      <p:bldP spid="27"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3" name="内容占位符 2"/>
          <p:cNvSpPr>
            <a:spLocks noGrp="1"/>
          </p:cNvSpPr>
          <p:nvPr>
            <p:ph sz="half" idx="4294967295"/>
            <p:custDataLst>
              <p:tags r:id="rId3"/>
            </p:custDataLst>
          </p:nvPr>
        </p:nvSpPr>
        <p:spPr>
          <a:xfrm>
            <a:off x="537845" y="905510"/>
            <a:ext cx="4262755" cy="4961890"/>
          </a:xfrm>
        </p:spPr>
        <p:txBody>
          <a:bodyPr/>
          <a:lstStyle/>
          <a:p>
            <a:endParaRPr lang="zh-CN" altLang="en-US" sz="2400">
              <a:solidFill>
                <a:schemeClr val="dk1">
                  <a:lumMod val="75000"/>
                  <a:lumOff val="25000"/>
                </a:schemeClr>
              </a:solidFill>
              <a:latin typeface="微软雅黑" panose="020B0503020204020204" charset="-122"/>
              <a:ea typeface="微软雅黑" panose="020B0503020204020204" charset="-122"/>
            </a:endParaRPr>
          </a:p>
          <a:p>
            <a:endParaRPr lang="zh-CN" altLang="en-US" sz="2400">
              <a:solidFill>
                <a:schemeClr val="dk1">
                  <a:lumMod val="75000"/>
                  <a:lumOff val="25000"/>
                </a:schemeClr>
              </a:solidFill>
              <a:latin typeface="微软雅黑" panose="020B0503020204020204" charset="-122"/>
              <a:ea typeface="微软雅黑" panose="020B0503020204020204" charset="-122"/>
            </a:endParaRPr>
          </a:p>
        </p:txBody>
      </p:sp>
      <p:sp>
        <p:nvSpPr>
          <p:cNvPr id="2" name="标题 1"/>
          <p:cNvSpPr>
            <a:spLocks noGrp="1"/>
          </p:cNvSpPr>
          <p:nvPr>
            <p:custDataLst>
              <p:tags r:id="rId4"/>
            </p:custDataLst>
          </p:nvPr>
        </p:nvSpPr>
        <p:spPr>
          <a:xfrm>
            <a:off x="1200150" y="20638"/>
            <a:ext cx="7943850" cy="815975"/>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a:solidFill>
                  <a:schemeClr val="dk2">
                    <a:lumMod val="25000"/>
                  </a:schemeClr>
                </a:solidFill>
                <a:latin typeface="微软雅黑" panose="020B0503020204020204" charset="-122"/>
                <a:ea typeface="微软雅黑" panose="020B0503020204020204" charset="-122"/>
              </a:rPr>
              <a:t>课堂练习</a:t>
            </a:r>
            <a:r>
              <a:rPr lang="en-US" altLang="zh-CN">
                <a:solidFill>
                  <a:schemeClr val="dk2">
                    <a:lumMod val="25000"/>
                  </a:schemeClr>
                </a:solidFill>
                <a:latin typeface="微软雅黑" panose="020B0503020204020204" charset="-122"/>
                <a:ea typeface="微软雅黑" panose="020B0503020204020204" charset="-122"/>
              </a:rPr>
              <a:t>1</a:t>
            </a:r>
            <a:r>
              <a:rPr lang="zh-CN" altLang="en-US">
                <a:solidFill>
                  <a:schemeClr val="dk2">
                    <a:lumMod val="25000"/>
                  </a:schemeClr>
                </a:solidFill>
                <a:latin typeface="微软雅黑" panose="020B0503020204020204" charset="-122"/>
                <a:ea typeface="微软雅黑" panose="020B0503020204020204" charset="-122"/>
              </a:rPr>
              <a:t>：</a:t>
            </a:r>
            <a:r>
              <a:rPr lang="zh-CN" altLang="en-US">
                <a:solidFill>
                  <a:schemeClr val="dk1">
                    <a:lumMod val="75000"/>
                    <a:lumOff val="25000"/>
                  </a:schemeClr>
                </a:solidFill>
                <a:latin typeface="微软雅黑" panose="020B0503020204020204" charset="-122"/>
                <a:ea typeface="微软雅黑" panose="020B0503020204020204" charset="-122"/>
                <a:sym typeface="+mn-ea"/>
              </a:rPr>
              <a:t>阅读分析</a:t>
            </a:r>
            <a:endParaRPr lang="zh-CN" altLang="en-US">
              <a:solidFill>
                <a:schemeClr val="dk2">
                  <a:lumMod val="25000"/>
                </a:schemeClr>
              </a:solidFill>
              <a:latin typeface="微软雅黑" panose="020B0503020204020204" charset="-122"/>
              <a:ea typeface="微软雅黑" panose="020B0503020204020204" charset="-122"/>
            </a:endParaRPr>
          </a:p>
        </p:txBody>
      </p:sp>
      <p:sp>
        <p:nvSpPr>
          <p:cNvPr id="5" name="灯片编号占位符 4"/>
          <p:cNvSpPr>
            <a:spLocks noGrp="1"/>
          </p:cNvSpPr>
          <p:nvPr>
            <p:custDataLst>
              <p:tags r:id="rId5"/>
            </p:custDataLst>
          </p:nvPr>
        </p:nvSpPr>
        <p:spPr>
          <a:xfrm>
            <a:off x="7131050" y="6381750"/>
            <a:ext cx="1905000" cy="457200"/>
          </a:xfrm>
          <a:prstGeom prst="rect">
            <a:avLst/>
          </a:prstGeom>
          <a:noFill/>
          <a:ln w="9525">
            <a:noFill/>
            <a:miter lim="800000"/>
          </a:ln>
          <a:effectLst/>
        </p:spPr>
        <p:txBody>
          <a:bodyPr vert="horz" wrap="square" lIns="91440" tIns="45720" rIns="91440" bIns="45720" numCol="1" anchor="t" anchorCtr="0" compatLnSpc="1"/>
          <a:lstStyle>
            <a:defPPr>
              <a:defRPr lang="zh-CN"/>
            </a:defPPr>
            <a:lvl1pPr marL="0" algn="r" defTabSz="914400" rtl="0" eaLnBrk="1" latinLnBrk="0" hangingPunct="1">
              <a:defRPr kumimoji="0"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0"/>
              </a:spcAft>
            </a:pPr>
            <a:fld id="{5CBBD23F-9B29-440D-B579-84D3B0F72E85}" type="slidenum">
              <a:rPr lang="en-US" altLang="zh-CN">
                <a:solidFill>
                  <a:schemeClr val="dk1"/>
                </a:solidFill>
                <a:latin typeface="微软雅黑" panose="020B0503020204020204" charset="-122"/>
                <a:ea typeface="微软雅黑" panose="020B0503020204020204" charset="-122"/>
              </a:rPr>
              <a:t>42</a:t>
            </a:fld>
            <a:endParaRPr lang="en-US" altLang="zh-CN">
              <a:solidFill>
                <a:schemeClr val="dk1"/>
              </a:solidFill>
              <a:latin typeface="微软雅黑" panose="020B0503020204020204" charset="-122"/>
              <a:ea typeface="微软雅黑" panose="020B0503020204020204" charset="-122"/>
            </a:endParaRPr>
          </a:p>
        </p:txBody>
      </p:sp>
      <p:pic>
        <p:nvPicPr>
          <p:cNvPr id="9" name="图片 8"/>
          <p:cNvPicPr>
            <a:picLocks noChangeAspect="1"/>
          </p:cNvPicPr>
          <p:nvPr>
            <p:custDataLst>
              <p:tags r:id="rId6"/>
            </p:custDataLst>
          </p:nvPr>
        </p:nvPicPr>
        <p:blipFill>
          <a:blip r:embed="rId9"/>
          <a:stretch>
            <a:fillRect/>
          </a:stretch>
        </p:blipFill>
        <p:spPr>
          <a:xfrm>
            <a:off x="107315" y="904875"/>
            <a:ext cx="4426050" cy="5871600"/>
          </a:xfrm>
          <a:prstGeom prst="rect">
            <a:avLst/>
          </a:prstGeom>
          <a:ln>
            <a:solidFill>
              <a:schemeClr val="accent1"/>
            </a:solidFill>
          </a:ln>
        </p:spPr>
      </p:pic>
      <p:pic>
        <p:nvPicPr>
          <p:cNvPr id="10" name="图片 9"/>
          <p:cNvPicPr>
            <a:picLocks noChangeAspect="1"/>
          </p:cNvPicPr>
          <p:nvPr>
            <p:custDataLst>
              <p:tags r:id="rId7"/>
            </p:custDataLst>
          </p:nvPr>
        </p:nvPicPr>
        <p:blipFill>
          <a:blip r:embed="rId10"/>
          <a:stretch>
            <a:fillRect/>
          </a:stretch>
        </p:blipFill>
        <p:spPr>
          <a:xfrm>
            <a:off x="4602480" y="905510"/>
            <a:ext cx="4433570" cy="5871210"/>
          </a:xfrm>
          <a:prstGeom prst="rect">
            <a:avLst/>
          </a:prstGeom>
          <a:ln>
            <a:solidFill>
              <a:schemeClr val="accent1"/>
            </a:solidFill>
          </a:ln>
        </p:spPr>
      </p:pic>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4"/>
          <a:stretch>
            <a:fillRect/>
          </a:stretch>
        </p:blipFill>
        <p:spPr>
          <a:xfrm>
            <a:off x="323850" y="404495"/>
            <a:ext cx="4394695" cy="5871600"/>
          </a:xfrm>
          <a:prstGeom prst="rect">
            <a:avLst/>
          </a:prstGeom>
          <a:ln>
            <a:solidFill>
              <a:schemeClr val="accent1"/>
            </a:solidFill>
          </a:ln>
        </p:spPr>
      </p:pic>
      <p:pic>
        <p:nvPicPr>
          <p:cNvPr id="3" name="图片 2"/>
          <p:cNvPicPr>
            <a:picLocks noChangeAspect="1"/>
          </p:cNvPicPr>
          <p:nvPr>
            <p:custDataLst>
              <p:tags r:id="rId2"/>
            </p:custDataLst>
          </p:nvPr>
        </p:nvPicPr>
        <p:blipFill>
          <a:blip r:embed="rId5"/>
          <a:stretch>
            <a:fillRect/>
          </a:stretch>
        </p:blipFill>
        <p:spPr>
          <a:xfrm>
            <a:off x="4787900" y="404495"/>
            <a:ext cx="4251848" cy="5871600"/>
          </a:xfrm>
          <a:prstGeom prst="rect">
            <a:avLst/>
          </a:prstGeom>
          <a:ln>
            <a:solidFill>
              <a:schemeClr val="accent1"/>
            </a:solid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4"/>
          <a:stretch>
            <a:fillRect/>
          </a:stretch>
        </p:blipFill>
        <p:spPr>
          <a:xfrm>
            <a:off x="176530" y="260985"/>
            <a:ext cx="4194503" cy="5871600"/>
          </a:xfrm>
          <a:prstGeom prst="rect">
            <a:avLst/>
          </a:prstGeom>
          <a:ln>
            <a:solidFill>
              <a:schemeClr val="accent1"/>
            </a:solidFill>
          </a:ln>
        </p:spPr>
      </p:pic>
      <p:pic>
        <p:nvPicPr>
          <p:cNvPr id="3" name="图片 2"/>
          <p:cNvPicPr>
            <a:picLocks noChangeAspect="1"/>
          </p:cNvPicPr>
          <p:nvPr>
            <p:custDataLst>
              <p:tags r:id="rId2"/>
            </p:custDataLst>
          </p:nvPr>
        </p:nvPicPr>
        <p:blipFill>
          <a:blip r:embed="rId5"/>
          <a:stretch>
            <a:fillRect/>
          </a:stretch>
        </p:blipFill>
        <p:spPr>
          <a:xfrm>
            <a:off x="4572000" y="260985"/>
            <a:ext cx="4258268" cy="5871600"/>
          </a:xfrm>
          <a:prstGeom prst="rect">
            <a:avLst/>
          </a:prstGeom>
          <a:ln>
            <a:solidFill>
              <a:schemeClr val="accent1"/>
            </a:solid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4"/>
          <a:stretch>
            <a:fillRect/>
          </a:stretch>
        </p:blipFill>
        <p:spPr>
          <a:xfrm>
            <a:off x="107950" y="332740"/>
            <a:ext cx="4258439" cy="5871600"/>
          </a:xfrm>
          <a:prstGeom prst="rect">
            <a:avLst/>
          </a:prstGeom>
          <a:ln>
            <a:solidFill>
              <a:schemeClr val="accent1"/>
            </a:solidFill>
          </a:ln>
        </p:spPr>
      </p:pic>
      <p:pic>
        <p:nvPicPr>
          <p:cNvPr id="3" name="图片 2"/>
          <p:cNvPicPr>
            <a:picLocks noChangeAspect="1"/>
          </p:cNvPicPr>
          <p:nvPr>
            <p:custDataLst>
              <p:tags r:id="rId2"/>
            </p:custDataLst>
          </p:nvPr>
        </p:nvPicPr>
        <p:blipFill>
          <a:blip r:embed="rId5"/>
          <a:stretch>
            <a:fillRect/>
          </a:stretch>
        </p:blipFill>
        <p:spPr>
          <a:xfrm>
            <a:off x="4500245" y="332740"/>
            <a:ext cx="4206061" cy="5871600"/>
          </a:xfrm>
          <a:prstGeom prst="rect">
            <a:avLst/>
          </a:prstGeom>
          <a:ln>
            <a:solidFill>
              <a:schemeClr val="accent1"/>
            </a:solid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spcAft>
                <a:spcPts val="0"/>
              </a:spcAft>
            </a:pPr>
            <a:r>
              <a:rPr lang="zh-CN" altLang="en-US"/>
              <a:t>我们能学到什么？</a:t>
            </a:r>
          </a:p>
        </p:txBody>
      </p:sp>
      <p:sp>
        <p:nvSpPr>
          <p:cNvPr id="4" name="内容占位符 3"/>
          <p:cNvSpPr>
            <a:spLocks noGrp="1"/>
          </p:cNvSpPr>
          <p:nvPr>
            <p:ph idx="1"/>
          </p:nvPr>
        </p:nvSpPr>
        <p:spPr/>
        <p:txBody>
          <a:bodyPr/>
          <a:lstStyle/>
          <a:p>
            <a:r>
              <a:rPr lang="zh-CN" altLang="en-US" dirty="0"/>
              <a:t>综述特点</a:t>
            </a:r>
          </a:p>
          <a:p>
            <a:r>
              <a:rPr lang="zh-CN" altLang="en-US" dirty="0"/>
              <a:t>写作风格</a:t>
            </a:r>
          </a:p>
          <a:p>
            <a:r>
              <a:rPr lang="zh-CN" altLang="en-US" dirty="0"/>
              <a:t>写作逻辑</a:t>
            </a:r>
          </a:p>
          <a:p>
            <a:r>
              <a:rPr lang="zh-CN" altLang="en-US" dirty="0"/>
              <a:t>绘图说明</a:t>
            </a:r>
          </a:p>
          <a:p>
            <a:r>
              <a:rPr lang="zh-CN" altLang="en-US" dirty="0"/>
              <a:t>文献选取</a:t>
            </a:r>
          </a:p>
          <a:p>
            <a:endParaRPr lang="zh-CN" altLang="en-US" dirty="0"/>
          </a:p>
        </p:txBody>
      </p:sp>
      <p:pic>
        <p:nvPicPr>
          <p:cNvPr id="2" name="图片 1"/>
          <p:cNvPicPr>
            <a:picLocks noChangeAspect="1"/>
          </p:cNvPicPr>
          <p:nvPr>
            <p:custDataLst>
              <p:tags r:id="rId1"/>
            </p:custDataLst>
          </p:nvPr>
        </p:nvPicPr>
        <p:blipFill>
          <a:blip r:embed="rId3"/>
          <a:stretch>
            <a:fillRect/>
          </a:stretch>
        </p:blipFill>
        <p:spPr>
          <a:xfrm>
            <a:off x="4356100" y="908685"/>
            <a:ext cx="4416413" cy="5886000"/>
          </a:xfrm>
          <a:prstGeom prst="rect">
            <a:avLst/>
          </a:prstGeom>
          <a:ln>
            <a:solidFill>
              <a:schemeClr val="accent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C152C17D-DF45-0EEB-8D00-FB6021CEEE8C}"/>
              </a:ext>
            </a:extLst>
          </p:cNvPr>
          <p:cNvSpPr/>
          <p:nvPr>
            <p:custDataLst>
              <p:tags r:id="rId2"/>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6" name="文本框 5">
            <a:extLst>
              <a:ext uri="{FF2B5EF4-FFF2-40B4-BE49-F238E27FC236}">
                <a16:creationId xmlns:a16="http://schemas.microsoft.com/office/drawing/2014/main" id="{0F2198C0-AFD0-5BAD-4E46-11D841C950E1}"/>
              </a:ext>
            </a:extLst>
          </p:cNvPr>
          <p:cNvSpPr txBox="1"/>
          <p:nvPr>
            <p:custDataLst>
              <p:tags r:id="rId3"/>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你认为这篇综述是什么结构？</a:t>
            </a:r>
          </a:p>
        </p:txBody>
      </p:sp>
      <p:sp>
        <p:nvSpPr>
          <p:cNvPr id="7" name="矩形: 圆角 6">
            <a:extLst>
              <a:ext uri="{FF2B5EF4-FFF2-40B4-BE49-F238E27FC236}">
                <a16:creationId xmlns:a16="http://schemas.microsoft.com/office/drawing/2014/main" id="{2F5C0FAF-F0CC-6691-14EB-FA898012C5E7}"/>
              </a:ext>
            </a:extLst>
          </p:cNvPr>
          <p:cNvSpPr/>
          <p:nvPr>
            <p:custDataLst>
              <p:tags r:id="rId4"/>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8" name="文本框 17">
            <a:extLst>
              <a:ext uri="{FF2B5EF4-FFF2-40B4-BE49-F238E27FC236}">
                <a16:creationId xmlns:a16="http://schemas.microsoft.com/office/drawing/2014/main" id="{4FACF96E-E4E2-89BB-E9A6-328AB234936B}"/>
              </a:ext>
            </a:extLst>
          </p:cNvPr>
          <p:cNvSpPr txBox="1"/>
          <p:nvPr>
            <p:custDataLst>
              <p:tags r:id="rId5"/>
            </p:custDataLst>
          </p:nvPr>
        </p:nvSpPr>
        <p:spPr>
          <a:xfrm>
            <a:off x="9613900" y="6896219"/>
            <a:ext cx="3662680" cy="461665"/>
          </a:xfrm>
          <a:prstGeom prst="rect">
            <a:avLst/>
          </a:prstGeom>
          <a:solidFill>
            <a:srgbClr val="FBFAEF"/>
          </a:solidFill>
          <a:ln w="12700">
            <a:noFill/>
          </a:ln>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a:t>
            </a:r>
          </a:p>
        </p:txBody>
      </p:sp>
      <p:sp>
        <p:nvSpPr>
          <p:cNvPr id="19" name="文本框 18">
            <a:extLst>
              <a:ext uri="{FF2B5EF4-FFF2-40B4-BE49-F238E27FC236}">
                <a16:creationId xmlns:a16="http://schemas.microsoft.com/office/drawing/2014/main" id="{37F13FC2-45D2-1C88-AF0B-9CFD7DA576A6}"/>
              </a:ext>
            </a:extLst>
          </p:cNvPr>
          <p:cNvSpPr txBox="1"/>
          <p:nvPr>
            <p:custDataLst>
              <p:tags r:id="rId6"/>
            </p:custDataLst>
          </p:nvPr>
        </p:nvSpPr>
        <p:spPr>
          <a:xfrm>
            <a:off x="9779000" y="635000"/>
            <a:ext cx="3332480" cy="5588000"/>
          </a:xfrm>
          <a:prstGeom prst="rect">
            <a:avLst/>
          </a:prstGeom>
          <a:noFill/>
        </p:spPr>
        <p:txBody>
          <a:bodyPr vert="horz" rtlCol="0" anchor="t" anchorCtr="0">
            <a:spAutoFit/>
          </a:bodyPr>
          <a:lstStyle/>
          <a:p>
            <a:r>
              <a:rPr lang="en-US" altLang="zh-CN" sz="1050" b="1" dirty="0"/>
              <a:t>1. </a:t>
            </a:r>
            <a:r>
              <a:rPr lang="zh-CN" altLang="en-US" sz="1050" b="1" dirty="0"/>
              <a:t>总：概述与引言 </a:t>
            </a:r>
            <a:r>
              <a:rPr lang="en-US" altLang="zh-CN" sz="1050" b="1" dirty="0"/>
              <a:t>(</a:t>
            </a:r>
            <a:r>
              <a:rPr lang="zh-CN" altLang="en-US" sz="1050" b="1" dirty="0"/>
              <a:t>第一部分</a:t>
            </a:r>
            <a:r>
              <a:rPr lang="en-US" altLang="zh-CN" sz="1050" b="1" dirty="0"/>
              <a:t>)</a:t>
            </a:r>
          </a:p>
          <a:p>
            <a:r>
              <a:rPr lang="zh-CN" altLang="en-US" sz="1050" b="1" dirty="0"/>
              <a:t>内容</a:t>
            </a:r>
            <a:r>
              <a:rPr lang="zh-CN" altLang="en-US" sz="1050" dirty="0"/>
              <a:t>：文章开篇高屋建瓴，首先定义了“深度学习”的概念，并强调了其在人工智能领域引起的革命性影响。它没有直接深入技术细节，而是从宏观角度阐述了深度学习的核心思想（学习特征的层次结构）和其广泛应用（语音、视觉、自然语言处理等），为全文奠定了基调。</a:t>
            </a:r>
          </a:p>
          <a:p>
            <a:r>
              <a:rPr lang="zh-CN" altLang="en-US" sz="1050" b="1" dirty="0"/>
              <a:t>作用</a:t>
            </a:r>
            <a:r>
              <a:rPr lang="zh-CN" altLang="en-US" sz="1050" dirty="0"/>
              <a:t>：这是典型的“总述”，旨在让读者（包括非专业领域的</a:t>
            </a:r>
            <a:r>
              <a:rPr lang="en-US" altLang="zh-CN" sz="1050" dirty="0"/>
              <a:t>《Nature》</a:t>
            </a:r>
            <a:r>
              <a:rPr lang="zh-CN" altLang="en-US" sz="1050" dirty="0"/>
              <a:t>读者）对主题有一个全局性的、定性的认识。</a:t>
            </a:r>
          </a:p>
          <a:p>
            <a:r>
              <a:rPr lang="en-US" altLang="zh-CN" sz="1050" b="1" dirty="0"/>
              <a:t>2. </a:t>
            </a:r>
            <a:r>
              <a:rPr lang="zh-CN" altLang="en-US" sz="1050" b="1" dirty="0"/>
              <a:t>分：分点详细论述核心内容 </a:t>
            </a:r>
            <a:r>
              <a:rPr lang="en-US" altLang="zh-CN" sz="1050" b="1" dirty="0"/>
              <a:t>(</a:t>
            </a:r>
            <a:r>
              <a:rPr lang="zh-CN" altLang="en-US" sz="1050" b="1" dirty="0"/>
              <a:t>中间主体部分</a:t>
            </a:r>
            <a:r>
              <a:rPr lang="en-US" altLang="zh-CN" sz="1050" b="1" dirty="0"/>
              <a:t>)</a:t>
            </a:r>
          </a:p>
          <a:p>
            <a:r>
              <a:rPr lang="zh-CN" altLang="en-US" sz="1050" dirty="0"/>
              <a:t>这是文章最庞大的部分，按照逻辑顺序，系统地分解和阐述了深度学习的各个方面：</a:t>
            </a:r>
          </a:p>
          <a:p>
            <a:r>
              <a:rPr lang="zh-CN" altLang="en-US" sz="1050" b="1" dirty="0"/>
              <a:t>分论点一：监督学习</a:t>
            </a:r>
            <a:r>
              <a:rPr lang="zh-CN" altLang="en-US" sz="1050" dirty="0"/>
              <a:t> </a:t>
            </a:r>
            <a:r>
              <a:rPr lang="en-US" altLang="zh-CN" sz="1050" dirty="0"/>
              <a:t>- </a:t>
            </a:r>
            <a:r>
              <a:rPr lang="zh-CN" altLang="en-US" sz="1050" dirty="0"/>
              <a:t>介绍了深度学习最成功的应用范式。</a:t>
            </a:r>
          </a:p>
          <a:p>
            <a:r>
              <a:rPr lang="zh-CN" altLang="en-US" sz="1050" b="1" dirty="0"/>
              <a:t>分论点二：反向传播</a:t>
            </a:r>
            <a:r>
              <a:rPr lang="zh-CN" altLang="en-US" sz="1050" dirty="0"/>
              <a:t> </a:t>
            </a:r>
            <a:r>
              <a:rPr lang="en-US" altLang="zh-CN" sz="1050" dirty="0"/>
              <a:t>- </a:t>
            </a:r>
            <a:r>
              <a:rPr lang="zh-CN" altLang="en-US" sz="1050" dirty="0"/>
              <a:t>解释了驱动深度学习的关键算法。</a:t>
            </a:r>
          </a:p>
          <a:p>
            <a:r>
              <a:rPr lang="zh-CN" altLang="en-US" sz="1050" b="1" dirty="0"/>
              <a:t>分论点三：卷积神经网络（</a:t>
            </a:r>
            <a:r>
              <a:rPr lang="en-US" altLang="zh-CN" sz="1050" b="1" dirty="0"/>
              <a:t>CNN</a:t>
            </a:r>
            <a:r>
              <a:rPr lang="zh-CN" altLang="en-US" sz="1050" b="1" dirty="0"/>
              <a:t>）</a:t>
            </a:r>
            <a:r>
              <a:rPr lang="zh-CN" altLang="en-US" sz="1050" dirty="0"/>
              <a:t> </a:t>
            </a:r>
            <a:r>
              <a:rPr lang="en-US" altLang="zh-CN" sz="1050" dirty="0"/>
              <a:t>- </a:t>
            </a:r>
            <a:r>
              <a:rPr lang="zh-CN" altLang="en-US" sz="1050" dirty="0"/>
              <a:t>详细展示了第一个成功的深度网络架构。</a:t>
            </a:r>
          </a:p>
          <a:p>
            <a:r>
              <a:rPr lang="zh-CN" altLang="en-US" sz="1050" b="1" dirty="0"/>
              <a:t>分论点四：分布式表示与</a:t>
            </a:r>
            <a:r>
              <a:rPr lang="en-US" altLang="zh-CN" sz="1050" b="1" dirty="0"/>
              <a:t>RNN</a:t>
            </a:r>
            <a:r>
              <a:rPr lang="zh-CN" altLang="en-US" sz="1050" dirty="0"/>
              <a:t> </a:t>
            </a:r>
            <a:r>
              <a:rPr lang="en-US" altLang="zh-CN" sz="1050" dirty="0"/>
              <a:t>- </a:t>
            </a:r>
            <a:r>
              <a:rPr lang="zh-CN" altLang="en-US" sz="1050" dirty="0"/>
              <a:t>扩展到了序列建模和语言处理等更复杂的任务。</a:t>
            </a:r>
          </a:p>
          <a:p>
            <a:r>
              <a:rPr lang="zh-CN" altLang="en-US" sz="1050" b="1" dirty="0"/>
              <a:t>分论点五：深度学习的深远影响</a:t>
            </a:r>
            <a:r>
              <a:rPr lang="zh-CN" altLang="en-US" sz="1050" dirty="0"/>
              <a:t> </a:t>
            </a:r>
            <a:r>
              <a:rPr lang="en-US" altLang="zh-CN" sz="1050" dirty="0"/>
              <a:t>- </a:t>
            </a:r>
            <a:r>
              <a:rPr lang="zh-CN" altLang="en-US" sz="1050" dirty="0"/>
              <a:t>讨论了其理论基础和神经科学启示。</a:t>
            </a:r>
          </a:p>
          <a:p>
            <a:r>
              <a:rPr lang="zh-CN" altLang="en-US" sz="1050" dirty="0"/>
              <a:t>每个分论点都深入探讨了技术原理、优势以及具体应用实例。这种结构是典型的“分述”，将宏大的主题拆解成可理解的模块进行详细说明。</a:t>
            </a:r>
          </a:p>
          <a:p>
            <a:r>
              <a:rPr lang="en-US" altLang="zh-CN" sz="1050" b="1" dirty="0"/>
              <a:t>3. </a:t>
            </a:r>
            <a:r>
              <a:rPr lang="zh-CN" altLang="en-US" sz="1050" b="1" dirty="0"/>
              <a:t>总：总结与展望 </a:t>
            </a:r>
            <a:r>
              <a:rPr lang="en-US" altLang="zh-CN" sz="1050" b="1" dirty="0"/>
              <a:t>(</a:t>
            </a:r>
            <a:r>
              <a:rPr lang="zh-CN" altLang="en-US" sz="1050" b="1" dirty="0"/>
              <a:t>最后部分</a:t>
            </a:r>
            <a:r>
              <a:rPr lang="en-US" altLang="zh-CN" sz="1050" b="1" dirty="0"/>
              <a:t>)</a:t>
            </a:r>
          </a:p>
          <a:p>
            <a:r>
              <a:rPr lang="zh-CN" altLang="en-US" sz="1050" b="1" dirty="0"/>
              <a:t>内容</a:t>
            </a:r>
            <a:r>
              <a:rPr lang="zh-CN" altLang="en-US" sz="1050" dirty="0"/>
              <a:t>：文章最后一部分不再引入新的技术细节，而是重新回到宏观视角。它对全文内容进行了</a:t>
            </a:r>
            <a:r>
              <a:rPr lang="zh-CN" altLang="en-US" sz="1050" b="1" dirty="0"/>
              <a:t>总结</a:t>
            </a:r>
            <a:r>
              <a:rPr lang="zh-CN" altLang="en-US" sz="1050" dirty="0"/>
              <a:t>，并重点展望了未来的研究方向、面临的挑战（如无监督学习、算法效率、理论理解等）以及对社会各领域的潜在影响。</a:t>
            </a:r>
          </a:p>
          <a:p>
            <a:r>
              <a:rPr lang="zh-CN" altLang="en-US" sz="1050" b="1" dirty="0"/>
              <a:t>作用</a:t>
            </a:r>
            <a:r>
              <a:rPr lang="zh-CN" altLang="en-US" sz="1050" dirty="0"/>
              <a:t>：这是“总结”，起到了收束全文、提升文章高度、并指向未来的作用。它让读者在了解技术细节后，再次回到一个整体的、前瞻性的视角。</a:t>
            </a:r>
          </a:p>
        </p:txBody>
      </p:sp>
      <p:grpSp>
        <p:nvGrpSpPr>
          <p:cNvPr id="17" name="组合 16">
            <a:extLst>
              <a:ext uri="{FF2B5EF4-FFF2-40B4-BE49-F238E27FC236}">
                <a16:creationId xmlns:a16="http://schemas.microsoft.com/office/drawing/2014/main" id="{A4BFE428-9EF7-EB6D-E64C-E5BB9EDB0F79}"/>
              </a:ext>
            </a:extLst>
          </p:cNvPr>
          <p:cNvGrpSpPr/>
          <p:nvPr>
            <p:custDataLst>
              <p:tags r:id="rId7"/>
            </p:custDataLst>
          </p:nvPr>
        </p:nvGrpSpPr>
        <p:grpSpPr>
          <a:xfrm>
            <a:off x="9537700" y="0"/>
            <a:ext cx="3815080" cy="647700"/>
            <a:chOff x="9537700" y="0"/>
            <a:chExt cx="3815080" cy="647700"/>
          </a:xfrm>
        </p:grpSpPr>
        <p:sp>
          <p:nvSpPr>
            <p:cNvPr id="14" name="RemarkBack">
              <a:extLst>
                <a:ext uri="{FF2B5EF4-FFF2-40B4-BE49-F238E27FC236}">
                  <a16:creationId xmlns:a16="http://schemas.microsoft.com/office/drawing/2014/main" id="{A0C8209D-9932-797B-45F6-8C00AF147162}"/>
                </a:ext>
              </a:extLst>
            </p:cNvPr>
            <p:cNvSpPr/>
            <p:nvPr>
              <p:custDataLst>
                <p:tags r:id="rId14"/>
              </p:custDataLst>
            </p:nvPr>
          </p:nvSpPr>
          <p:spPr>
            <a:xfrm>
              <a:off x="9537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markBlock">
              <a:extLst>
                <a:ext uri="{FF2B5EF4-FFF2-40B4-BE49-F238E27FC236}">
                  <a16:creationId xmlns:a16="http://schemas.microsoft.com/office/drawing/2014/main" id="{C4D66780-91CB-7440-8627-41C29B0251E7}"/>
                </a:ext>
              </a:extLst>
            </p:cNvPr>
            <p:cNvSpPr/>
            <p:nvPr>
              <p:custDataLst>
                <p:tags r:id="rId15"/>
              </p:custDataLst>
            </p:nvPr>
          </p:nvSpPr>
          <p:spPr>
            <a:xfrm>
              <a:off x="9537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emarkTitleText">
              <a:extLst>
                <a:ext uri="{FF2B5EF4-FFF2-40B4-BE49-F238E27FC236}">
                  <a16:creationId xmlns:a16="http://schemas.microsoft.com/office/drawing/2014/main" id="{18A63B43-37DC-045B-203F-2F2F85823458}"/>
                </a:ext>
              </a:extLst>
            </p:cNvPr>
            <p:cNvSpPr txBox="1"/>
            <p:nvPr>
              <p:custDataLst>
                <p:tags r:id="rId16"/>
              </p:custDataLst>
            </p:nvPr>
          </p:nvSpPr>
          <p:spPr>
            <a:xfrm>
              <a:off x="9779000" y="0"/>
              <a:ext cx="1905000" cy="635000"/>
            </a:xfrm>
            <a:prstGeom prst="rect">
              <a:avLst/>
            </a:prstGeom>
            <a:noFill/>
          </p:spPr>
          <p:txBody>
            <a:bodyPr vert="horz" wrap="none" rtlCol="0" anchor="ctr" anchorCtr="0">
              <a:noAutofit/>
            </a:bodyPr>
            <a:lstStyle/>
            <a:p>
              <a:r>
                <a:rPr lang="zh-CN" altLang="en-US"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grpSp>
        <p:nvGrpSpPr>
          <p:cNvPr id="12" name="组合 11">
            <a:extLst>
              <a:ext uri="{FF2B5EF4-FFF2-40B4-BE49-F238E27FC236}">
                <a16:creationId xmlns:a16="http://schemas.microsoft.com/office/drawing/2014/main" id="{DB8626E4-3246-F735-688D-E9C7C3530AA8}"/>
              </a:ext>
            </a:extLst>
          </p:cNvPr>
          <p:cNvGrpSpPr/>
          <p:nvPr>
            <p:custDataLst>
              <p:tags r:id="rId8"/>
            </p:custDataLst>
          </p:nvPr>
        </p:nvGrpSpPr>
        <p:grpSpPr>
          <a:xfrm>
            <a:off x="0" y="0"/>
            <a:ext cx="9144000" cy="635000"/>
            <a:chOff x="0" y="0"/>
            <a:chExt cx="9144000" cy="635000"/>
          </a:xfrm>
        </p:grpSpPr>
        <p:sp>
          <p:nvSpPr>
            <p:cNvPr id="8" name="TitleBackground">
              <a:extLst>
                <a:ext uri="{FF2B5EF4-FFF2-40B4-BE49-F238E27FC236}">
                  <a16:creationId xmlns:a16="http://schemas.microsoft.com/office/drawing/2014/main" id="{BA0933DC-224E-6004-7CCB-495B052FE8F9}"/>
                </a:ext>
              </a:extLst>
            </p:cNvPr>
            <p:cNvSpPr/>
            <p:nvPr>
              <p:custDataLst>
                <p:tags r:id="rId10"/>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a:extLst>
                <a:ext uri="{FF2B5EF4-FFF2-40B4-BE49-F238E27FC236}">
                  <a16:creationId xmlns:a16="http://schemas.microsoft.com/office/drawing/2014/main" id="{F8FEC9D4-FF62-53C2-06CA-75B7C7BE20DC}"/>
                </a:ext>
              </a:extLst>
            </p:cNvPr>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a:extLst>
                <a:ext uri="{FF2B5EF4-FFF2-40B4-BE49-F238E27FC236}">
                  <a16:creationId xmlns:a16="http://schemas.microsoft.com/office/drawing/2014/main" id="{D7356E04-C593-22B4-035F-188F742C9E84}"/>
                </a:ext>
              </a:extLst>
            </p:cNvPr>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02FC14CA-30AF-8F55-65DC-A3C138820EF9}"/>
                </a:ext>
              </a:extLst>
            </p:cNvPr>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A498ED98-74F4-127E-090E-CC08AA510D69}"/>
              </a:ext>
            </a:extLst>
          </p:cNvPr>
          <p:cNvPicPr>
            <a:picLocks/>
          </p:cNvPicPr>
          <p:nvPr>
            <p:custDataLst>
              <p:tags r:id="rId9"/>
            </p:custDataLst>
          </p:nvPr>
        </p:nvPicPr>
        <p:blipFill>
          <a:blip r:embed="rId18">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4692127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6"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11268" name="矩形 3"/>
          <p:cNvSpPr>
            <a:spLocks noChangeArrowheads="1"/>
          </p:cNvSpPr>
          <p:nvPr/>
        </p:nvSpPr>
        <p:spPr bwMode="auto">
          <a:xfrm>
            <a:off x="755650" y="981075"/>
            <a:ext cx="863441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3.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如何看一篇论文</a:t>
            </a: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专利</a:t>
            </a:r>
          </a:p>
        </p:txBody>
      </p:sp>
      <p:sp>
        <p:nvSpPr>
          <p:cNvPr id="5" name="矩形 4"/>
          <p:cNvSpPr/>
          <p:nvPr>
            <p:custDataLst>
              <p:tags r:id="rId3"/>
            </p:custDataLst>
          </p:nvPr>
        </p:nvSpPr>
        <p:spPr>
          <a:xfrm>
            <a:off x="1352550" y="1700530"/>
            <a:ext cx="7542530" cy="3969385"/>
          </a:xfrm>
          <a:prstGeom prst="rect">
            <a:avLst/>
          </a:prstGeom>
        </p:spPr>
        <p:txBody>
          <a:bodyPr wrap="square">
            <a:spAutoFit/>
          </a:bodyPr>
          <a:lstStyle/>
          <a:p>
            <a:pPr defTabSz="457200" eaLnBrk="1" fontAlgn="auto" hangingPunct="1">
              <a:spcBef>
                <a:spcPts val="0"/>
              </a:spcBef>
              <a:spcAft>
                <a:spcPts val="0"/>
              </a:spcAft>
            </a:pPr>
            <a:r>
              <a:rPr kumimoji="0" lang="zh-CN" altLang="en-US" sz="2800" b="1" dirty="0">
                <a:solidFill>
                  <a:schemeClr val="dk1"/>
                </a:solidFill>
                <a:latin typeface="微软雅黑" panose="020B0503020204020204" charset="-122"/>
                <a:ea typeface="微软雅黑" panose="020B0503020204020204" charset="-122"/>
              </a:rPr>
              <a:t>总结一下</a:t>
            </a:r>
            <a:endParaRPr kumimoji="0" lang="en-US" altLang="zh-CN" sz="2800" b="1" dirty="0">
              <a:solidFill>
                <a:schemeClr val="dk1"/>
              </a:solidFill>
              <a:latin typeface="微软雅黑" panose="020B0503020204020204" charset="-122"/>
              <a:ea typeface="微软雅黑" panose="020B0503020204020204" charset="-122"/>
            </a:endParaRPr>
          </a:p>
          <a:p>
            <a:pPr defTabSz="457200" eaLnBrk="1" fontAlgn="auto" hangingPunct="1">
              <a:spcBef>
                <a:spcPts val="0"/>
              </a:spcBef>
              <a:spcAft>
                <a:spcPts val="0"/>
              </a:spcAft>
            </a:pPr>
            <a:endParaRPr kumimoji="0" lang="en-US" altLang="zh-CN" sz="2800" dirty="0">
              <a:solidFill>
                <a:schemeClr val="dk1"/>
              </a:solidFill>
              <a:latin typeface="微软雅黑" panose="020B0503020204020204" charset="-122"/>
              <a:ea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2800" b="1" dirty="0">
                <a:solidFill>
                  <a:srgbClr val="FF0000"/>
                </a:solidFill>
                <a:latin typeface="微软雅黑" panose="020B0503020204020204" charset="-122"/>
                <a:ea typeface="微软雅黑" panose="020B0503020204020204" charset="-122"/>
              </a:rPr>
              <a:t>抓核心：</a:t>
            </a:r>
            <a:r>
              <a:rPr kumimoji="0" lang="zh-CN" altLang="en-US" sz="2800" dirty="0">
                <a:solidFill>
                  <a:schemeClr val="dk1"/>
                </a:solidFill>
                <a:latin typeface="微软雅黑" panose="020B0503020204020204" charset="-122"/>
                <a:ea typeface="微软雅黑" panose="020B0503020204020204" charset="-122"/>
              </a:rPr>
              <a:t>找目的，贴标签</a:t>
            </a:r>
            <a:endParaRPr kumimoji="0" lang="en-US" altLang="zh-CN" sz="2800" dirty="0">
              <a:solidFill>
                <a:schemeClr val="dk1"/>
              </a:solidFill>
              <a:latin typeface="微软雅黑" panose="020B0503020204020204" charset="-122"/>
              <a:ea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2800" dirty="0">
              <a:solidFill>
                <a:schemeClr val="dk1"/>
              </a:solidFill>
              <a:latin typeface="微软雅黑" panose="020B0503020204020204" charset="-122"/>
              <a:ea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2800" b="1" dirty="0">
                <a:solidFill>
                  <a:srgbClr val="FF0000"/>
                </a:solidFill>
                <a:latin typeface="微软雅黑" panose="020B0503020204020204" charset="-122"/>
                <a:ea typeface="微软雅黑" panose="020B0503020204020204" charset="-122"/>
              </a:rPr>
              <a:t>讲效率：</a:t>
            </a:r>
            <a:r>
              <a:rPr kumimoji="0" lang="zh-CN" altLang="en-US" sz="2800" dirty="0">
                <a:solidFill>
                  <a:schemeClr val="dk1"/>
                </a:solidFill>
                <a:latin typeface="微软雅黑" panose="020B0503020204020204" charset="-122"/>
                <a:ea typeface="微软雅黑" panose="020B0503020204020204" charset="-122"/>
              </a:rPr>
              <a:t>重概念，泛分析</a:t>
            </a:r>
            <a:endParaRPr kumimoji="0" lang="en-US" altLang="zh-CN" sz="2800" dirty="0">
              <a:solidFill>
                <a:schemeClr val="dk1"/>
              </a:solidFill>
              <a:latin typeface="微软雅黑" panose="020B0503020204020204" charset="-122"/>
              <a:ea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2800" dirty="0">
              <a:solidFill>
                <a:schemeClr val="dk1"/>
              </a:solidFill>
              <a:latin typeface="微软雅黑" panose="020B0503020204020204" charset="-122"/>
              <a:ea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2800" b="1" dirty="0">
                <a:solidFill>
                  <a:srgbClr val="FF0000"/>
                </a:solidFill>
                <a:latin typeface="微软雅黑" panose="020B0503020204020204" charset="-122"/>
                <a:ea typeface="微软雅黑" panose="020B0503020204020204" charset="-122"/>
              </a:rPr>
              <a:t>再精读：</a:t>
            </a:r>
            <a:r>
              <a:rPr kumimoji="0" lang="zh-CN" altLang="en-US" sz="2800" dirty="0">
                <a:solidFill>
                  <a:schemeClr val="dk1"/>
                </a:solidFill>
                <a:latin typeface="微软雅黑" panose="020B0503020204020204" charset="-122"/>
                <a:ea typeface="微软雅黑" panose="020B0503020204020204" charset="-122"/>
              </a:rPr>
              <a:t>仔细把握内在逻辑与科学技术要点</a:t>
            </a:r>
            <a:endParaRPr kumimoji="0" lang="en-US" altLang="zh-CN" sz="2800" dirty="0">
              <a:solidFill>
                <a:schemeClr val="dk1"/>
              </a:solidFill>
              <a:latin typeface="微软雅黑" panose="020B0503020204020204" charset="-122"/>
              <a:ea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2800" dirty="0">
              <a:solidFill>
                <a:schemeClr val="dk1"/>
              </a:solidFill>
              <a:latin typeface="微软雅黑" panose="020B0503020204020204" charset="-122"/>
              <a:ea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2800" b="1" dirty="0">
                <a:solidFill>
                  <a:srgbClr val="FF0000"/>
                </a:solidFill>
                <a:latin typeface="微软雅黑" panose="020B0503020204020204" charset="-122"/>
                <a:ea typeface="微软雅黑" panose="020B0503020204020204" charset="-122"/>
              </a:rPr>
              <a:t>回头想：</a:t>
            </a:r>
            <a:r>
              <a:rPr kumimoji="0" lang="zh-CN" altLang="en-US" sz="2800" dirty="0">
                <a:solidFill>
                  <a:schemeClr val="dk1"/>
                </a:solidFill>
                <a:latin typeface="微软雅黑" panose="020B0503020204020204" charset="-122"/>
                <a:ea typeface="微软雅黑" panose="020B0503020204020204" charset="-122"/>
              </a:rPr>
              <a:t>这篇文献能帮助我干点什么</a:t>
            </a:r>
          </a:p>
        </p:txBody>
      </p:sp>
      <p:sp>
        <p:nvSpPr>
          <p:cNvPr id="2" name="Rectangle 2"/>
          <p:cNvSpPr>
            <a:spLocks noGrp="1" noChangeArrowheads="1"/>
          </p:cNvSpPr>
          <p:nvPr>
            <p:custDataLst>
              <p:tags r:id="rId4"/>
            </p:custDataLst>
          </p:nvPr>
        </p:nvSpPr>
        <p:spPr>
          <a:xfrm>
            <a:off x="1538605" y="44450"/>
            <a:ext cx="714184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48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blinds(horizontal)">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blinds(horizontal)">
                                      <p:cBhvr>
                                        <p:cTn id="12" dur="500"/>
                                        <p:tgtEl>
                                          <p:spTgt spid="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animEffect transition="in" filter="blinds(horizontal)">
                                      <p:cBhvr>
                                        <p:cTn id="17" dur="500"/>
                                        <p:tgtEl>
                                          <p:spTgt spid="5">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8" end="8"/>
                                            </p:txEl>
                                          </p:spTgt>
                                        </p:tgtEl>
                                        <p:attrNameLst>
                                          <p:attrName>style.visibility</p:attrName>
                                        </p:attrNameLst>
                                      </p:cBhvr>
                                      <p:to>
                                        <p:strVal val="visible"/>
                                      </p:to>
                                    </p:set>
                                    <p:animEffect transition="in" filter="blinds(horizontal)">
                                      <p:cBhvr>
                                        <p:cTn id="22"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14400" y="635000"/>
            <a:ext cx="7778115" cy="5437505"/>
          </a:xfrm>
          <a:prstGeom prst="rect">
            <a:avLst/>
          </a:prstGeom>
          <a:noFill/>
        </p:spPr>
        <p:txBody>
          <a:bodyPr wrap="square" rtlCol="0" anchor="ctr" anchorCtr="0">
            <a:noAutofit/>
          </a:bodyPr>
          <a:lstStyle/>
          <a:p>
            <a:pPr lvl="0" algn="l">
              <a:buNone/>
            </a:pPr>
            <a:r>
              <a:rPr lang="zh-CN" altLang="en-US" sz="2400" dirty="0">
                <a:solidFill>
                  <a:srgbClr val="000000"/>
                </a:solidFill>
                <a:latin typeface="微软雅黑" panose="020B0503020204020204" charset="-122"/>
                <a:ea typeface="微软雅黑" panose="020B0503020204020204" charset="-122"/>
              </a:rPr>
              <a:t>根据</a:t>
            </a:r>
            <a:r>
              <a:rPr lang="en-US" altLang="zh-CN" sz="2400" dirty="0">
                <a:solidFill>
                  <a:srgbClr val="000000"/>
                </a:solidFill>
                <a:latin typeface="微软雅黑" panose="020B0503020204020204" charset="-122"/>
                <a:ea typeface="微软雅黑" panose="020B0503020204020204" charset="-122"/>
              </a:rPr>
              <a:t>“</a:t>
            </a:r>
            <a:r>
              <a:rPr lang="zh-CN" altLang="en-US" sz="2400" dirty="0">
                <a:solidFill>
                  <a:srgbClr val="000000"/>
                </a:solidFill>
                <a:latin typeface="微软雅黑" panose="020B0503020204020204" charset="-122"/>
                <a:ea typeface="微软雅黑" panose="020B0503020204020204" charset="-122"/>
              </a:rPr>
              <a:t>依据事实陈述观点，逻辑中体现思维</a:t>
            </a:r>
            <a:r>
              <a:rPr lang="en-US" altLang="zh-CN" sz="2400" dirty="0">
                <a:solidFill>
                  <a:srgbClr val="000000"/>
                </a:solidFill>
                <a:latin typeface="微软雅黑" panose="020B0503020204020204" charset="-122"/>
                <a:ea typeface="微软雅黑" panose="020B0503020204020204" charset="-122"/>
              </a:rPr>
              <a:t>”</a:t>
            </a:r>
            <a:r>
              <a:rPr lang="zh-CN" altLang="en-US" sz="2400" dirty="0">
                <a:solidFill>
                  <a:srgbClr val="000000"/>
                </a:solidFill>
                <a:latin typeface="微软雅黑" panose="020B0503020204020204" charset="-122"/>
                <a:ea typeface="微软雅黑" panose="020B0503020204020204" charset="-122"/>
              </a:rPr>
              <a:t>的方式，选择以下三个问题之一，尝试回答（不超过</a:t>
            </a:r>
            <a:r>
              <a:rPr lang="en-US" altLang="zh-CN" sz="2400" dirty="0">
                <a:solidFill>
                  <a:srgbClr val="000000"/>
                </a:solidFill>
                <a:latin typeface="微软雅黑" panose="020B0503020204020204" charset="-122"/>
                <a:ea typeface="微软雅黑" panose="020B0503020204020204" charset="-122"/>
              </a:rPr>
              <a:t>300</a:t>
            </a:r>
            <a:r>
              <a:rPr lang="zh-CN" altLang="en-US" sz="2400" dirty="0">
                <a:solidFill>
                  <a:srgbClr val="000000"/>
                </a:solidFill>
                <a:latin typeface="微软雅黑" panose="020B0503020204020204" charset="-122"/>
                <a:ea typeface="微软雅黑" panose="020B0503020204020204" charset="-122"/>
              </a:rPr>
              <a:t>字）</a:t>
            </a:r>
          </a:p>
          <a:p>
            <a:pPr lvl="0" algn="l">
              <a:buNone/>
            </a:pPr>
            <a:r>
              <a:rPr lang="zh-CN" altLang="en-US" sz="2400" dirty="0">
                <a:solidFill>
                  <a:srgbClr val="000000"/>
                </a:solidFill>
                <a:latin typeface="微软雅黑" panose="020B0503020204020204" charset="-122"/>
                <a:ea typeface="微软雅黑" panose="020B0503020204020204" charset="-122"/>
              </a:rPr>
              <a:t>（1）从目前的应用现状看，量子信息技术对信息技术的影响包括哪些方面？</a:t>
            </a:r>
          </a:p>
          <a:p>
            <a:pPr lvl="0" algn="l">
              <a:buNone/>
            </a:pPr>
            <a:r>
              <a:rPr lang="zh-CN" altLang="en-US" sz="2400" dirty="0">
                <a:solidFill>
                  <a:srgbClr val="000000"/>
                </a:solidFill>
                <a:latin typeface="微软雅黑" panose="020B0503020204020204" charset="-122"/>
                <a:ea typeface="微软雅黑" panose="020B0503020204020204" charset="-122"/>
              </a:rPr>
              <a:t>（2）你认为目前最可能实用化的量子信息技术是什么？</a:t>
            </a:r>
          </a:p>
          <a:p>
            <a:pPr lvl="0" algn="l">
              <a:buNone/>
            </a:pPr>
            <a:r>
              <a:rPr lang="zh-CN" altLang="en-US" sz="2400" dirty="0">
                <a:solidFill>
                  <a:srgbClr val="000000"/>
                </a:solidFill>
                <a:latin typeface="微软雅黑" panose="020B0503020204020204" charset="-122"/>
                <a:ea typeface="微软雅黑" panose="020B0503020204020204" charset="-122"/>
              </a:rPr>
              <a:t>（3）你认为未来的量子信息技术会如何影响未来信息技术的发展呢？</a:t>
            </a:r>
          </a:p>
        </p:txBody>
      </p:sp>
      <p:sp>
        <p:nvSpPr>
          <p:cNvPr id="4" name="圆角矩形 3"/>
          <p:cNvSpPr/>
          <p:nvPr>
            <p:custDataLst>
              <p:tags r:id="rId3"/>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作答</a:t>
            </a:r>
          </a:p>
        </p:txBody>
      </p:sp>
      <p:sp>
        <p:nvSpPr>
          <p:cNvPr id="10" name="标题 1">
            <a:extLst>
              <a:ext uri="{FF2B5EF4-FFF2-40B4-BE49-F238E27FC236}">
                <a16:creationId xmlns:a16="http://schemas.microsoft.com/office/drawing/2014/main" id="{9A174F4E-02EA-7C28-6838-60663EB1E58A}"/>
              </a:ext>
            </a:extLst>
          </p:cNvPr>
          <p:cNvSpPr>
            <a:spLocks noGrp="1"/>
          </p:cNvSpPr>
          <p:nvPr>
            <p:custDataLst>
              <p:tags r:id="rId4"/>
            </p:custDataLst>
          </p:nvPr>
        </p:nvSpPr>
        <p:spPr>
          <a:xfrm>
            <a:off x="153510" y="675700"/>
            <a:ext cx="2105980" cy="66805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sz="3200" b="1" dirty="0">
                <a:solidFill>
                  <a:schemeClr val="dk2">
                    <a:lumMod val="25000"/>
                  </a:schemeClr>
                </a:solidFill>
                <a:latin typeface="微软雅黑" panose="020B0503020204020204" charset="-122"/>
                <a:ea typeface="微软雅黑" panose="020B0503020204020204" charset="-122"/>
              </a:rPr>
              <a:t>课后作业</a:t>
            </a:r>
          </a:p>
        </p:txBody>
      </p:sp>
      <p:grpSp>
        <p:nvGrpSpPr>
          <p:cNvPr id="9" name="组合 8"/>
          <p:cNvGrpSpPr/>
          <p:nvPr>
            <p:custDataLst>
              <p:tags r:id="rId5"/>
            </p:custDataLst>
          </p:nvPr>
        </p:nvGrpSpPr>
        <p:grpSpPr>
          <a:xfrm>
            <a:off x="0" y="0"/>
            <a:ext cx="9144000" cy="635000"/>
            <a:chOff x="0" y="0"/>
            <a:chExt cx="14400" cy="1000"/>
          </a:xfrm>
        </p:grpSpPr>
        <p:sp>
          <p:nvSpPr>
            <p:cNvPr id="5" name="TitleBackground"/>
            <p:cNvSpPr/>
            <p:nvPr>
              <p:custDataLst>
                <p:tags r:id="rId7"/>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ColorBlock"/>
            <p:cNvSpPr/>
            <p:nvPr>
              <p:custDataLst>
                <p:tags r:id="rId8"/>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TypeText"/>
            <p:cNvSpPr txBox="1"/>
            <p:nvPr>
              <p:custDataLst>
                <p:tags r:id="rId9"/>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主观题</a:t>
              </a:r>
            </a:p>
          </p:txBody>
        </p:sp>
        <p:sp>
          <p:nvSpPr>
            <p:cNvPr id="8" name="TipText"/>
            <p:cNvSpPr txBox="1"/>
            <p:nvPr>
              <p:custDataLst>
                <p:tags r:id="rId10"/>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10分</a:t>
              </a:r>
            </a:p>
          </p:txBody>
        </p:sp>
      </p:grpSp>
      <p:pic>
        <p:nvPicPr>
          <p:cNvPr id="2" name="图片 1" descr="tmp290D"/>
          <p:cNvPicPr>
            <a:picLocks noChangeAspect="1"/>
          </p:cNvPicPr>
          <p:nvPr>
            <p:custDataLst>
              <p:tags r:id="rId6"/>
            </p:custDataLst>
          </p:nvPr>
        </p:nvPicPr>
        <p:blipFill>
          <a:blip r:embed="rId12"/>
          <a:stretch>
            <a:fillRect/>
          </a:stretch>
        </p:blipFill>
        <p:spPr>
          <a:xfrm>
            <a:off x="7594600" y="63500"/>
            <a:ext cx="1422400" cy="508000"/>
          </a:xfrm>
          <a:prstGeom prst="rect">
            <a:avLst/>
          </a:prstGeom>
        </p:spPr>
      </p:pic>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6"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pic>
        <p:nvPicPr>
          <p:cNvPr id="13314" name="图片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188" y="1844675"/>
            <a:ext cx="6662737" cy="390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矩形 4"/>
          <p:cNvSpPr>
            <a:spLocks noChangeArrowheads="1"/>
          </p:cNvSpPr>
          <p:nvPr/>
        </p:nvSpPr>
        <p:spPr bwMode="auto">
          <a:xfrm>
            <a:off x="827088" y="981075"/>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dirty="0">
                <a:solidFill>
                  <a:srgbClr val="000000"/>
                </a:solidFill>
                <a:latin typeface="微软雅黑" panose="020B0503020204020204" charset="-122"/>
                <a:ea typeface="微软雅黑" panose="020B0503020204020204" charset="-122"/>
                <a:cs typeface="微软雅黑" panose="020B0503020204020204" charset="-122"/>
              </a:rPr>
              <a:t>1. </a:t>
            </a:r>
            <a:r>
              <a:rPr kumimoji="0" lang="zh-CN" altLang="en-US" sz="2000" b="1" dirty="0">
                <a:solidFill>
                  <a:srgbClr val="000000"/>
                </a:solidFill>
                <a:latin typeface="微软雅黑" panose="020B0503020204020204" charset="-122"/>
                <a:ea typeface="微软雅黑" panose="020B0503020204020204" charset="-122"/>
                <a:cs typeface="微软雅黑" panose="020B0503020204020204" charset="-122"/>
              </a:rPr>
              <a:t>什么是综述论文</a:t>
            </a:r>
          </a:p>
        </p:txBody>
      </p:sp>
      <p:sp>
        <p:nvSpPr>
          <p:cNvPr id="7" name="矩形 6"/>
          <p:cNvSpPr/>
          <p:nvPr>
            <p:custDataLst>
              <p:tags r:id="rId3"/>
            </p:custDataLst>
          </p:nvPr>
        </p:nvSpPr>
        <p:spPr>
          <a:xfrm>
            <a:off x="6726238" y="1344613"/>
            <a:ext cx="2417762" cy="5040312"/>
          </a:xfrm>
          <a:prstGeom prst="rect">
            <a:avLst/>
          </a:prstGeom>
          <a:solidFill>
            <a:schemeClr val="accent1"/>
          </a:solidFill>
          <a:ln w="12700" cap="flat" cmpd="sng" algn="ctr">
            <a:noFill/>
            <a:prstDash val="solid"/>
            <a:miter lim="800000"/>
          </a:ln>
          <a:effectLst/>
        </p:spPr>
        <p:txBody>
          <a:bodyPr anchor="ctr"/>
          <a:lstStyle/>
          <a:p>
            <a:pPr defTabSz="457200" eaLnBrk="1" fontAlgn="auto" hangingPunct="1">
              <a:spcBef>
                <a:spcPts val="0"/>
              </a:spcBef>
              <a:spcAft>
                <a:spcPts val="0"/>
              </a:spcAft>
            </a:pPr>
            <a:r>
              <a:rPr kumimoji="0" lang="zh-CN" altLang="en-US" sz="2400" kern="0" dirty="0">
                <a:solidFill>
                  <a:srgbClr val="FFFFFF"/>
                </a:solidFill>
                <a:latin typeface="微软雅黑" panose="020B0503020204020204" charset="-122"/>
                <a:ea typeface="微软雅黑" panose="020B0503020204020204" charset="-122"/>
              </a:rPr>
              <a:t>报道某领域综合进展的文献</a:t>
            </a:r>
            <a:endParaRPr kumimoji="0" lang="en-US" altLang="zh-CN" sz="2400" kern="0" dirty="0">
              <a:solidFill>
                <a:srgbClr val="FFFFFF"/>
              </a:solidFill>
              <a:latin typeface="微软雅黑" panose="020B0503020204020204" charset="-122"/>
              <a:ea typeface="微软雅黑" panose="020B0503020204020204" charset="-122"/>
            </a:endParaRPr>
          </a:p>
          <a:p>
            <a:pPr defTabSz="457200" eaLnBrk="1" fontAlgn="auto" hangingPunct="1">
              <a:spcBef>
                <a:spcPts val="0"/>
              </a:spcBef>
              <a:spcAft>
                <a:spcPts val="0"/>
              </a:spcAft>
            </a:pPr>
            <a:endParaRPr kumimoji="0" lang="en-US" altLang="zh-CN" sz="2400" kern="0" dirty="0">
              <a:solidFill>
                <a:srgbClr val="FFFFFF"/>
              </a:solidFill>
              <a:latin typeface="微软雅黑" panose="020B0503020204020204" charset="-122"/>
              <a:ea typeface="微软雅黑" panose="020B0503020204020204" charset="-122"/>
            </a:endParaRPr>
          </a:p>
          <a:p>
            <a:pPr defTabSz="457200" eaLnBrk="1" fontAlgn="auto" hangingPunct="1">
              <a:spcBef>
                <a:spcPts val="0"/>
              </a:spcBef>
              <a:spcAft>
                <a:spcPts val="0"/>
              </a:spcAft>
            </a:pPr>
            <a:r>
              <a:rPr kumimoji="0" lang="zh-CN" altLang="en-US" sz="2400" kern="0" dirty="0">
                <a:solidFill>
                  <a:srgbClr val="FFFFFF"/>
                </a:solidFill>
                <a:latin typeface="微软雅黑" panose="020B0503020204020204" charset="-122"/>
                <a:ea typeface="微软雅黑" panose="020B0503020204020204" charset="-122"/>
              </a:rPr>
              <a:t>一般不需要</a:t>
            </a:r>
            <a:endParaRPr kumimoji="0" lang="en-US" altLang="zh-CN" sz="2400" kern="0" dirty="0">
              <a:solidFill>
                <a:srgbClr val="FFFFFF"/>
              </a:solidFill>
              <a:latin typeface="微软雅黑" panose="020B0503020204020204" charset="-122"/>
              <a:ea typeface="微软雅黑" panose="020B0503020204020204" charset="-122"/>
            </a:endParaRPr>
          </a:p>
          <a:p>
            <a:pPr defTabSz="457200" eaLnBrk="1" fontAlgn="auto" hangingPunct="1">
              <a:spcBef>
                <a:spcPts val="0"/>
              </a:spcBef>
              <a:spcAft>
                <a:spcPts val="0"/>
              </a:spcAft>
            </a:pPr>
            <a:r>
              <a:rPr kumimoji="0" lang="zh-CN" altLang="en-US" sz="2400" kern="0" dirty="0">
                <a:solidFill>
                  <a:srgbClr val="FFFFFF"/>
                </a:solidFill>
                <a:latin typeface="微软雅黑" panose="020B0503020204020204" charset="-122"/>
                <a:ea typeface="微软雅黑" panose="020B0503020204020204" charset="-122"/>
              </a:rPr>
              <a:t>原创研究</a:t>
            </a:r>
            <a:endParaRPr kumimoji="0" lang="en-US" altLang="zh-CN" sz="2400" kern="0" dirty="0">
              <a:solidFill>
                <a:srgbClr val="FFFFFF"/>
              </a:solidFill>
              <a:latin typeface="微软雅黑" panose="020B0503020204020204" charset="-122"/>
              <a:ea typeface="微软雅黑" panose="020B0503020204020204" charset="-122"/>
            </a:endParaRPr>
          </a:p>
          <a:p>
            <a:pPr defTabSz="457200" eaLnBrk="1" fontAlgn="auto" hangingPunct="1">
              <a:spcBef>
                <a:spcPts val="0"/>
              </a:spcBef>
              <a:spcAft>
                <a:spcPts val="0"/>
              </a:spcAft>
            </a:pPr>
            <a:endParaRPr kumimoji="0" lang="en-US" altLang="zh-CN" sz="2400" kern="0" dirty="0">
              <a:solidFill>
                <a:srgbClr val="FFFFFF"/>
              </a:solidFill>
              <a:latin typeface="微软雅黑" panose="020B0503020204020204" charset="-122"/>
              <a:ea typeface="微软雅黑" panose="020B0503020204020204" charset="-122"/>
            </a:endParaRPr>
          </a:p>
          <a:p>
            <a:pPr defTabSz="457200" eaLnBrk="1" fontAlgn="auto" hangingPunct="1">
              <a:spcBef>
                <a:spcPts val="0"/>
              </a:spcBef>
              <a:spcAft>
                <a:spcPts val="0"/>
              </a:spcAft>
            </a:pPr>
            <a:r>
              <a:rPr kumimoji="0" lang="zh-CN" altLang="en-US" sz="2400" kern="0" dirty="0">
                <a:solidFill>
                  <a:srgbClr val="FFFFFF"/>
                </a:solidFill>
                <a:latin typeface="微软雅黑" panose="020B0503020204020204" charset="-122"/>
                <a:ea typeface="微软雅黑" panose="020B0503020204020204" charset="-122"/>
              </a:rPr>
              <a:t>注重体系性总结</a:t>
            </a:r>
            <a:endParaRPr kumimoji="0" lang="en-US" altLang="zh-CN" sz="2400" kern="0" dirty="0">
              <a:solidFill>
                <a:srgbClr val="FFFFFF"/>
              </a:solidFill>
              <a:latin typeface="微软雅黑" panose="020B0503020204020204" charset="-122"/>
              <a:ea typeface="微软雅黑" panose="020B0503020204020204" charset="-122"/>
            </a:endParaRPr>
          </a:p>
          <a:p>
            <a:pPr defTabSz="457200" eaLnBrk="1" fontAlgn="auto" hangingPunct="1">
              <a:spcBef>
                <a:spcPts val="0"/>
              </a:spcBef>
              <a:spcAft>
                <a:spcPts val="0"/>
              </a:spcAft>
            </a:pPr>
            <a:endParaRPr kumimoji="0" lang="en-US" altLang="zh-CN" sz="2400" kern="0" dirty="0">
              <a:solidFill>
                <a:srgbClr val="FFFFFF"/>
              </a:solidFill>
              <a:latin typeface="微软雅黑" panose="020B0503020204020204" charset="-122"/>
              <a:ea typeface="微软雅黑" panose="020B0503020204020204" charset="-122"/>
            </a:endParaRPr>
          </a:p>
          <a:p>
            <a:pPr defTabSz="457200" eaLnBrk="1" fontAlgn="auto" hangingPunct="1">
              <a:spcBef>
                <a:spcPts val="0"/>
              </a:spcBef>
              <a:spcAft>
                <a:spcPts val="0"/>
              </a:spcAft>
            </a:pPr>
            <a:r>
              <a:rPr kumimoji="0" lang="zh-CN" altLang="en-US" sz="2400" kern="0" dirty="0">
                <a:solidFill>
                  <a:srgbClr val="FFFFFF"/>
                </a:solidFill>
                <a:latin typeface="微软雅黑" panose="020B0503020204020204" charset="-122"/>
                <a:ea typeface="微软雅黑" panose="020B0503020204020204" charset="-122"/>
              </a:rPr>
              <a:t>为科研工作者们提供一揽子的参考</a:t>
            </a:r>
          </a:p>
        </p:txBody>
      </p:sp>
      <p:sp>
        <p:nvSpPr>
          <p:cNvPr id="3" name="Rectangle 2"/>
          <p:cNvSpPr>
            <a:spLocks noGrp="1" noChangeArrowheads="1"/>
          </p:cNvSpPr>
          <p:nvPr>
            <p:custDataLst>
              <p:tags r:id="rId4"/>
            </p:custDataLst>
          </p:nvPr>
        </p:nvSpPr>
        <p:spPr>
          <a:xfrm>
            <a:off x="1538605" y="44450"/>
            <a:ext cx="714184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48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4" name="内容占位符 3"/>
          <p:cNvSpPr>
            <a:spLocks noGrp="1"/>
          </p:cNvSpPr>
          <p:nvPr>
            <p:ph idx="4294967295"/>
            <p:custDataLst>
              <p:tags r:id="rId3"/>
            </p:custDataLst>
          </p:nvPr>
        </p:nvSpPr>
        <p:spPr>
          <a:xfrm>
            <a:off x="1042988" y="981075"/>
            <a:ext cx="8101012" cy="5327650"/>
          </a:xfrm>
        </p:spPr>
        <p:txBody>
          <a:bodyPr/>
          <a:lstStyle/>
          <a:p>
            <a:r>
              <a:rPr lang="zh-CN" altLang="en-US" sz="2400" dirty="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快速阅读一篇中文综述</a:t>
            </a:r>
          </a:p>
          <a:p>
            <a:r>
              <a:rPr lang="zh-CN" altLang="en-US" sz="2400" dirty="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请总结其逻辑结构</a:t>
            </a:r>
          </a:p>
        </p:txBody>
      </p:sp>
      <p:sp>
        <p:nvSpPr>
          <p:cNvPr id="3" name="标题 2"/>
          <p:cNvSpPr>
            <a:spLocks noGrp="1"/>
          </p:cNvSpPr>
          <p:nvPr>
            <p:custDataLst>
              <p:tags r:id="rId4"/>
            </p:custDataLst>
          </p:nvPr>
        </p:nvSpPr>
        <p:spPr>
          <a:xfrm>
            <a:off x="1200150" y="20638"/>
            <a:ext cx="7943850" cy="815975"/>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a:solidFill>
                  <a:schemeClr val="dk2">
                    <a:lumMod val="25000"/>
                  </a:schemeClr>
                </a:solidFill>
                <a:latin typeface="微软雅黑" panose="020B0503020204020204" charset="-122"/>
                <a:ea typeface="微软雅黑" panose="020B0503020204020204" charset="-122"/>
              </a:rPr>
              <a:t>课堂练习</a:t>
            </a:r>
          </a:p>
        </p:txBody>
      </p:sp>
      <p:sp>
        <p:nvSpPr>
          <p:cNvPr id="2" name="灯片编号占位符 1"/>
          <p:cNvSpPr>
            <a:spLocks noGrp="1"/>
          </p:cNvSpPr>
          <p:nvPr>
            <p:custDataLst>
              <p:tags r:id="rId5"/>
            </p:custDataLst>
          </p:nvPr>
        </p:nvSpPr>
        <p:spPr>
          <a:xfrm>
            <a:off x="7131050" y="6381750"/>
            <a:ext cx="1905000" cy="457200"/>
          </a:xfrm>
          <a:prstGeom prst="rect">
            <a:avLst/>
          </a:prstGeom>
          <a:noFill/>
          <a:ln w="9525">
            <a:noFill/>
            <a:miter lim="800000"/>
          </a:ln>
          <a:effectLst/>
        </p:spPr>
        <p:txBody>
          <a:bodyPr vert="horz" wrap="square" lIns="91440" tIns="45720" rIns="91440" bIns="45720" numCol="1" anchor="t" anchorCtr="0" compatLnSpc="1"/>
          <a:lstStyle>
            <a:defPPr>
              <a:defRPr lang="zh-CN"/>
            </a:defPPr>
            <a:lvl1pPr marL="0" algn="r" defTabSz="914400" rtl="0" eaLnBrk="1" latinLnBrk="0" hangingPunct="1">
              <a:defRPr kumimoji="0"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0"/>
              </a:spcAft>
            </a:pPr>
            <a:fld id="{669F32EB-EB52-496C-8041-1CB6674F8A2C}" type="slidenum">
              <a:rPr lang="en-US" altLang="zh-CN">
                <a:solidFill>
                  <a:schemeClr val="dk1"/>
                </a:solidFill>
                <a:latin typeface="微软雅黑" panose="020B0503020204020204" charset="-122"/>
                <a:ea typeface="微软雅黑" panose="020B0503020204020204" charset="-122"/>
              </a:rPr>
              <a:t>51</a:t>
            </a:fld>
            <a:endParaRPr lang="en-US" altLang="zh-CN">
              <a:solidFill>
                <a:schemeClr val="dk1"/>
              </a:solidFill>
              <a:latin typeface="微软雅黑" panose="020B0503020204020204" charset="-122"/>
              <a:ea typeface="微软雅黑" panose="020B0503020204020204" charset="-122"/>
            </a:endParaRPr>
          </a:p>
        </p:txBody>
      </p:sp>
      <p:pic>
        <p:nvPicPr>
          <p:cNvPr id="8" name="图片 7">
            <a:extLst>
              <a:ext uri="{FF2B5EF4-FFF2-40B4-BE49-F238E27FC236}">
                <a16:creationId xmlns:a16="http://schemas.microsoft.com/office/drawing/2014/main" id="{8F5071C7-7BEC-ABE6-449D-4DF5BC762C9A}"/>
              </a:ext>
            </a:extLst>
          </p:cNvPr>
          <p:cNvPicPr>
            <a:picLocks noChangeAspect="1"/>
          </p:cNvPicPr>
          <p:nvPr/>
        </p:nvPicPr>
        <p:blipFill>
          <a:blip r:embed="rId7"/>
          <a:stretch>
            <a:fillRect/>
          </a:stretch>
        </p:blipFill>
        <p:spPr>
          <a:xfrm>
            <a:off x="4860032" y="1053187"/>
            <a:ext cx="3795993" cy="5400000"/>
          </a:xfrm>
          <a:prstGeom prst="rect">
            <a:avLst/>
          </a:prstGeom>
        </p:spPr>
      </p:pic>
      <p:pic>
        <p:nvPicPr>
          <p:cNvPr id="9" name="图片 8">
            <a:extLst>
              <a:ext uri="{FF2B5EF4-FFF2-40B4-BE49-F238E27FC236}">
                <a16:creationId xmlns:a16="http://schemas.microsoft.com/office/drawing/2014/main" id="{EBE8E481-6500-E089-BD6E-94D604EEB3F6}"/>
              </a:ext>
            </a:extLst>
          </p:cNvPr>
          <p:cNvPicPr>
            <a:picLocks noChangeAspect="1"/>
          </p:cNvPicPr>
          <p:nvPr/>
        </p:nvPicPr>
        <p:blipFill>
          <a:blip r:embed="rId8">
            <a:extLst>
              <a:ext uri="{28A0092B-C50C-407E-A947-70E740481C1C}">
                <a14:useLocalDpi xmlns:a14="http://schemas.microsoft.com/office/drawing/2010/main" val="0"/>
              </a:ext>
            </a:extLst>
          </a:blip>
          <a:srcRect l="19054" t="39985" r="18261" b="6057"/>
          <a:stretch>
            <a:fillRect/>
          </a:stretch>
        </p:blipFill>
        <p:spPr>
          <a:xfrm>
            <a:off x="1341254" y="4799530"/>
            <a:ext cx="2880000" cy="1396628"/>
          </a:xfrm>
          <a:prstGeom prst="rect">
            <a:avLst/>
          </a:prstGeom>
          <a:ln w="19050" cap="sq">
            <a:solidFill>
              <a:schemeClr val="tx1">
                <a:lumMod val="65000"/>
                <a:lumOff val="35000"/>
              </a:schemeClr>
            </a:solidFill>
            <a:prstDash val="solid"/>
            <a:miter lim="800000"/>
          </a:ln>
          <a:effectLst>
            <a:outerShdw blurRad="50800" dist="38100" dir="2700000" algn="tl" rotWithShape="0">
              <a:srgbClr val="000000">
                <a:alpha val="43000"/>
              </a:srgbClr>
            </a:outerShdw>
          </a:effectLst>
        </p:spPr>
      </p:pic>
      <p:pic>
        <p:nvPicPr>
          <p:cNvPr id="10" name="图片 9">
            <a:extLst>
              <a:ext uri="{FF2B5EF4-FFF2-40B4-BE49-F238E27FC236}">
                <a16:creationId xmlns:a16="http://schemas.microsoft.com/office/drawing/2014/main" id="{5040137A-37CD-D1D4-5BC0-0600849DD20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331640" y="2382948"/>
            <a:ext cx="2880000" cy="2293810"/>
          </a:xfrm>
          <a:prstGeom prst="rect">
            <a:avLst/>
          </a:prstGeom>
          <a:ln>
            <a:solidFill>
              <a:schemeClr val="tx1"/>
            </a:solidFill>
          </a:ln>
        </p:spPr>
      </p:pic>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914400" y="635000"/>
            <a:ext cx="7315200" cy="2143125"/>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假设你需要向一个期刊投稿，需要写封信介绍自己和你们的工作吗？</a:t>
            </a:r>
          </a:p>
        </p:txBody>
      </p:sp>
      <p:sp>
        <p:nvSpPr>
          <p:cNvPr id="6" name="文本框 5"/>
          <p:cNvSpPr txBox="1"/>
          <p:nvPr>
            <p:custDataLst>
              <p:tags r:id="rId3"/>
            </p:custDataLst>
          </p:nvPr>
        </p:nvSpPr>
        <p:spPr>
          <a:xfrm>
            <a:off x="1828800" y="2785745"/>
            <a:ext cx="64008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需要</a:t>
            </a:r>
          </a:p>
        </p:txBody>
      </p:sp>
      <p:sp>
        <p:nvSpPr>
          <p:cNvPr id="7" name="文本框 6"/>
          <p:cNvSpPr txBox="1"/>
          <p:nvPr>
            <p:custDataLst>
              <p:tags r:id="rId4"/>
            </p:custDataLst>
          </p:nvPr>
        </p:nvSpPr>
        <p:spPr>
          <a:xfrm>
            <a:off x="1828800" y="3642995"/>
            <a:ext cx="64008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不需要</a:t>
            </a:r>
          </a:p>
        </p:txBody>
      </p:sp>
      <p:sp>
        <p:nvSpPr>
          <p:cNvPr id="10" name="椭圆 9"/>
          <p:cNvSpPr>
            <a:spLocks noChangeAspect="1"/>
          </p:cNvSpPr>
          <p:nvPr>
            <p:custDataLst>
              <p:tags r:id="rId5"/>
            </p:custDataLst>
          </p:nvPr>
        </p:nvSpPr>
        <p:spPr>
          <a:xfrm>
            <a:off x="1114425" y="2849880"/>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marL="0" indent="0" algn="ctr"/>
            <a:r>
              <a:rPr lang="zh-CN" altLang="en-US" sz="1600">
                <a:solidFill>
                  <a:srgbClr val="FFFFFF"/>
                </a:solidFill>
                <a:latin typeface="微软雅黑" panose="020B0503020204020204" charset="-122"/>
                <a:ea typeface="微软雅黑" panose="020B0503020204020204" charset="-122"/>
              </a:rPr>
              <a:t>A</a:t>
            </a:r>
          </a:p>
        </p:txBody>
      </p:sp>
      <p:sp>
        <p:nvSpPr>
          <p:cNvPr id="11" name="椭圆 10"/>
          <p:cNvSpPr>
            <a:spLocks noChangeAspect="1"/>
          </p:cNvSpPr>
          <p:nvPr>
            <p:custDataLst>
              <p:tags r:id="rId6"/>
            </p:custDataLst>
          </p:nvPr>
        </p:nvSpPr>
        <p:spPr>
          <a:xfrm>
            <a:off x="1114425" y="3707130"/>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marL="0" indent="0" algn="ctr"/>
            <a:r>
              <a:rPr lang="zh-CN" altLang="en-US" sz="1600">
                <a:solidFill>
                  <a:srgbClr val="FFFFFF"/>
                </a:solidFill>
                <a:latin typeface="微软雅黑" panose="020B0503020204020204" charset="-122"/>
                <a:ea typeface="微软雅黑" panose="020B0503020204020204" charset="-122"/>
              </a:rPr>
              <a:t>B</a:t>
            </a:r>
          </a:p>
        </p:txBody>
      </p:sp>
      <p:sp>
        <p:nvSpPr>
          <p:cNvPr id="14" name="圆角矩形 13"/>
          <p:cNvSpPr/>
          <p:nvPr>
            <p:custDataLst>
              <p:tags r:id="rId7"/>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grpSp>
        <p:nvGrpSpPr>
          <p:cNvPr id="19" name="组合 18"/>
          <p:cNvGrpSpPr/>
          <p:nvPr>
            <p:custDataLst>
              <p:tags r:id="rId8"/>
            </p:custDataLst>
          </p:nvPr>
        </p:nvGrpSpPr>
        <p:grpSpPr>
          <a:xfrm>
            <a:off x="0" y="0"/>
            <a:ext cx="9144000" cy="635000"/>
            <a:chOff x="0" y="0"/>
            <a:chExt cx="14400" cy="1000"/>
          </a:xfrm>
        </p:grpSpPr>
        <p:sp>
          <p:nvSpPr>
            <p:cNvPr id="15" name="TitleBackground"/>
            <p:cNvSpPr/>
            <p:nvPr>
              <p:custDataLst>
                <p:tags r:id="rId10"/>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 name="ColorBlock"/>
            <p:cNvSpPr/>
            <p:nvPr>
              <p:custDataLst>
                <p:tags r:id="rId11"/>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7" name="TypeText"/>
            <p:cNvSpPr txBox="1"/>
            <p:nvPr>
              <p:custDataLst>
                <p:tags r:id="rId12"/>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投票</a:t>
              </a:r>
            </a:p>
          </p:txBody>
        </p:sp>
        <p:sp>
          <p:nvSpPr>
            <p:cNvPr id="18" name="TipText"/>
            <p:cNvSpPr txBox="1"/>
            <p:nvPr>
              <p:custDataLst>
                <p:tags r:id="rId13"/>
              </p:custDataLst>
            </p:nvPr>
          </p:nvSpPr>
          <p:spPr>
            <a:xfrm>
              <a:off x="188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最多可选1项</a:t>
              </a:r>
            </a:p>
          </p:txBody>
        </p:sp>
      </p:grpSp>
      <p:pic>
        <p:nvPicPr>
          <p:cNvPr id="4" name="图片 3" descr="tmpAF18"/>
          <p:cNvPicPr>
            <a:picLocks noChangeAspect="1"/>
          </p:cNvPicPr>
          <p:nvPr>
            <p:custDataLst>
              <p:tags r:id="rId9"/>
            </p:custDataLst>
          </p:nvPr>
        </p:nvPicPr>
        <p:blipFill>
          <a:blip r:embed="rId15"/>
          <a:stretch>
            <a:fillRect/>
          </a:stretch>
        </p:blipFill>
        <p:spPr>
          <a:xfrm>
            <a:off x="7594600" y="63500"/>
            <a:ext cx="1422400" cy="508000"/>
          </a:xfrm>
          <a:prstGeom prst="rect">
            <a:avLst/>
          </a:prstGeom>
        </p:spPr>
      </p:pic>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3" name="内容占位符 2"/>
          <p:cNvSpPr>
            <a:spLocks noGrp="1"/>
          </p:cNvSpPr>
          <p:nvPr>
            <p:ph idx="4294967295"/>
            <p:custDataLst>
              <p:tags r:id="rId4"/>
            </p:custDataLst>
          </p:nvPr>
        </p:nvSpPr>
        <p:spPr>
          <a:xfrm>
            <a:off x="1042988" y="981075"/>
            <a:ext cx="8101012" cy="5327650"/>
          </a:xfrm>
        </p:spPr>
        <p:txBody>
          <a:bodyPr/>
          <a:lstStyle/>
          <a:p>
            <a:r>
              <a:rPr lang="zh-CN" altLang="en-US">
                <a:solidFill>
                  <a:schemeClr val="dk1">
                    <a:lumMod val="75000"/>
                    <a:lumOff val="25000"/>
                  </a:schemeClr>
                </a:solidFill>
                <a:latin typeface="微软雅黑" panose="020B0503020204020204" charset="-122"/>
                <a:ea typeface="微软雅黑" panose="020B0503020204020204" charset="-122"/>
              </a:rPr>
              <a:t>给编辑、审稿人</a:t>
            </a:r>
          </a:p>
        </p:txBody>
      </p:sp>
      <p:sp>
        <p:nvSpPr>
          <p:cNvPr id="2" name="标题 1"/>
          <p:cNvSpPr>
            <a:spLocks noGrp="1"/>
          </p:cNvSpPr>
          <p:nvPr>
            <p:custDataLst>
              <p:tags r:id="rId5"/>
            </p:custDataLst>
          </p:nvPr>
        </p:nvSpPr>
        <p:spPr>
          <a:xfrm>
            <a:off x="889635" y="20955"/>
            <a:ext cx="8254365" cy="815975"/>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sz="4000">
                <a:solidFill>
                  <a:schemeClr val="dk2">
                    <a:lumMod val="25000"/>
                  </a:schemeClr>
                </a:solidFill>
                <a:latin typeface="微软雅黑" panose="020B0503020204020204" charset="-122"/>
                <a:ea typeface="微软雅黑" panose="020B0503020204020204" charset="-122"/>
                <a:cs typeface="微软雅黑" panose="020B0503020204020204" charset="-122"/>
              </a:rPr>
              <a:t>投稿需要的投稿信（</a:t>
            </a:r>
            <a:r>
              <a:rPr lang="en-US" altLang="zh-CN" sz="4000">
                <a:solidFill>
                  <a:schemeClr val="dk2">
                    <a:lumMod val="25000"/>
                  </a:schemeClr>
                </a:solidFill>
                <a:latin typeface="微软雅黑" panose="020B0503020204020204" charset="-122"/>
                <a:ea typeface="微软雅黑" panose="020B0503020204020204" charset="-122"/>
                <a:cs typeface="微软雅黑" panose="020B0503020204020204" charset="-122"/>
                <a:sym typeface="+mn-ea"/>
              </a:rPr>
              <a:t>Cover Letter</a:t>
            </a:r>
            <a:r>
              <a:rPr lang="zh-CN" altLang="en-US" sz="4000">
                <a:solidFill>
                  <a:schemeClr val="dk2">
                    <a:lumMod val="25000"/>
                  </a:schemeClr>
                </a:solidFill>
                <a:latin typeface="微软雅黑" panose="020B0503020204020204" charset="-122"/>
                <a:ea typeface="微软雅黑" panose="020B0503020204020204" charset="-122"/>
                <a:cs typeface="微软雅黑" panose="020B0503020204020204" charset="-122"/>
              </a:rPr>
              <a:t>）</a:t>
            </a:r>
          </a:p>
        </p:txBody>
      </p:sp>
      <p:sp>
        <p:nvSpPr>
          <p:cNvPr id="4" name="灯片编号占位符 3"/>
          <p:cNvSpPr>
            <a:spLocks noGrp="1"/>
          </p:cNvSpPr>
          <p:nvPr>
            <p:custDataLst>
              <p:tags r:id="rId6"/>
            </p:custDataLst>
          </p:nvPr>
        </p:nvSpPr>
        <p:spPr>
          <a:xfrm>
            <a:off x="7131050" y="6381750"/>
            <a:ext cx="1905000" cy="457200"/>
          </a:xfrm>
          <a:prstGeom prst="rect">
            <a:avLst/>
          </a:prstGeom>
          <a:noFill/>
          <a:ln w="9525">
            <a:noFill/>
            <a:miter lim="800000"/>
          </a:ln>
          <a:effectLst/>
        </p:spPr>
        <p:txBody>
          <a:bodyPr vert="horz" wrap="square" lIns="91440" tIns="45720" rIns="91440" bIns="45720" numCol="1" anchor="t" anchorCtr="0" compatLnSpc="1"/>
          <a:lstStyle>
            <a:defPPr>
              <a:defRPr lang="zh-CN"/>
            </a:defPPr>
            <a:lvl1pPr marL="0" algn="r" defTabSz="914400" rtl="0" eaLnBrk="1" latinLnBrk="0" hangingPunct="1">
              <a:defRPr kumimoji="0"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0"/>
              </a:spcAft>
            </a:pPr>
            <a:fld id="{4C21688C-5B52-4BD3-834B-6160E83B77D2}" type="slidenum">
              <a:rPr lang="en-US" altLang="zh-CN">
                <a:solidFill>
                  <a:schemeClr val="dk1"/>
                </a:solidFill>
                <a:latin typeface="微软雅黑" panose="020B0503020204020204" charset="-122"/>
                <a:ea typeface="微软雅黑" panose="020B0503020204020204" charset="-122"/>
              </a:rPr>
              <a:t>53</a:t>
            </a:fld>
            <a:endParaRPr lang="en-US" altLang="zh-CN">
              <a:solidFill>
                <a:schemeClr val="dk1"/>
              </a:solidFill>
              <a:latin typeface="微软雅黑" panose="020B0503020204020204" charset="-122"/>
              <a:ea typeface="微软雅黑" panose="020B0503020204020204" charset="-122"/>
            </a:endParaRPr>
          </a:p>
        </p:txBody>
      </p:sp>
      <p:pic>
        <p:nvPicPr>
          <p:cNvPr id="8" name="图片 7">
            <a:extLst>
              <a:ext uri="{FF2B5EF4-FFF2-40B4-BE49-F238E27FC236}">
                <a16:creationId xmlns:a16="http://schemas.microsoft.com/office/drawing/2014/main" id="{B286E8EE-557F-DCFF-BC28-2005B7BC65C3}"/>
              </a:ext>
            </a:extLst>
          </p:cNvPr>
          <p:cNvPicPr>
            <a:picLocks noChangeAspect="1"/>
          </p:cNvPicPr>
          <p:nvPr/>
        </p:nvPicPr>
        <p:blipFill>
          <a:blip r:embed="rId8"/>
          <a:stretch>
            <a:fillRect/>
          </a:stretch>
        </p:blipFill>
        <p:spPr>
          <a:xfrm>
            <a:off x="677444" y="1244160"/>
            <a:ext cx="3960000" cy="5366190"/>
          </a:xfrm>
          <a:prstGeom prst="rect">
            <a:avLst/>
          </a:prstGeom>
        </p:spPr>
      </p:pic>
      <p:pic>
        <p:nvPicPr>
          <p:cNvPr id="11" name="图片 10">
            <a:extLst>
              <a:ext uri="{FF2B5EF4-FFF2-40B4-BE49-F238E27FC236}">
                <a16:creationId xmlns:a16="http://schemas.microsoft.com/office/drawing/2014/main" id="{5CB94392-A463-3157-B72F-5BFB4014E297}"/>
              </a:ext>
            </a:extLst>
          </p:cNvPr>
          <p:cNvPicPr>
            <a:picLocks noChangeAspect="1"/>
          </p:cNvPicPr>
          <p:nvPr/>
        </p:nvPicPr>
        <p:blipFill>
          <a:blip r:embed="rId9"/>
          <a:stretch>
            <a:fillRect/>
          </a:stretch>
        </p:blipFill>
        <p:spPr>
          <a:xfrm>
            <a:off x="4572000" y="1317600"/>
            <a:ext cx="3600000" cy="4631680"/>
          </a:xfrm>
          <a:prstGeom prst="rect">
            <a:avLst/>
          </a:prstGeom>
        </p:spPr>
      </p:pic>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14340" name="矩形 3"/>
          <p:cNvSpPr>
            <a:spLocks noChangeArrowheads="1"/>
          </p:cNvSpPr>
          <p:nvPr/>
        </p:nvSpPr>
        <p:spPr bwMode="auto">
          <a:xfrm>
            <a:off x="827088" y="885825"/>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2.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怎么寻找别人写的综述呢</a:t>
            </a:r>
          </a:p>
        </p:txBody>
      </p:sp>
      <p:sp>
        <p:nvSpPr>
          <p:cNvPr id="5" name="矩形 4"/>
          <p:cNvSpPr/>
          <p:nvPr>
            <p:custDataLst>
              <p:tags r:id="rId4"/>
            </p:custDataLst>
          </p:nvPr>
        </p:nvSpPr>
        <p:spPr>
          <a:xfrm>
            <a:off x="831850" y="1460500"/>
            <a:ext cx="3092450" cy="1441450"/>
          </a:xfrm>
          <a:prstGeom prst="rect">
            <a:avLst/>
          </a:prstGeom>
          <a:solidFill>
            <a:schemeClr val="accent1"/>
          </a:solidFill>
          <a:ln w="12700" cap="flat" cmpd="sng" algn="ctr">
            <a:noFill/>
            <a:prstDash val="solid"/>
            <a:miter lim="800000"/>
          </a:ln>
          <a:effectLst/>
        </p:spPr>
        <p:txBody>
          <a:bodyPr anchor="ctr"/>
          <a:lstStyle/>
          <a:p>
            <a:pPr defTabSz="457200" eaLnBrk="1" fontAlgn="auto" hangingPunct="1">
              <a:spcBef>
                <a:spcPts val="0"/>
              </a:spcBef>
              <a:spcAft>
                <a:spcPts val="0"/>
              </a:spcAft>
            </a:pPr>
            <a:r>
              <a:rPr kumimoji="0" lang="zh-CN" altLang="en-US" sz="2400" kern="0" dirty="0">
                <a:solidFill>
                  <a:schemeClr val="lt1"/>
                </a:solidFill>
                <a:latin typeface="微软雅黑" panose="020B0503020204020204" charset="-122"/>
                <a:ea typeface="微软雅黑" panose="020B0503020204020204" charset="-122"/>
                <a:cs typeface="微软雅黑" panose="020B0503020204020204" charset="-122"/>
              </a:rPr>
              <a:t>中文：知网</a:t>
            </a:r>
            <a:endParaRPr kumimoji="0" lang="en-US" altLang="zh-CN" sz="2400" kern="0" dirty="0">
              <a:solidFill>
                <a:schemeClr val="lt1"/>
              </a:solidFill>
              <a:latin typeface="微软雅黑" panose="020B0503020204020204" charset="-122"/>
              <a:ea typeface="微软雅黑" panose="020B0503020204020204" charset="-122"/>
              <a:cs typeface="微软雅黑" panose="020B0503020204020204" charset="-122"/>
            </a:endParaRPr>
          </a:p>
          <a:p>
            <a:pPr defTabSz="457200" eaLnBrk="1" fontAlgn="auto" hangingPunct="1">
              <a:spcBef>
                <a:spcPts val="0"/>
              </a:spcBef>
              <a:spcAft>
                <a:spcPts val="0"/>
              </a:spcAft>
            </a:pPr>
            <a:r>
              <a:rPr kumimoji="0" lang="zh-CN" altLang="en-US" sz="2400" kern="0" dirty="0">
                <a:solidFill>
                  <a:schemeClr val="lt1"/>
                </a:solidFill>
                <a:latin typeface="微软雅黑" panose="020B0503020204020204" charset="-122"/>
                <a:ea typeface="微软雅黑" panose="020B0503020204020204" charset="-122"/>
                <a:cs typeface="微软雅黑" panose="020B0503020204020204" charset="-122"/>
              </a:rPr>
              <a:t>英文：</a:t>
            </a:r>
            <a:r>
              <a:rPr kumimoji="0" lang="en-US" altLang="zh-CN" sz="2400" kern="0" dirty="0">
                <a:solidFill>
                  <a:schemeClr val="lt1"/>
                </a:solidFill>
                <a:latin typeface="微软雅黑" panose="020B0503020204020204" charset="-122"/>
                <a:ea typeface="微软雅黑" panose="020B0503020204020204" charset="-122"/>
                <a:cs typeface="微软雅黑" panose="020B0503020204020204" charset="-122"/>
              </a:rPr>
              <a:t>Google Scholar</a:t>
            </a:r>
            <a:r>
              <a:rPr kumimoji="0" lang="zh-CN" altLang="en-US" sz="2400" kern="0" dirty="0">
                <a:solidFill>
                  <a:schemeClr val="lt1"/>
                </a:solidFill>
                <a:latin typeface="微软雅黑" panose="020B0503020204020204" charset="-122"/>
                <a:ea typeface="微软雅黑" panose="020B0503020204020204" charset="-122"/>
                <a:cs typeface="微软雅黑" panose="020B0503020204020204" charset="-122"/>
              </a:rPr>
              <a:t>（镜像：</a:t>
            </a:r>
            <a:r>
              <a:rPr kumimoji="0" lang="en-US" altLang="zh-CN" sz="2400" kern="0" dirty="0">
                <a:solidFill>
                  <a:schemeClr val="lt1"/>
                </a:solidFill>
                <a:latin typeface="微软雅黑" panose="020B0503020204020204" charset="-122"/>
                <a:ea typeface="微软雅黑" panose="020B0503020204020204" charset="-122"/>
                <a:cs typeface="微软雅黑" panose="020B0503020204020204" charset="-122"/>
              </a:rPr>
              <a:t>lanfanshu.cn</a:t>
            </a:r>
            <a:r>
              <a:rPr kumimoji="0" lang="zh-CN" altLang="en-US" sz="2400" kern="0" dirty="0">
                <a:solidFill>
                  <a:schemeClr val="lt1"/>
                </a:solidFill>
                <a:latin typeface="微软雅黑" panose="020B0503020204020204" charset="-122"/>
                <a:ea typeface="微软雅黑" panose="020B0503020204020204" charset="-122"/>
                <a:cs typeface="微软雅黑" panose="020B0503020204020204" charset="-122"/>
              </a:rPr>
              <a:t>）</a:t>
            </a:r>
          </a:p>
        </p:txBody>
      </p:sp>
      <p:pic>
        <p:nvPicPr>
          <p:cNvPr id="14342" name="图片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56038" y="1460500"/>
            <a:ext cx="5248275" cy="233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3" name="矩形 6"/>
          <p:cNvSpPr>
            <a:spLocks noChangeArrowheads="1"/>
          </p:cNvSpPr>
          <p:nvPr/>
        </p:nvSpPr>
        <p:spPr bwMode="auto">
          <a:xfrm>
            <a:off x="4071938" y="2532063"/>
            <a:ext cx="254571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1800">
                <a:solidFill>
                  <a:srgbClr val="000000"/>
                </a:solidFill>
                <a:latin typeface="微软雅黑" panose="020B0503020204020204" charset="-122"/>
                <a:ea typeface="微软雅黑" panose="020B0503020204020204" charset="-122"/>
                <a:cs typeface="微软雅黑" panose="020B0503020204020204" charset="-122"/>
              </a:rPr>
              <a:t>输入关键词，和</a:t>
            </a:r>
            <a:r>
              <a:rPr kumimoji="0" lang="en-US" altLang="zh-CN" sz="1800">
                <a:solidFill>
                  <a:srgbClr val="000000"/>
                </a:solidFill>
                <a:latin typeface="微软雅黑" panose="020B0503020204020204" charset="-122"/>
                <a:ea typeface="微软雅黑" panose="020B0503020204020204" charset="-122"/>
                <a:cs typeface="微软雅黑" panose="020B0503020204020204" charset="-122"/>
              </a:rPr>
              <a:t>Review</a:t>
            </a:r>
          </a:p>
        </p:txBody>
      </p:sp>
      <p:pic>
        <p:nvPicPr>
          <p:cNvPr id="14344" name="图片 7"/>
          <p:cNvPicPr>
            <a:picLocks noChangeAspect="1" noChangeArrowheads="1"/>
          </p:cNvPicPr>
          <p:nvPr/>
        </p:nvPicPr>
        <p:blipFill>
          <a:blip r:embed="rId11">
            <a:extLst>
              <a:ext uri="{28A0092B-C50C-407E-A947-70E740481C1C}">
                <a14:useLocalDpi xmlns:a14="http://schemas.microsoft.com/office/drawing/2010/main" val="0"/>
              </a:ext>
            </a:extLst>
          </a:blip>
          <a:srcRect r="909"/>
          <a:stretch>
            <a:fillRect/>
          </a:stretch>
        </p:blipFill>
        <p:spPr bwMode="auto">
          <a:xfrm>
            <a:off x="1270000" y="3405188"/>
            <a:ext cx="78422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5" name="图片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3438" y="3981450"/>
            <a:ext cx="4025900" cy="250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p:nvPr>
            <p:custDataLst>
              <p:tags r:id="rId5"/>
            </p:custDataLst>
          </p:nvPr>
        </p:nvSpPr>
        <p:spPr>
          <a:xfrm>
            <a:off x="820738" y="4756150"/>
            <a:ext cx="3468687" cy="809625"/>
          </a:xfrm>
          <a:prstGeom prst="rect">
            <a:avLst/>
          </a:prstGeom>
          <a:noFill/>
          <a:ln w="28575" cap="flat" cmpd="sng" algn="ctr">
            <a:solidFill>
              <a:schemeClr val="accent1">
                <a:lumMod val="40000"/>
                <a:lumOff val="60000"/>
              </a:schemeClr>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white"/>
              </a:solidFill>
              <a:latin typeface="微软雅黑" panose="020B0503020204020204" charset="-122"/>
              <a:ea typeface="微软雅黑" panose="020B0503020204020204" charset="-122"/>
            </a:endParaRPr>
          </a:p>
        </p:txBody>
      </p:sp>
      <p:sp>
        <p:nvSpPr>
          <p:cNvPr id="14347" name="矩形 11"/>
          <p:cNvSpPr>
            <a:spLocks noChangeArrowheads="1"/>
          </p:cNvSpPr>
          <p:nvPr/>
        </p:nvSpPr>
        <p:spPr bwMode="auto">
          <a:xfrm>
            <a:off x="6088063" y="3471863"/>
            <a:ext cx="2079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1800">
                <a:solidFill>
                  <a:srgbClr val="000000"/>
                </a:solidFill>
                <a:latin typeface="微软雅黑" panose="020B0503020204020204" charset="-122"/>
                <a:ea typeface="微软雅黑" panose="020B0503020204020204" charset="-122"/>
                <a:cs typeface="微软雅黑" panose="020B0503020204020204" charset="-122"/>
              </a:rPr>
              <a:t>比如我们想搜 雷达</a:t>
            </a:r>
          </a:p>
        </p:txBody>
      </p:sp>
      <p:sp>
        <p:nvSpPr>
          <p:cNvPr id="14348" name="矩形 12"/>
          <p:cNvSpPr>
            <a:spLocks noChangeArrowheads="1"/>
          </p:cNvSpPr>
          <p:nvPr/>
        </p:nvSpPr>
        <p:spPr bwMode="auto">
          <a:xfrm>
            <a:off x="3455988" y="5256213"/>
            <a:ext cx="8686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1800">
                <a:solidFill>
                  <a:srgbClr val="000000"/>
                </a:solidFill>
                <a:latin typeface="微软雅黑" panose="020B0503020204020204" charset="-122"/>
                <a:ea typeface="微软雅黑" panose="020B0503020204020204" charset="-122"/>
              </a:rPr>
              <a:t>打开它</a:t>
            </a:r>
          </a:p>
        </p:txBody>
      </p:sp>
      <p:pic>
        <p:nvPicPr>
          <p:cNvPr id="14349" name="图片 13"/>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668838" y="4078288"/>
            <a:ext cx="4487862" cy="220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右箭头 12"/>
          <p:cNvSpPr/>
          <p:nvPr>
            <p:custDataLst>
              <p:tags r:id="rId6"/>
            </p:custDataLst>
          </p:nvPr>
        </p:nvSpPr>
        <p:spPr>
          <a:xfrm>
            <a:off x="4302125" y="5021263"/>
            <a:ext cx="701675" cy="274637"/>
          </a:xfrm>
          <a:prstGeom prst="rightArrow">
            <a:avLst/>
          </a:prstGeom>
          <a:solidFill>
            <a:schemeClr val="accent5">
              <a:lumMod val="50000"/>
            </a:schemeClr>
          </a:solidFill>
          <a:ln w="12700" cap="flat" cmpd="sng" algn="ctr">
            <a:solidFill>
              <a:schemeClr val="accent5">
                <a:lumMod val="50000"/>
              </a:schemeClr>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white"/>
              </a:solidFill>
              <a:latin typeface="微软雅黑" panose="020B0503020204020204" charset="-122"/>
              <a:ea typeface="微软雅黑" panose="020B0503020204020204" charset="-122"/>
            </a:endParaRPr>
          </a:p>
        </p:txBody>
      </p:sp>
      <p:sp>
        <p:nvSpPr>
          <p:cNvPr id="14351" name="矩形 15"/>
          <p:cNvSpPr>
            <a:spLocks noChangeArrowheads="1"/>
          </p:cNvSpPr>
          <p:nvPr/>
        </p:nvSpPr>
        <p:spPr bwMode="auto">
          <a:xfrm>
            <a:off x="6864350" y="6132513"/>
            <a:ext cx="1303655"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en-US" altLang="zh-CN" sz="1800">
                <a:solidFill>
                  <a:srgbClr val="000000"/>
                </a:solidFill>
                <a:latin typeface="微软雅黑" panose="020B0503020204020204" charset="-122"/>
                <a:ea typeface="微软雅黑" panose="020B0503020204020204" charset="-122"/>
                <a:cs typeface="微软雅黑" panose="020B0503020204020204" charset="-122"/>
              </a:rPr>
              <a:t>PDF</a:t>
            </a:r>
            <a:r>
              <a:rPr kumimoji="0" lang="zh-CN" altLang="en-US" sz="1800">
                <a:solidFill>
                  <a:srgbClr val="000000"/>
                </a:solidFill>
                <a:latin typeface="微软雅黑" panose="020B0503020204020204" charset="-122"/>
                <a:ea typeface="微软雅黑" panose="020B0503020204020204" charset="-122"/>
                <a:cs typeface="微软雅黑" panose="020B0503020204020204" charset="-122"/>
              </a:rPr>
              <a:t>在这里</a:t>
            </a:r>
            <a:endParaRPr kumimoji="0" lang="en-US" altLang="zh-CN" sz="1800">
              <a:solidFill>
                <a:srgbClr val="000000"/>
              </a:solidFill>
              <a:latin typeface="微软雅黑" panose="020B0503020204020204" charset="-122"/>
              <a:ea typeface="微软雅黑" panose="020B0503020204020204" charset="-122"/>
              <a:cs typeface="微软雅黑" panose="020B0503020204020204" charset="-122"/>
            </a:endParaRPr>
          </a:p>
          <a:p>
            <a:pPr eaLnBrk="1" hangingPunct="1">
              <a:spcBef>
                <a:spcPts val="0"/>
              </a:spcBef>
              <a:buFontTx/>
              <a:buNone/>
            </a:pPr>
            <a:r>
              <a:rPr kumimoji="0" lang="zh-CN" altLang="en-US" sz="1800">
                <a:solidFill>
                  <a:srgbClr val="000000"/>
                </a:solidFill>
                <a:latin typeface="微软雅黑" panose="020B0503020204020204" charset="-122"/>
                <a:ea typeface="微软雅黑" panose="020B0503020204020204" charset="-122"/>
                <a:cs typeface="微软雅黑" panose="020B0503020204020204" charset="-122"/>
              </a:rPr>
              <a:t>照猫画虎</a:t>
            </a:r>
          </a:p>
        </p:txBody>
      </p:sp>
      <p:sp>
        <p:nvSpPr>
          <p:cNvPr id="17" name="矩形 16"/>
          <p:cNvSpPr/>
          <p:nvPr>
            <p:custDataLst>
              <p:tags r:id="rId7"/>
            </p:custDataLst>
          </p:nvPr>
        </p:nvSpPr>
        <p:spPr>
          <a:xfrm>
            <a:off x="6864350" y="5957888"/>
            <a:ext cx="1130300" cy="808037"/>
          </a:xfrm>
          <a:prstGeom prst="rect">
            <a:avLst/>
          </a:prstGeom>
          <a:noFill/>
          <a:ln w="28575" cap="flat" cmpd="sng" algn="ctr">
            <a:solidFill>
              <a:schemeClr val="accent1"/>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white"/>
              </a:solidFill>
              <a:latin typeface="微软雅黑" panose="020B0503020204020204" charset="-122"/>
              <a:ea typeface="微软雅黑" panose="020B0503020204020204" charset="-122"/>
            </a:endParaRPr>
          </a:p>
        </p:txBody>
      </p:sp>
      <p:sp>
        <p:nvSpPr>
          <p:cNvPr id="2" name="Rectangle 2"/>
          <p:cNvSpPr>
            <a:spLocks noGrp="1" noChangeArrowheads="1"/>
          </p:cNvSpPr>
          <p:nvPr>
            <p:custDataLst>
              <p:tags r:id="rId8"/>
            </p:custDataLst>
          </p:nvPr>
        </p:nvSpPr>
        <p:spPr>
          <a:xfrm>
            <a:off x="1538605" y="44450"/>
            <a:ext cx="714184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48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3"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2"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4" name="矩形 3"/>
          <p:cNvSpPr/>
          <p:nvPr>
            <p:custDataLst>
              <p:tags r:id="rId4"/>
            </p:custDataLst>
          </p:nvPr>
        </p:nvSpPr>
        <p:spPr>
          <a:xfrm>
            <a:off x="827088" y="1484313"/>
            <a:ext cx="1441450" cy="5040312"/>
          </a:xfrm>
          <a:prstGeom prst="rect">
            <a:avLst/>
          </a:prstGeom>
          <a:solidFill>
            <a:schemeClr val="accent1"/>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流程</a:t>
            </a:r>
            <a:endParaRPr kumimoji="0" lang="en-US" altLang="zh-CN" sz="1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要求</a:t>
            </a:r>
            <a:endParaRPr kumimoji="0" lang="en-US" altLang="zh-CN" sz="1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endParaRPr kumimoji="0" lang="en-US" altLang="zh-CN" sz="1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请统一</a:t>
            </a:r>
          </a:p>
        </p:txBody>
      </p:sp>
      <p:sp>
        <p:nvSpPr>
          <p:cNvPr id="15365" name="矩形 4"/>
          <p:cNvSpPr>
            <a:spLocks noChangeArrowheads="1"/>
          </p:cNvSpPr>
          <p:nvPr>
            <p:custDataLst>
              <p:tags r:id="rId5"/>
            </p:custDataLst>
          </p:nvPr>
        </p:nvSpPr>
        <p:spPr bwMode="auto">
          <a:xfrm>
            <a:off x="827088" y="912813"/>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chemeClr val="dk1"/>
                </a:solidFill>
                <a:latin typeface="微软雅黑" panose="020B0503020204020204" charset="-122"/>
                <a:ea typeface="微软雅黑" panose="020B0503020204020204" charset="-122"/>
                <a:cs typeface="微软雅黑" panose="020B0503020204020204" charset="-122"/>
              </a:rPr>
              <a:t>2. </a:t>
            </a:r>
            <a:r>
              <a:rPr kumimoji="0" lang="zh-CN" altLang="en-US" sz="2000" b="1">
                <a:solidFill>
                  <a:schemeClr val="dk1"/>
                </a:solidFill>
                <a:latin typeface="微软雅黑" panose="020B0503020204020204" charset="-122"/>
                <a:ea typeface="微软雅黑" panose="020B0503020204020204" charset="-122"/>
                <a:cs typeface="微软雅黑" panose="020B0503020204020204" charset="-122"/>
              </a:rPr>
              <a:t>我们要求的综述报告长什么样？流程要求</a:t>
            </a:r>
          </a:p>
        </p:txBody>
      </p:sp>
      <p:sp>
        <p:nvSpPr>
          <p:cNvPr id="6" name="矩形 5"/>
          <p:cNvSpPr/>
          <p:nvPr/>
        </p:nvSpPr>
        <p:spPr>
          <a:xfrm>
            <a:off x="2339975" y="1489075"/>
            <a:ext cx="5133975" cy="5077460"/>
          </a:xfrm>
          <a:prstGeom prst="rect">
            <a:avLst/>
          </a:prstGeom>
        </p:spPr>
        <p:txBody>
          <a:bodyPr>
            <a:spAutoFit/>
          </a:bodyPr>
          <a:lstStyle/>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rgbClr val="000000"/>
                </a:solidFill>
                <a:latin typeface="微软雅黑" panose="020B0503020204020204" charset="-122"/>
                <a:ea typeface="微软雅黑" panose="020B0503020204020204" charset="-122"/>
                <a:cs typeface="微软雅黑" panose="020B0503020204020204" charset="-122"/>
              </a:rPr>
              <a:t>标题</a:t>
            </a:r>
            <a:endPar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rgbClr val="000000"/>
                </a:solidFill>
                <a:latin typeface="微软雅黑" panose="020B0503020204020204" charset="-122"/>
                <a:ea typeface="微软雅黑" panose="020B0503020204020204" charset="-122"/>
                <a:cs typeface="微软雅黑" panose="020B0503020204020204" charset="-122"/>
              </a:rPr>
              <a:t>作者和作者单位</a:t>
            </a:r>
            <a:endPar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rgbClr val="000000"/>
                </a:solidFill>
                <a:latin typeface="微软雅黑" panose="020B0503020204020204" charset="-122"/>
                <a:ea typeface="微软雅黑" panose="020B0503020204020204" charset="-122"/>
                <a:cs typeface="微软雅黑" panose="020B0503020204020204" charset="-122"/>
              </a:rPr>
              <a:t>摘要（</a:t>
            </a:r>
            <a:r>
              <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rPr>
              <a:t>150</a:t>
            </a:r>
            <a:r>
              <a:rPr kumimoji="0" lang="zh-CN" altLang="en-US" sz="1800" dirty="0">
                <a:solidFill>
                  <a:srgbClr val="000000"/>
                </a:solidFill>
                <a:latin typeface="微软雅黑" panose="020B0503020204020204" charset="-122"/>
                <a:ea typeface="微软雅黑" panose="020B0503020204020204" charset="-122"/>
                <a:cs typeface="微软雅黑" panose="020B0503020204020204" charset="-122"/>
              </a:rPr>
              <a:t>字左右）</a:t>
            </a:r>
            <a:endPar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rgbClr val="000000"/>
                </a:solidFill>
                <a:latin typeface="微软雅黑" panose="020B0503020204020204" charset="-122"/>
                <a:ea typeface="微软雅黑" panose="020B0503020204020204" charset="-122"/>
                <a:cs typeface="微软雅黑" panose="020B0503020204020204" charset="-122"/>
              </a:rPr>
              <a:t>关键词（</a:t>
            </a:r>
            <a:r>
              <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rPr>
              <a:t>4~5</a:t>
            </a:r>
            <a:r>
              <a:rPr kumimoji="0" lang="zh-CN" altLang="en-US" sz="1800" dirty="0">
                <a:solidFill>
                  <a:srgbClr val="000000"/>
                </a:solidFill>
                <a:latin typeface="微软雅黑" panose="020B0503020204020204" charset="-122"/>
                <a:ea typeface="微软雅黑" panose="020B0503020204020204" charset="-122"/>
                <a:cs typeface="微软雅黑" panose="020B0503020204020204" charset="-122"/>
              </a:rPr>
              <a:t>个关键词）</a:t>
            </a:r>
            <a:endPar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rgbClr val="000000"/>
                </a:solidFill>
                <a:latin typeface="微软雅黑" panose="020B0503020204020204" charset="-122"/>
                <a:ea typeface="微软雅黑" panose="020B0503020204020204" charset="-122"/>
                <a:cs typeface="微软雅黑" panose="020B0503020204020204" charset="-122"/>
              </a:rPr>
              <a:t>英文标题</a:t>
            </a:r>
            <a:endPar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rgbClr val="000000"/>
                </a:solidFill>
                <a:latin typeface="微软雅黑" panose="020B0503020204020204" charset="-122"/>
                <a:ea typeface="微软雅黑" panose="020B0503020204020204" charset="-122"/>
                <a:cs typeface="微软雅黑" panose="020B0503020204020204" charset="-122"/>
              </a:rPr>
              <a:t>英文摘要</a:t>
            </a:r>
            <a:endPar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rgbClr val="000000"/>
                </a:solidFill>
                <a:latin typeface="微软雅黑" panose="020B0503020204020204" charset="-122"/>
                <a:ea typeface="微软雅黑" panose="020B0503020204020204" charset="-122"/>
                <a:cs typeface="微软雅黑" panose="020B0503020204020204" charset="-122"/>
              </a:rPr>
              <a:t>英文关键词</a:t>
            </a:r>
            <a:endPar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defTabSz="457200" eaLnBrk="1" fontAlgn="auto" hangingPunct="1">
              <a:spcBef>
                <a:spcPts val="0"/>
              </a:spcBef>
              <a:spcAft>
                <a:spcPts val="0"/>
              </a:spcAft>
            </a:pPr>
            <a:endPar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rgbClr val="000000"/>
                </a:solidFill>
                <a:latin typeface="微软雅黑" panose="020B0503020204020204" charset="-122"/>
                <a:ea typeface="微软雅黑" panose="020B0503020204020204" charset="-122"/>
                <a:cs typeface="微软雅黑" panose="020B0503020204020204" charset="-122"/>
              </a:rPr>
              <a:t>引言</a:t>
            </a:r>
            <a:endPar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rgbClr val="000000"/>
                </a:solidFill>
                <a:latin typeface="微软雅黑" panose="020B0503020204020204" charset="-122"/>
                <a:ea typeface="微软雅黑" panose="020B0503020204020204" charset="-122"/>
                <a:cs typeface="微软雅黑" panose="020B0503020204020204" charset="-122"/>
              </a:rPr>
              <a:t>子标题</a:t>
            </a:r>
            <a:r>
              <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rPr>
              <a:t>1</a:t>
            </a: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rgbClr val="000000"/>
                </a:solidFill>
                <a:latin typeface="微软雅黑" panose="020B0503020204020204" charset="-122"/>
                <a:ea typeface="微软雅黑" panose="020B0503020204020204" charset="-122"/>
                <a:cs typeface="微软雅黑" panose="020B0503020204020204" charset="-122"/>
              </a:rPr>
              <a:t>子标题</a:t>
            </a:r>
            <a:r>
              <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rPr>
              <a:t>2</a:t>
            </a: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rgbClr val="000000"/>
                </a:solidFill>
                <a:latin typeface="微软雅黑" panose="020B0503020204020204" charset="-122"/>
                <a:ea typeface="微软雅黑" panose="020B0503020204020204" charset="-122"/>
                <a:cs typeface="微软雅黑" panose="020B0503020204020204" charset="-122"/>
              </a:rPr>
              <a:t>。。。</a:t>
            </a:r>
            <a:endPar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rgbClr val="000000"/>
                </a:solidFill>
                <a:latin typeface="微软雅黑" panose="020B0503020204020204" charset="-122"/>
                <a:ea typeface="微软雅黑" panose="020B0503020204020204" charset="-122"/>
                <a:cs typeface="微软雅黑" panose="020B0503020204020204" charset="-122"/>
              </a:rPr>
              <a:t>结论</a:t>
            </a:r>
            <a:endPar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rgbClr val="000000"/>
                </a:solidFill>
                <a:latin typeface="微软雅黑" panose="020B0503020204020204" charset="-122"/>
                <a:ea typeface="微软雅黑" panose="020B0503020204020204" charset="-122"/>
                <a:cs typeface="微软雅黑" panose="020B0503020204020204" charset="-122"/>
              </a:rPr>
              <a:t>参考文献（不少于</a:t>
            </a:r>
            <a:r>
              <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rPr>
              <a:t>10</a:t>
            </a:r>
            <a:r>
              <a:rPr kumimoji="0" lang="zh-CN" altLang="en-US" sz="1800" dirty="0">
                <a:solidFill>
                  <a:srgbClr val="000000"/>
                </a:solidFill>
                <a:latin typeface="微软雅黑" panose="020B0503020204020204" charset="-122"/>
                <a:ea typeface="微软雅黑" panose="020B0503020204020204" charset="-122"/>
                <a:cs typeface="微软雅黑" panose="020B0503020204020204" charset="-122"/>
              </a:rPr>
              <a:t>篇）</a:t>
            </a:r>
          </a:p>
        </p:txBody>
      </p:sp>
      <p:sp>
        <p:nvSpPr>
          <p:cNvPr id="7" name="右大括号 6"/>
          <p:cNvSpPr/>
          <p:nvPr/>
        </p:nvSpPr>
        <p:spPr>
          <a:xfrm>
            <a:off x="5145088" y="1469073"/>
            <a:ext cx="287337" cy="2163762"/>
          </a:xfrm>
          <a:prstGeom prst="rightBrace">
            <a:avLst/>
          </a:prstGeom>
          <a:noFill/>
          <a:ln w="28575" cap="flat" cmpd="sng" algn="ctr">
            <a:solidFill>
              <a:sysClr val="windowText" lastClr="000000"/>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black"/>
              </a:solidFill>
              <a:latin typeface="微软雅黑" panose="020B0503020204020204" charset="-122"/>
              <a:ea typeface="微软雅黑" panose="020B0503020204020204" charset="-122"/>
            </a:endParaRPr>
          </a:p>
        </p:txBody>
      </p:sp>
      <p:sp>
        <p:nvSpPr>
          <p:cNvPr id="8" name="右大括号 7"/>
          <p:cNvSpPr/>
          <p:nvPr>
            <p:custDataLst>
              <p:tags r:id="rId6"/>
            </p:custDataLst>
          </p:nvPr>
        </p:nvSpPr>
        <p:spPr>
          <a:xfrm>
            <a:off x="3730625" y="4360863"/>
            <a:ext cx="287338" cy="944562"/>
          </a:xfrm>
          <a:prstGeom prst="rightBrace">
            <a:avLst/>
          </a:prstGeom>
          <a:noFill/>
          <a:ln w="28575" cap="flat" cmpd="sng" algn="ctr">
            <a:solidFill>
              <a:schemeClr val="accent1"/>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black"/>
              </a:solidFill>
              <a:latin typeface="微软雅黑" panose="020B0503020204020204" charset="-122"/>
              <a:ea typeface="微软雅黑" panose="020B0503020204020204" charset="-122"/>
            </a:endParaRPr>
          </a:p>
        </p:txBody>
      </p:sp>
      <p:sp>
        <p:nvSpPr>
          <p:cNvPr id="15369" name="矩形 9"/>
          <p:cNvSpPr>
            <a:spLocks noChangeArrowheads="1"/>
          </p:cNvSpPr>
          <p:nvPr/>
        </p:nvSpPr>
        <p:spPr bwMode="auto">
          <a:xfrm>
            <a:off x="4140200" y="4510088"/>
            <a:ext cx="64770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1800">
                <a:solidFill>
                  <a:srgbClr val="000000"/>
                </a:solidFill>
                <a:latin typeface="微软雅黑" panose="020B0503020204020204" charset="-122"/>
                <a:ea typeface="微软雅黑" panose="020B0503020204020204" charset="-122"/>
              </a:rPr>
              <a:t>图文</a:t>
            </a:r>
            <a:endParaRPr kumimoji="0" lang="en-US" altLang="zh-CN" sz="1800">
              <a:solidFill>
                <a:srgbClr val="000000"/>
              </a:solidFill>
              <a:latin typeface="微软雅黑" panose="020B0503020204020204" charset="-122"/>
              <a:ea typeface="微软雅黑" panose="020B0503020204020204" charset="-122"/>
            </a:endParaRPr>
          </a:p>
          <a:p>
            <a:pPr eaLnBrk="1" hangingPunct="1">
              <a:spcBef>
                <a:spcPts val="0"/>
              </a:spcBef>
              <a:buFontTx/>
              <a:buNone/>
            </a:pPr>
            <a:r>
              <a:rPr kumimoji="0" lang="zh-CN" altLang="en-US" sz="1800">
                <a:solidFill>
                  <a:srgbClr val="000000"/>
                </a:solidFill>
                <a:latin typeface="微软雅黑" panose="020B0503020204020204" charset="-122"/>
                <a:ea typeface="微软雅黑" panose="020B0503020204020204" charset="-122"/>
              </a:rPr>
              <a:t>并茂</a:t>
            </a:r>
          </a:p>
        </p:txBody>
      </p:sp>
      <p:sp>
        <p:nvSpPr>
          <p:cNvPr id="11" name="右大括号 10"/>
          <p:cNvSpPr/>
          <p:nvPr/>
        </p:nvSpPr>
        <p:spPr>
          <a:xfrm>
            <a:off x="5145088" y="3956050"/>
            <a:ext cx="287337" cy="1997075"/>
          </a:xfrm>
          <a:prstGeom prst="rightBrace">
            <a:avLst/>
          </a:prstGeom>
          <a:noFill/>
          <a:ln w="28575" cap="flat" cmpd="sng" algn="ctr">
            <a:solidFill>
              <a:sysClr val="windowText" lastClr="000000"/>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black"/>
              </a:solidFill>
              <a:latin typeface="微软雅黑" panose="020B0503020204020204" charset="-122"/>
              <a:ea typeface="微软雅黑" panose="020B0503020204020204" charset="-122"/>
            </a:endParaRPr>
          </a:p>
        </p:txBody>
      </p:sp>
      <p:sp>
        <p:nvSpPr>
          <p:cNvPr id="15371" name="矩形 11"/>
          <p:cNvSpPr>
            <a:spLocks noChangeArrowheads="1"/>
          </p:cNvSpPr>
          <p:nvPr/>
        </p:nvSpPr>
        <p:spPr bwMode="auto">
          <a:xfrm>
            <a:off x="5581650" y="4791075"/>
            <a:ext cx="254762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1800">
                <a:solidFill>
                  <a:srgbClr val="000000"/>
                </a:solidFill>
                <a:latin typeface="微软雅黑" panose="020B0503020204020204" charset="-122"/>
                <a:ea typeface="微软雅黑" panose="020B0503020204020204" charset="-122"/>
                <a:cs typeface="微软雅黑" panose="020B0503020204020204" charset="-122"/>
              </a:rPr>
              <a:t>正文（不少于</a:t>
            </a:r>
            <a:r>
              <a:rPr kumimoji="0" lang="en-US" altLang="zh-CN" sz="1800">
                <a:solidFill>
                  <a:srgbClr val="000000"/>
                </a:solidFill>
                <a:latin typeface="微软雅黑" panose="020B0503020204020204" charset="-122"/>
                <a:ea typeface="微软雅黑" panose="020B0503020204020204" charset="-122"/>
                <a:cs typeface="微软雅黑" panose="020B0503020204020204" charset="-122"/>
              </a:rPr>
              <a:t>2000</a:t>
            </a:r>
            <a:r>
              <a:rPr kumimoji="0" lang="zh-CN" altLang="en-US" sz="1800">
                <a:solidFill>
                  <a:srgbClr val="000000"/>
                </a:solidFill>
                <a:latin typeface="微软雅黑" panose="020B0503020204020204" charset="-122"/>
                <a:ea typeface="微软雅黑" panose="020B0503020204020204" charset="-122"/>
                <a:cs typeface="微软雅黑" panose="020B0503020204020204" charset="-122"/>
              </a:rPr>
              <a:t>字）</a:t>
            </a:r>
          </a:p>
        </p:txBody>
      </p:sp>
      <p:sp>
        <p:nvSpPr>
          <p:cNvPr id="15372" name="矩形 12"/>
          <p:cNvSpPr>
            <a:spLocks noChangeArrowheads="1"/>
          </p:cNvSpPr>
          <p:nvPr/>
        </p:nvSpPr>
        <p:spPr bwMode="auto">
          <a:xfrm>
            <a:off x="5580063" y="2352675"/>
            <a:ext cx="6400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1800">
                <a:solidFill>
                  <a:srgbClr val="000000"/>
                </a:solidFill>
                <a:latin typeface="微软雅黑" panose="020B0503020204020204" charset="-122"/>
                <a:ea typeface="微软雅黑" panose="020B0503020204020204" charset="-122"/>
              </a:rPr>
              <a:t>抬头</a:t>
            </a:r>
          </a:p>
        </p:txBody>
      </p:sp>
      <p:sp>
        <p:nvSpPr>
          <p:cNvPr id="5" name="Rectangle 2"/>
          <p:cNvSpPr>
            <a:spLocks noGrp="1" noChangeArrowheads="1"/>
          </p:cNvSpPr>
          <p:nvPr>
            <p:custDataLst>
              <p:tags r:id="rId7"/>
            </p:custDataLst>
          </p:nvPr>
        </p:nvSpPr>
        <p:spPr>
          <a:xfrm>
            <a:off x="1538605" y="44450"/>
            <a:ext cx="714184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48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blinds(horizontal)">
                                      <p:cBhvr>
                                        <p:cTn id="10" dur="500"/>
                                        <p:tgtEl>
                                          <p:spTgt spid="6">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blinds(horizontal)">
                                      <p:cBhvr>
                                        <p:cTn id="13" dur="500"/>
                                        <p:tgtEl>
                                          <p:spTgt spid="6">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transition="in" filter="blinds(horizontal)">
                                      <p:cBhvr>
                                        <p:cTn id="16" dur="500"/>
                                        <p:tgtEl>
                                          <p:spTgt spid="6">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animEffect transition="in" filter="blinds(horizontal)">
                                      <p:cBhvr>
                                        <p:cTn id="21" dur="500"/>
                                        <p:tgtEl>
                                          <p:spTgt spid="6">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6">
                                            <p:txEl>
                                              <p:pRg st="6" end="6"/>
                                            </p:txEl>
                                          </p:spTgt>
                                        </p:tgtEl>
                                        <p:attrNameLst>
                                          <p:attrName>style.visibility</p:attrName>
                                        </p:attrNameLst>
                                      </p:cBhvr>
                                      <p:to>
                                        <p:strVal val="visible"/>
                                      </p:to>
                                    </p:set>
                                    <p:animEffect transition="in" filter="blinds(horizontal)">
                                      <p:cBhvr>
                                        <p:cTn id="24" dur="500"/>
                                        <p:tgtEl>
                                          <p:spTgt spid="6">
                                            <p:txEl>
                                              <p:pRg st="6" end="6"/>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animEffect transition="in" filter="blinds(horizontal)">
                                      <p:cBhvr>
                                        <p:cTn id="27" dur="500"/>
                                        <p:tgtEl>
                                          <p:spTgt spid="6">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5372"/>
                                        </p:tgtEl>
                                        <p:attrNameLst>
                                          <p:attrName>style.visibility</p:attrName>
                                        </p:attrNameLst>
                                      </p:cBhvr>
                                      <p:to>
                                        <p:strVal val="visible"/>
                                      </p:to>
                                    </p:set>
                                    <p:anim calcmode="lin" valueType="num">
                                      <p:cBhvr additive="base">
                                        <p:cTn id="32" dur="500" fill="hold"/>
                                        <p:tgtEl>
                                          <p:spTgt spid="15372"/>
                                        </p:tgtEl>
                                        <p:attrNameLst>
                                          <p:attrName>ppt_x</p:attrName>
                                        </p:attrNameLst>
                                      </p:cBhvr>
                                      <p:tavLst>
                                        <p:tav tm="0">
                                          <p:val>
                                            <p:strVal val="#ppt_x"/>
                                          </p:val>
                                        </p:tav>
                                        <p:tav tm="100000">
                                          <p:val>
                                            <p:strVal val="#ppt_x"/>
                                          </p:val>
                                        </p:tav>
                                      </p:tavLst>
                                    </p:anim>
                                    <p:anim calcmode="lin" valueType="num">
                                      <p:cBhvr additive="base">
                                        <p:cTn id="33" dur="500" fill="hold"/>
                                        <p:tgtEl>
                                          <p:spTgt spid="15372"/>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500" fill="hold"/>
                                        <p:tgtEl>
                                          <p:spTgt spid="7"/>
                                        </p:tgtEl>
                                        <p:attrNameLst>
                                          <p:attrName>ppt_x</p:attrName>
                                        </p:attrNameLst>
                                      </p:cBhvr>
                                      <p:tavLst>
                                        <p:tav tm="0">
                                          <p:val>
                                            <p:strVal val="#ppt_x"/>
                                          </p:val>
                                        </p:tav>
                                        <p:tav tm="100000">
                                          <p:val>
                                            <p:strVal val="#ppt_x"/>
                                          </p:val>
                                        </p:tav>
                                      </p:tavLst>
                                    </p:anim>
                                    <p:anim calcmode="lin" valueType="num">
                                      <p:cBhvr additive="base">
                                        <p:cTn id="3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
                                            <p:txEl>
                                              <p:pRg st="10" end="10"/>
                                            </p:txEl>
                                          </p:spTgt>
                                        </p:tgtEl>
                                        <p:attrNameLst>
                                          <p:attrName>style.visibility</p:attrName>
                                        </p:attrNameLst>
                                      </p:cBhvr>
                                      <p:to>
                                        <p:strVal val="visible"/>
                                      </p:to>
                                    </p:set>
                                    <p:animEffect transition="in" filter="blinds(horizontal)">
                                      <p:cBhvr>
                                        <p:cTn id="42" dur="500"/>
                                        <p:tgtEl>
                                          <p:spTgt spid="6">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
                                            <p:txEl>
                                              <p:pRg st="11" end="11"/>
                                            </p:txEl>
                                          </p:spTgt>
                                        </p:tgtEl>
                                        <p:attrNameLst>
                                          <p:attrName>style.visibility</p:attrName>
                                        </p:attrNameLst>
                                      </p:cBhvr>
                                      <p:to>
                                        <p:strVal val="visible"/>
                                      </p:to>
                                    </p:set>
                                    <p:animEffect transition="in" filter="blinds(horizontal)">
                                      <p:cBhvr>
                                        <p:cTn id="47" dur="500"/>
                                        <p:tgtEl>
                                          <p:spTgt spid="6">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6">
                                            <p:txEl>
                                              <p:pRg st="12" end="12"/>
                                            </p:txEl>
                                          </p:spTgt>
                                        </p:tgtEl>
                                        <p:attrNameLst>
                                          <p:attrName>style.visibility</p:attrName>
                                        </p:attrNameLst>
                                      </p:cBhvr>
                                      <p:to>
                                        <p:strVal val="visible"/>
                                      </p:to>
                                    </p:set>
                                    <p:animEffect transition="in" filter="blinds(horizontal)">
                                      <p:cBhvr>
                                        <p:cTn id="52" dur="500"/>
                                        <p:tgtEl>
                                          <p:spTgt spid="6">
                                            <p:txEl>
                                              <p:pRg st="12" end="1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6">
                                            <p:txEl>
                                              <p:pRg st="13" end="13"/>
                                            </p:txEl>
                                          </p:spTgt>
                                        </p:tgtEl>
                                        <p:attrNameLst>
                                          <p:attrName>style.visibility</p:attrName>
                                        </p:attrNameLst>
                                      </p:cBhvr>
                                      <p:to>
                                        <p:strVal val="visible"/>
                                      </p:to>
                                    </p:set>
                                    <p:animEffect transition="in" filter="blinds(horizontal)">
                                      <p:cBhvr>
                                        <p:cTn id="57" dur="500"/>
                                        <p:tgtEl>
                                          <p:spTgt spid="6">
                                            <p:txEl>
                                              <p:pRg st="13" end="1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6">
                                            <p:txEl>
                                              <p:pRg st="15" end="15"/>
                                            </p:txEl>
                                          </p:spTgt>
                                        </p:tgtEl>
                                        <p:attrNameLst>
                                          <p:attrName>style.visibility</p:attrName>
                                        </p:attrNameLst>
                                      </p:cBhvr>
                                      <p:to>
                                        <p:strVal val="visible"/>
                                      </p:to>
                                    </p:set>
                                    <p:animEffect transition="in" filter="blinds(horizontal)">
                                      <p:cBhvr>
                                        <p:cTn id="62" dur="500"/>
                                        <p:tgtEl>
                                          <p:spTgt spid="6">
                                            <p:txEl>
                                              <p:pRg st="15" end="1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6">
                                            <p:txEl>
                                              <p:pRg st="17" end="17"/>
                                            </p:txEl>
                                          </p:spTgt>
                                        </p:tgtEl>
                                        <p:attrNameLst>
                                          <p:attrName>style.visibility</p:attrName>
                                        </p:attrNameLst>
                                      </p:cBhvr>
                                      <p:to>
                                        <p:strVal val="visible"/>
                                      </p:to>
                                    </p:set>
                                    <p:animEffect transition="in" filter="blinds(horizontal)">
                                      <p:cBhvr>
                                        <p:cTn id="67" dur="500"/>
                                        <p:tgtEl>
                                          <p:spTgt spid="6">
                                            <p:txEl>
                                              <p:pRg st="17" end="17"/>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15369"/>
                                        </p:tgtEl>
                                        <p:attrNameLst>
                                          <p:attrName>style.visibility</p:attrName>
                                        </p:attrNameLst>
                                      </p:cBhvr>
                                      <p:to>
                                        <p:strVal val="visible"/>
                                      </p:to>
                                    </p:set>
                                    <p:anim calcmode="lin" valueType="num">
                                      <p:cBhvr additive="base">
                                        <p:cTn id="72" dur="500" fill="hold"/>
                                        <p:tgtEl>
                                          <p:spTgt spid="15369"/>
                                        </p:tgtEl>
                                        <p:attrNameLst>
                                          <p:attrName>ppt_x</p:attrName>
                                        </p:attrNameLst>
                                      </p:cBhvr>
                                      <p:tavLst>
                                        <p:tav tm="0">
                                          <p:val>
                                            <p:strVal val="#ppt_x"/>
                                          </p:val>
                                        </p:tav>
                                        <p:tav tm="100000">
                                          <p:val>
                                            <p:strVal val="#ppt_x"/>
                                          </p:val>
                                        </p:tav>
                                      </p:tavLst>
                                    </p:anim>
                                    <p:anim calcmode="lin" valueType="num">
                                      <p:cBhvr additive="base">
                                        <p:cTn id="73" dur="500" fill="hold"/>
                                        <p:tgtEl>
                                          <p:spTgt spid="15369"/>
                                        </p:tgtEl>
                                        <p:attrNameLst>
                                          <p:attrName>ppt_y</p:attrName>
                                        </p:attrNameLst>
                                      </p:cBhvr>
                                      <p:tavLst>
                                        <p:tav tm="0">
                                          <p:val>
                                            <p:strVal val="1+#ppt_h/2"/>
                                          </p:val>
                                        </p:tav>
                                        <p:tav tm="100000">
                                          <p:val>
                                            <p:strVal val="#ppt_y"/>
                                          </p:val>
                                        </p:tav>
                                      </p:tavLst>
                                    </p:anim>
                                  </p:childTnLst>
                                </p:cTn>
                              </p:par>
                              <p:par>
                                <p:cTn id="74" presetID="2" presetClass="entr" presetSubtype="4" fill="hold" grpId="0" nodeType="withEffect">
                                  <p:stCondLst>
                                    <p:cond delay="0"/>
                                  </p:stCondLst>
                                  <p:childTnLst>
                                    <p:set>
                                      <p:cBhvr>
                                        <p:cTn id="75" dur="1" fill="hold">
                                          <p:stCondLst>
                                            <p:cond delay="0"/>
                                          </p:stCondLst>
                                        </p:cTn>
                                        <p:tgtEl>
                                          <p:spTgt spid="8"/>
                                        </p:tgtEl>
                                        <p:attrNameLst>
                                          <p:attrName>style.visibility</p:attrName>
                                        </p:attrNameLst>
                                      </p:cBhvr>
                                      <p:to>
                                        <p:strVal val="visible"/>
                                      </p:to>
                                    </p:set>
                                    <p:anim calcmode="lin" valueType="num">
                                      <p:cBhvr additive="base">
                                        <p:cTn id="76" dur="500" fill="hold"/>
                                        <p:tgtEl>
                                          <p:spTgt spid="8"/>
                                        </p:tgtEl>
                                        <p:attrNameLst>
                                          <p:attrName>ppt_x</p:attrName>
                                        </p:attrNameLst>
                                      </p:cBhvr>
                                      <p:tavLst>
                                        <p:tav tm="0">
                                          <p:val>
                                            <p:strVal val="#ppt_x"/>
                                          </p:val>
                                        </p:tav>
                                        <p:tav tm="100000">
                                          <p:val>
                                            <p:strVal val="#ppt_x"/>
                                          </p:val>
                                        </p:tav>
                                      </p:tavLst>
                                    </p:anim>
                                    <p:anim calcmode="lin" valueType="num">
                                      <p:cBhvr additive="base">
                                        <p:cTn id="77" dur="500" fill="hold"/>
                                        <p:tgtEl>
                                          <p:spTgt spid="8"/>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0"/>
                                  </p:stCondLst>
                                  <p:childTnLst>
                                    <p:set>
                                      <p:cBhvr>
                                        <p:cTn id="79" dur="1" fill="hold">
                                          <p:stCondLst>
                                            <p:cond delay="0"/>
                                          </p:stCondLst>
                                        </p:cTn>
                                        <p:tgtEl>
                                          <p:spTgt spid="11"/>
                                        </p:tgtEl>
                                        <p:attrNameLst>
                                          <p:attrName>style.visibility</p:attrName>
                                        </p:attrNameLst>
                                      </p:cBhvr>
                                      <p:to>
                                        <p:strVal val="visible"/>
                                      </p:to>
                                    </p:set>
                                    <p:anim calcmode="lin" valueType="num">
                                      <p:cBhvr additive="base">
                                        <p:cTn id="80" dur="500" fill="hold"/>
                                        <p:tgtEl>
                                          <p:spTgt spid="11"/>
                                        </p:tgtEl>
                                        <p:attrNameLst>
                                          <p:attrName>ppt_x</p:attrName>
                                        </p:attrNameLst>
                                      </p:cBhvr>
                                      <p:tavLst>
                                        <p:tav tm="0">
                                          <p:val>
                                            <p:strVal val="#ppt_x"/>
                                          </p:val>
                                        </p:tav>
                                        <p:tav tm="100000">
                                          <p:val>
                                            <p:strVal val="#ppt_x"/>
                                          </p:val>
                                        </p:tav>
                                      </p:tavLst>
                                    </p:anim>
                                    <p:anim calcmode="lin" valueType="num">
                                      <p:cBhvr additive="base">
                                        <p:cTn id="81" dur="500" fill="hold"/>
                                        <p:tgtEl>
                                          <p:spTgt spid="11"/>
                                        </p:tgtEl>
                                        <p:attrNameLst>
                                          <p:attrName>ppt_y</p:attrName>
                                        </p:attrNameLst>
                                      </p:cBhvr>
                                      <p:tavLst>
                                        <p:tav tm="0">
                                          <p:val>
                                            <p:strVal val="1+#ppt_h/2"/>
                                          </p:val>
                                        </p:tav>
                                        <p:tav tm="100000">
                                          <p:val>
                                            <p:strVal val="#ppt_y"/>
                                          </p:val>
                                        </p:tav>
                                      </p:tavLst>
                                    </p:anim>
                                  </p:childTnLst>
                                </p:cTn>
                              </p:par>
                              <p:par>
                                <p:cTn id="82" presetID="2" presetClass="entr" presetSubtype="4" fill="hold" grpId="0" nodeType="withEffect">
                                  <p:stCondLst>
                                    <p:cond delay="0"/>
                                  </p:stCondLst>
                                  <p:childTnLst>
                                    <p:set>
                                      <p:cBhvr>
                                        <p:cTn id="83" dur="1" fill="hold">
                                          <p:stCondLst>
                                            <p:cond delay="0"/>
                                          </p:stCondLst>
                                        </p:cTn>
                                        <p:tgtEl>
                                          <p:spTgt spid="15371"/>
                                        </p:tgtEl>
                                        <p:attrNameLst>
                                          <p:attrName>style.visibility</p:attrName>
                                        </p:attrNameLst>
                                      </p:cBhvr>
                                      <p:to>
                                        <p:strVal val="visible"/>
                                      </p:to>
                                    </p:set>
                                    <p:anim calcmode="lin" valueType="num">
                                      <p:cBhvr additive="base">
                                        <p:cTn id="84" dur="500" fill="hold"/>
                                        <p:tgtEl>
                                          <p:spTgt spid="15371"/>
                                        </p:tgtEl>
                                        <p:attrNameLst>
                                          <p:attrName>ppt_x</p:attrName>
                                        </p:attrNameLst>
                                      </p:cBhvr>
                                      <p:tavLst>
                                        <p:tav tm="0">
                                          <p:val>
                                            <p:strVal val="#ppt_x"/>
                                          </p:val>
                                        </p:tav>
                                        <p:tav tm="100000">
                                          <p:val>
                                            <p:strVal val="#ppt_x"/>
                                          </p:val>
                                        </p:tav>
                                      </p:tavLst>
                                    </p:anim>
                                    <p:anim calcmode="lin" valueType="num">
                                      <p:cBhvr additive="base">
                                        <p:cTn id="85" dur="500" fill="hold"/>
                                        <p:tgtEl>
                                          <p:spTgt spid="153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15369" grpId="0"/>
      <p:bldP spid="11" grpId="0" bldLvl="0" animBg="1"/>
      <p:bldP spid="15371" grpId="0"/>
      <p:bldP spid="15372" grpId="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6"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11" name="矩形 10"/>
          <p:cNvSpPr/>
          <p:nvPr>
            <p:custDataLst>
              <p:tags r:id="rId3"/>
            </p:custDataLst>
          </p:nvPr>
        </p:nvSpPr>
        <p:spPr>
          <a:xfrm>
            <a:off x="827088" y="1468438"/>
            <a:ext cx="1441450" cy="5040312"/>
          </a:xfrm>
          <a:prstGeom prst="rect">
            <a:avLst/>
          </a:prstGeom>
          <a:solidFill>
            <a:srgbClr val="577CCE"/>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cs typeface="微软雅黑" panose="020B0503020204020204" charset="-122"/>
              </a:rPr>
              <a:t>格式</a:t>
            </a:r>
            <a:endParaRPr kumimoji="0" lang="en-US" altLang="zh-CN" sz="1800" kern="0" dirty="0">
              <a:solidFill>
                <a:srgbClr val="FFFFFF"/>
              </a:solidFill>
              <a:latin typeface="微软雅黑" panose="020B0503020204020204" charset="-122"/>
              <a:ea typeface="微软雅黑" panose="020B0503020204020204" charset="-122"/>
              <a:cs typeface="微软雅黑" panose="020B0503020204020204" charset="-122"/>
            </a:endParaRPr>
          </a:p>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cs typeface="微软雅黑" panose="020B0503020204020204" charset="-122"/>
              </a:rPr>
              <a:t>要求</a:t>
            </a:r>
            <a:endParaRPr kumimoji="0" lang="en-US" altLang="zh-CN" sz="1800" kern="0" dirty="0">
              <a:solidFill>
                <a:srgbClr val="FFFFFF"/>
              </a:solidFill>
              <a:latin typeface="微软雅黑" panose="020B0503020204020204" charset="-122"/>
              <a:ea typeface="微软雅黑" panose="020B0503020204020204" charset="-122"/>
              <a:cs typeface="微软雅黑" panose="020B0503020204020204" charset="-122"/>
            </a:endParaRPr>
          </a:p>
          <a:p>
            <a:pPr algn="ctr" defTabSz="457200" eaLnBrk="1" fontAlgn="auto" hangingPunct="1">
              <a:spcBef>
                <a:spcPts val="0"/>
              </a:spcBef>
              <a:spcAft>
                <a:spcPts val="0"/>
              </a:spcAft>
            </a:pPr>
            <a:endParaRPr kumimoji="0" lang="en-US" altLang="zh-CN" sz="1800" kern="0" dirty="0">
              <a:solidFill>
                <a:srgbClr val="FFFFFF"/>
              </a:solidFill>
              <a:latin typeface="微软雅黑" panose="020B0503020204020204" charset="-122"/>
              <a:ea typeface="微软雅黑" panose="020B0503020204020204" charset="-122"/>
              <a:cs typeface="微软雅黑" panose="020B0503020204020204" charset="-122"/>
            </a:endParaRPr>
          </a:p>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cs typeface="微软雅黑" panose="020B0503020204020204" charset="-122"/>
              </a:rPr>
              <a:t>请统一</a:t>
            </a:r>
          </a:p>
          <a:p>
            <a:pPr algn="ctr" defTabSz="457200" eaLnBrk="1" fontAlgn="auto" hangingPunct="1">
              <a:spcBef>
                <a:spcPts val="0"/>
              </a:spcBef>
              <a:spcAft>
                <a:spcPts val="0"/>
              </a:spcAft>
            </a:pPr>
            <a:endParaRPr kumimoji="0" lang="zh-CN" altLang="en-US" sz="1800" kern="0" dirty="0">
              <a:solidFill>
                <a:srgbClr val="FFFFFF"/>
              </a:solidFill>
              <a:latin typeface="微软雅黑" panose="020B0503020204020204" charset="-122"/>
              <a:ea typeface="微软雅黑" panose="020B0503020204020204" charset="-122"/>
              <a:cs typeface="微软雅黑" panose="020B0503020204020204" charset="-122"/>
            </a:endParaRPr>
          </a:p>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cs typeface="微软雅黑" panose="020B0503020204020204" charset="-122"/>
              </a:rPr>
              <a:t>可以去“电子科技大学学报”、“中国科学”下载模版</a:t>
            </a:r>
          </a:p>
        </p:txBody>
      </p:sp>
      <p:sp>
        <p:nvSpPr>
          <p:cNvPr id="16390" name="矩形 11"/>
          <p:cNvSpPr>
            <a:spLocks noChangeArrowheads="1"/>
          </p:cNvSpPr>
          <p:nvPr>
            <p:custDataLst>
              <p:tags r:id="rId4"/>
            </p:custDataLst>
          </p:nvPr>
        </p:nvSpPr>
        <p:spPr bwMode="auto">
          <a:xfrm>
            <a:off x="827088" y="912813"/>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chemeClr val="dk1"/>
                </a:solidFill>
                <a:latin typeface="微软雅黑" panose="020B0503020204020204" charset="-122"/>
                <a:ea typeface="微软雅黑" panose="020B0503020204020204" charset="-122"/>
                <a:cs typeface="微软雅黑" panose="020B0503020204020204" charset="-122"/>
              </a:rPr>
              <a:t>2. </a:t>
            </a:r>
            <a:r>
              <a:rPr kumimoji="0" lang="zh-CN" altLang="en-US" sz="2000" b="1">
                <a:solidFill>
                  <a:schemeClr val="dk1"/>
                </a:solidFill>
                <a:latin typeface="微软雅黑" panose="020B0503020204020204" charset="-122"/>
                <a:ea typeface="微软雅黑" panose="020B0503020204020204" charset="-122"/>
                <a:cs typeface="微软雅黑" panose="020B0503020204020204" charset="-122"/>
              </a:rPr>
              <a:t>我们要求的综述报告长什么样？格式要求</a:t>
            </a:r>
          </a:p>
        </p:txBody>
      </p:sp>
      <p:sp>
        <p:nvSpPr>
          <p:cNvPr id="13" name="矩形 12"/>
          <p:cNvSpPr/>
          <p:nvPr>
            <p:custDataLst>
              <p:tags r:id="rId5"/>
            </p:custDataLst>
          </p:nvPr>
        </p:nvSpPr>
        <p:spPr>
          <a:xfrm>
            <a:off x="2339975" y="1344613"/>
            <a:ext cx="5133975" cy="5354320"/>
          </a:xfrm>
          <a:prstGeom prst="rect">
            <a:avLst/>
          </a:prstGeom>
        </p:spPr>
        <p:txBody>
          <a:bodyPr>
            <a:spAutoFit/>
          </a:bodyPr>
          <a:lstStyle/>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全文用</a:t>
            </a: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A4</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纸</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标题（黑体三号字）</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作者和作者单位（仿宋五号字）</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摘要（仿宋五号字，摘要两个字加粗）</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关键词（仿宋五号字）</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英文标题</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英文摘要</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英文关键词</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defTabSz="457200" eaLnBrk="1" fontAlgn="auto" hangingPunct="1">
              <a:spcBef>
                <a:spcPts val="0"/>
              </a:spcBef>
              <a:spcAft>
                <a:spcPts val="0"/>
              </a:spcAft>
            </a:pP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子标题（仿宋四号字）</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正文（仿宋小四）</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其中作图：宽度</a:t>
            </a: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16cm</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，图注：</a:t>
            </a: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5</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号字</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defTabSz="457200" eaLnBrk="1" fontAlgn="auto" hangingPunct="1">
              <a:spcBef>
                <a:spcPts val="0"/>
              </a:spcBef>
              <a:spcAft>
                <a:spcPts val="0"/>
              </a:spcAft>
            </a:pP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参考文献（子标题仿宋四号字，其他五号字）</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文献格式很重要</a:t>
            </a:r>
          </a:p>
        </p:txBody>
      </p:sp>
      <p:sp>
        <p:nvSpPr>
          <p:cNvPr id="14" name="右大括号 13"/>
          <p:cNvSpPr/>
          <p:nvPr/>
        </p:nvSpPr>
        <p:spPr>
          <a:xfrm>
            <a:off x="3924300" y="3432175"/>
            <a:ext cx="287338" cy="712788"/>
          </a:xfrm>
          <a:prstGeom prst="rightBrace">
            <a:avLst/>
          </a:prstGeom>
          <a:noFill/>
          <a:ln w="28575" cap="flat" cmpd="sng" algn="ctr">
            <a:solidFill>
              <a:sysClr val="windowText" lastClr="000000"/>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black"/>
              </a:solidFill>
              <a:latin typeface="微软雅黑" panose="020B0503020204020204" charset="-122"/>
              <a:ea typeface="微软雅黑" panose="020B0503020204020204" charset="-122"/>
            </a:endParaRPr>
          </a:p>
        </p:txBody>
      </p:sp>
      <p:sp>
        <p:nvSpPr>
          <p:cNvPr id="16393" name="矩形 14"/>
          <p:cNvSpPr>
            <a:spLocks noChangeArrowheads="1"/>
          </p:cNvSpPr>
          <p:nvPr/>
        </p:nvSpPr>
        <p:spPr bwMode="auto">
          <a:xfrm>
            <a:off x="4356100" y="3606800"/>
            <a:ext cx="222440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en-US" altLang="zh-CN" sz="1800">
                <a:solidFill>
                  <a:srgbClr val="000000"/>
                </a:solidFill>
                <a:latin typeface="微软雅黑" panose="020B0503020204020204" charset="-122"/>
                <a:ea typeface="微软雅黑" panose="020B0503020204020204" charset="-122"/>
              </a:rPr>
              <a:t>Times New Roman</a:t>
            </a:r>
          </a:p>
        </p:txBody>
      </p:sp>
      <p:sp>
        <p:nvSpPr>
          <p:cNvPr id="18" name="矩形 17"/>
          <p:cNvSpPr/>
          <p:nvPr/>
        </p:nvSpPr>
        <p:spPr>
          <a:xfrm>
            <a:off x="6732588" y="1268413"/>
            <a:ext cx="2152650" cy="4298950"/>
          </a:xfrm>
          <a:prstGeom prst="rect">
            <a:avLst/>
          </a:prstGeom>
          <a:noFill/>
          <a:ln w="12700" cap="flat" cmpd="sng" algn="ctr">
            <a:noFill/>
            <a:prstDash val="solid"/>
            <a:miter lim="800000"/>
          </a:ln>
          <a:effectLst/>
          <a:extLst>
            <a:ext uri="{909E8E84-426E-40DD-AFC4-6F175D3DCCD1}">
              <a14:hiddenFill xmlns:a14="http://schemas.microsoft.com/office/drawing/2010/main">
                <a:solidFill>
                  <a:srgbClr val="C00000"/>
                </a:solidFill>
              </a14:hiddenFill>
            </a:ext>
          </a:extLst>
        </p:spPr>
        <p:txBody>
          <a:bodyPr anchor="ctr"/>
          <a:lstStyle/>
          <a:p>
            <a:pPr algn="ctr" defTabSz="457200" eaLnBrk="1" fontAlgn="auto" hangingPunct="1">
              <a:spcBef>
                <a:spcPts val="0"/>
              </a:spcBef>
              <a:spcAft>
                <a:spcPts val="0"/>
              </a:spcAft>
            </a:pPr>
            <a:r>
              <a:rPr kumimoji="0" lang="zh-CN" altLang="en-US" sz="1800" kern="0" dirty="0">
                <a:solidFill>
                  <a:srgbClr val="000000"/>
                </a:solidFill>
                <a:latin typeface="微软雅黑" panose="020B0503020204020204" charset="-122"/>
                <a:ea typeface="微软雅黑" panose="020B0503020204020204" charset="-122"/>
                <a:cs typeface="微软雅黑" panose="020B0503020204020204" charset="-122"/>
              </a:rPr>
              <a:t>打开你的</a:t>
            </a:r>
            <a:r>
              <a:rPr kumimoji="0" lang="en-US" altLang="zh-CN" sz="1800" kern="0" dirty="0">
                <a:solidFill>
                  <a:srgbClr val="000000"/>
                </a:solidFill>
                <a:latin typeface="微软雅黑" panose="020B0503020204020204" charset="-122"/>
                <a:ea typeface="微软雅黑" panose="020B0503020204020204" charset="-122"/>
                <a:cs typeface="微软雅黑" panose="020B0503020204020204" charset="-122"/>
              </a:rPr>
              <a:t>WORD</a:t>
            </a:r>
          </a:p>
          <a:p>
            <a:pPr algn="ctr" defTabSz="457200" eaLnBrk="1" fontAlgn="auto" hangingPunct="1">
              <a:spcBef>
                <a:spcPts val="0"/>
              </a:spcBef>
              <a:spcAft>
                <a:spcPts val="0"/>
              </a:spcAft>
            </a:pPr>
            <a:endParaRPr kumimoji="0" lang="en-US" altLang="zh-CN" sz="1800" kern="0" dirty="0">
              <a:solidFill>
                <a:srgbClr val="000000"/>
              </a:solidFill>
              <a:latin typeface="微软雅黑" panose="020B0503020204020204" charset="-122"/>
              <a:ea typeface="微软雅黑" panose="020B0503020204020204" charset="-122"/>
              <a:cs typeface="微软雅黑" panose="020B0503020204020204" charset="-122"/>
            </a:endParaRPr>
          </a:p>
          <a:p>
            <a:pPr algn="ctr" defTabSz="457200" eaLnBrk="1" fontAlgn="auto" hangingPunct="1">
              <a:spcBef>
                <a:spcPts val="0"/>
              </a:spcBef>
              <a:spcAft>
                <a:spcPts val="0"/>
              </a:spcAft>
            </a:pPr>
            <a:r>
              <a:rPr kumimoji="0" lang="zh-CN" altLang="en-US" sz="1800" kern="0" dirty="0">
                <a:solidFill>
                  <a:srgbClr val="000000"/>
                </a:solidFill>
                <a:latin typeface="微软雅黑" panose="020B0503020204020204" charset="-122"/>
                <a:ea typeface="微软雅黑" panose="020B0503020204020204" charset="-122"/>
                <a:cs typeface="微软雅黑" panose="020B0503020204020204" charset="-122"/>
              </a:rPr>
              <a:t>如何用好</a:t>
            </a:r>
            <a:r>
              <a:rPr kumimoji="0" lang="en-US" altLang="zh-CN" sz="1800" kern="0" dirty="0">
                <a:solidFill>
                  <a:srgbClr val="000000"/>
                </a:solidFill>
                <a:latin typeface="微软雅黑" panose="020B0503020204020204" charset="-122"/>
                <a:ea typeface="微软雅黑" panose="020B0503020204020204" charset="-122"/>
                <a:cs typeface="微软雅黑" panose="020B0503020204020204" charset="-122"/>
              </a:rPr>
              <a:t>WORD</a:t>
            </a:r>
          </a:p>
          <a:p>
            <a:pPr algn="ctr" defTabSz="457200" eaLnBrk="1" fontAlgn="auto" hangingPunct="1">
              <a:spcBef>
                <a:spcPts val="0"/>
              </a:spcBef>
              <a:spcAft>
                <a:spcPts val="0"/>
              </a:spcAft>
            </a:pPr>
            <a:r>
              <a:rPr kumimoji="0" lang="zh-CN" altLang="en-US" sz="1800" kern="0" dirty="0">
                <a:solidFill>
                  <a:srgbClr val="000000"/>
                </a:solidFill>
                <a:latin typeface="微软雅黑" panose="020B0503020204020204" charset="-122"/>
                <a:ea typeface="微软雅黑" panose="020B0503020204020204" charset="-122"/>
                <a:cs typeface="微软雅黑" panose="020B0503020204020204" charset="-122"/>
              </a:rPr>
              <a:t>也是一门技术</a:t>
            </a:r>
          </a:p>
        </p:txBody>
      </p:sp>
      <p:sp>
        <p:nvSpPr>
          <p:cNvPr id="2" name="Rectangle 2"/>
          <p:cNvSpPr>
            <a:spLocks noGrp="1" noChangeArrowheads="1"/>
          </p:cNvSpPr>
          <p:nvPr>
            <p:custDataLst>
              <p:tags r:id="rId6"/>
            </p:custDataLst>
          </p:nvPr>
        </p:nvSpPr>
        <p:spPr>
          <a:xfrm>
            <a:off x="1538605" y="44450"/>
            <a:ext cx="714184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48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p>
        </p:txBody>
      </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6"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17413" name="矩形 11"/>
          <p:cNvSpPr>
            <a:spLocks noChangeArrowheads="1"/>
          </p:cNvSpPr>
          <p:nvPr/>
        </p:nvSpPr>
        <p:spPr bwMode="auto">
          <a:xfrm>
            <a:off x="827088" y="912813"/>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2.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我们要求的综述报告长什么样？格式要求</a:t>
            </a:r>
          </a:p>
        </p:txBody>
      </p:sp>
      <p:sp>
        <p:nvSpPr>
          <p:cNvPr id="16" name="矩形 15"/>
          <p:cNvSpPr/>
          <p:nvPr>
            <p:custDataLst>
              <p:tags r:id="rId3"/>
            </p:custDataLst>
          </p:nvPr>
        </p:nvSpPr>
        <p:spPr>
          <a:xfrm>
            <a:off x="900113" y="1865313"/>
            <a:ext cx="8243887" cy="1152525"/>
          </a:xfrm>
          <a:prstGeom prst="rect">
            <a:avLst/>
          </a:prstGeom>
          <a:solidFill>
            <a:schemeClr val="accent2">
              <a:lumMod val="20000"/>
              <a:lumOff val="80000"/>
            </a:schemeClr>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2800" kern="0" dirty="0">
                <a:solidFill>
                  <a:srgbClr val="000000"/>
                </a:solidFill>
                <a:latin typeface="微软雅黑" panose="020B0503020204020204" charset="-122"/>
                <a:ea typeface="微软雅黑" panose="020B0503020204020204" charset="-122"/>
                <a:cs typeface="微软雅黑" panose="020B0503020204020204" charset="-122"/>
              </a:rPr>
              <a:t>如何用好</a:t>
            </a:r>
            <a:r>
              <a:rPr kumimoji="0" lang="en-US" altLang="zh-CN" sz="2800" kern="0" dirty="0">
                <a:solidFill>
                  <a:srgbClr val="000000"/>
                </a:solidFill>
                <a:latin typeface="微软雅黑" panose="020B0503020204020204" charset="-122"/>
                <a:ea typeface="微软雅黑" panose="020B0503020204020204" charset="-122"/>
                <a:cs typeface="微软雅黑" panose="020B0503020204020204" charset="-122"/>
              </a:rPr>
              <a:t>WORD</a:t>
            </a:r>
          </a:p>
          <a:p>
            <a:pPr algn="ctr" defTabSz="457200" eaLnBrk="1" fontAlgn="auto" hangingPunct="1">
              <a:spcBef>
                <a:spcPts val="0"/>
              </a:spcBef>
              <a:spcAft>
                <a:spcPts val="0"/>
              </a:spcAft>
            </a:pPr>
            <a:r>
              <a:rPr kumimoji="0" lang="zh-CN" altLang="en-US" sz="2800" kern="0" dirty="0">
                <a:solidFill>
                  <a:srgbClr val="000000"/>
                </a:solidFill>
                <a:latin typeface="微软雅黑" panose="020B0503020204020204" charset="-122"/>
                <a:ea typeface="微软雅黑" panose="020B0503020204020204" charset="-122"/>
                <a:cs typeface="微软雅黑" panose="020B0503020204020204" charset="-122"/>
              </a:rPr>
              <a:t>也是一门技术</a:t>
            </a:r>
          </a:p>
        </p:txBody>
      </p:sp>
      <p:sp>
        <p:nvSpPr>
          <p:cNvPr id="17415" name="矩形 16"/>
          <p:cNvSpPr>
            <a:spLocks noChangeArrowheads="1"/>
          </p:cNvSpPr>
          <p:nvPr>
            <p:custDataLst>
              <p:tags r:id="rId4"/>
            </p:custDataLst>
          </p:nvPr>
        </p:nvSpPr>
        <p:spPr bwMode="auto">
          <a:xfrm>
            <a:off x="900113" y="3152775"/>
            <a:ext cx="8135937"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插播介绍，课外知识：常用的写作软件有哪些？</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spcBef>
                <a:spcPct val="0"/>
              </a:spcBef>
              <a:buFontTx/>
              <a:buNone/>
            </a:pP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spcBef>
                <a:spcPts val="0"/>
              </a:spcBef>
              <a:spcAft>
                <a:spcPts val="0"/>
              </a:spcAft>
              <a:buFontTx/>
              <a:buNone/>
            </a:pP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Microsoft Office</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系列，一般</a:t>
            </a: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WORD</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用于书写，</a:t>
            </a: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PPT</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用于处理图像，</a:t>
            </a: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EXCEL</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用于数据管理</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spcBef>
                <a:spcPct val="0"/>
              </a:spcBef>
              <a:buFontTx/>
              <a:buNone/>
            </a:pP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spcBef>
                <a:spcPts val="0"/>
              </a:spcBef>
              <a:spcAft>
                <a:spcPts val="0"/>
              </a:spcAft>
              <a:buFontTx/>
              <a:buNone/>
            </a:pP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Latex</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编辑器，用编程的手法操作，独特的优势是，格式和排版是全自动的</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spcBef>
                <a:spcPct val="0"/>
              </a:spcBef>
              <a:buFontTx/>
              <a:buNone/>
            </a:pP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spcBef>
                <a:spcPts val="0"/>
              </a:spcBef>
              <a:buFontTx/>
              <a:buNone/>
            </a:pP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EndNote</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和</a:t>
            </a: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Mendeley</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，文献管理工具，用于参考文献格式校准和插接。</a:t>
            </a:r>
          </a:p>
        </p:txBody>
      </p:sp>
      <p:sp>
        <p:nvSpPr>
          <p:cNvPr id="2" name="Rectangle 2"/>
          <p:cNvSpPr>
            <a:spLocks noGrp="1" noChangeArrowheads="1"/>
          </p:cNvSpPr>
          <p:nvPr>
            <p:custDataLst>
              <p:tags r:id="rId5"/>
            </p:custDataLst>
          </p:nvPr>
        </p:nvSpPr>
        <p:spPr>
          <a:xfrm>
            <a:off x="1538605" y="44450"/>
            <a:ext cx="714184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48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p>
        </p:txBody>
      </p:sp>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6"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17413" name="矩形 11"/>
          <p:cNvSpPr>
            <a:spLocks noChangeArrowheads="1"/>
          </p:cNvSpPr>
          <p:nvPr/>
        </p:nvSpPr>
        <p:spPr bwMode="auto">
          <a:xfrm>
            <a:off x="827088" y="912813"/>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2.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我们要求的综述报告长什么样？格式要求</a:t>
            </a:r>
          </a:p>
        </p:txBody>
      </p:sp>
      <p:sp>
        <p:nvSpPr>
          <p:cNvPr id="8" name="文本框 7"/>
          <p:cNvSpPr txBox="1">
            <a:spLocks noChangeArrowheads="1"/>
          </p:cNvSpPr>
          <p:nvPr/>
        </p:nvSpPr>
        <p:spPr bwMode="auto">
          <a:xfrm>
            <a:off x="3707765" y="1484630"/>
            <a:ext cx="35394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3200">
                <a:solidFill>
                  <a:schemeClr val="tx1"/>
                </a:solidFill>
                <a:latin typeface="Times New Roman" panose="02020603050405020304" pitchFamily="18" charset="0"/>
                <a:ea typeface="宋体" panose="02010600030101010101" pitchFamily="2" charset="-122"/>
              </a:defRPr>
            </a:lvl1pPr>
            <a:lvl2pPr marL="742950" indent="-285750">
              <a:defRPr kumimoji="1" sz="3200">
                <a:solidFill>
                  <a:schemeClr val="tx1"/>
                </a:solidFill>
                <a:latin typeface="Times New Roman" panose="02020603050405020304" pitchFamily="18" charset="0"/>
                <a:ea typeface="宋体" panose="02010600030101010101" pitchFamily="2" charset="-122"/>
              </a:defRPr>
            </a:lvl2pPr>
            <a:lvl3pPr marL="1143000" indent="-228600">
              <a:defRPr kumimoji="1" sz="3200">
                <a:solidFill>
                  <a:schemeClr val="tx1"/>
                </a:solidFill>
                <a:latin typeface="Times New Roman" panose="02020603050405020304" pitchFamily="18" charset="0"/>
                <a:ea typeface="宋体" panose="02010600030101010101" pitchFamily="2" charset="-122"/>
              </a:defRPr>
            </a:lvl3pPr>
            <a:lvl4pPr marL="1600200" indent="-228600">
              <a:defRPr kumimoji="1" sz="3200">
                <a:solidFill>
                  <a:schemeClr val="tx1"/>
                </a:solidFill>
                <a:latin typeface="Times New Roman" panose="02020603050405020304" pitchFamily="18" charset="0"/>
                <a:ea typeface="宋体" panose="02010600030101010101" pitchFamily="2" charset="-122"/>
              </a:defRPr>
            </a:lvl4pPr>
            <a:lvl5pPr marL="2057400" indent="-228600">
              <a:defRPr kumimoji="1" sz="3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spcAft>
                <a:spcPts val="0"/>
              </a:spcAft>
              <a:buFont typeface="Wingdings" panose="05000000000000000000" pitchFamily="2" charset="2"/>
              <a:buNone/>
            </a:pPr>
            <a:r>
              <a:rPr kumimoji="0" lang="en-US" altLang="zh-CN" sz="2400" b="1" dirty="0">
                <a:solidFill>
                  <a:srgbClr val="000000"/>
                </a:solidFill>
                <a:latin typeface="微软雅黑" panose="020B0503020204020204" charset="-122"/>
                <a:ea typeface="微软雅黑" panose="020B0503020204020204" charset="-122"/>
              </a:rPr>
              <a:t>Word Or </a:t>
            </a:r>
            <a:r>
              <a:rPr kumimoji="0" lang="en-US" altLang="zh-CN" sz="2400" b="1" dirty="0" err="1">
                <a:solidFill>
                  <a:srgbClr val="000000"/>
                </a:solidFill>
                <a:latin typeface="微软雅黑" panose="020B0503020204020204" charset="-122"/>
                <a:ea typeface="微软雅黑" panose="020B0503020204020204" charset="-122"/>
              </a:rPr>
              <a:t>LaTex</a:t>
            </a:r>
            <a:r>
              <a:rPr kumimoji="0" lang="en-US" altLang="zh-CN" sz="2400" b="1" dirty="0">
                <a:solidFill>
                  <a:srgbClr val="000000"/>
                </a:solidFill>
                <a:latin typeface="微软雅黑" panose="020B0503020204020204" charset="-122"/>
                <a:ea typeface="微软雅黑" panose="020B0503020204020204" charset="-122"/>
              </a:rPr>
              <a:t>?</a:t>
            </a:r>
          </a:p>
        </p:txBody>
      </p:sp>
      <p:sp>
        <p:nvSpPr>
          <p:cNvPr id="10" name="矩形 9"/>
          <p:cNvSpPr/>
          <p:nvPr>
            <p:custDataLst>
              <p:tags r:id="rId3"/>
            </p:custDataLst>
          </p:nvPr>
        </p:nvSpPr>
        <p:spPr>
          <a:xfrm>
            <a:off x="899592" y="1988840"/>
            <a:ext cx="8024291" cy="1322070"/>
          </a:xfrm>
          <a:prstGeom prst="rect">
            <a:avLst/>
          </a:prstGeom>
        </p:spPr>
        <p:txBody>
          <a:bodyPr wrap="square">
            <a:spAutoFit/>
          </a:bodyPr>
          <a:lstStyle/>
          <a:p>
            <a:pPr marL="342900" indent="-342900">
              <a:spcAft>
                <a:spcPts val="0"/>
              </a:spcAft>
              <a:buFont typeface="Arial" panose="020B0604020202020204" pitchFamily="34" charset="0"/>
              <a:buChar char="•"/>
            </a:pPr>
            <a:r>
              <a:rPr lang="en-US" altLang="zh-CN" sz="2000" dirty="0">
                <a:solidFill>
                  <a:schemeClr val="dk1"/>
                </a:solidFill>
                <a:latin typeface="微软雅黑" panose="020B0503020204020204" charset="-122"/>
                <a:ea typeface="微软雅黑" panose="020B0503020204020204" charset="-122"/>
                <a:cs typeface="微软雅黑" panose="020B0503020204020204" charset="-122"/>
              </a:rPr>
              <a:t>LaTeX </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与 </a:t>
            </a:r>
            <a:r>
              <a:rPr lang="en-US" altLang="zh-CN" sz="2000" dirty="0">
                <a:solidFill>
                  <a:schemeClr val="dk1"/>
                </a:solidFill>
                <a:latin typeface="微软雅黑" panose="020B0503020204020204" charset="-122"/>
                <a:ea typeface="微软雅黑" panose="020B0503020204020204" charset="-122"/>
                <a:cs typeface="微软雅黑" panose="020B0503020204020204" charset="-122"/>
              </a:rPr>
              <a:t>Word </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是两种不同类型的文本编辑处理系统，各有所长</a:t>
            </a:r>
          </a:p>
          <a:p>
            <a:pPr marL="342900" indent="-342900">
              <a:spcBef>
                <a:spcPts val="0"/>
              </a:spcBef>
              <a:spcAft>
                <a:spcPts val="0"/>
              </a:spcAft>
              <a:buFont typeface="Arial" panose="020B0604020202020204" pitchFamily="34" charset="0"/>
              <a:buChar char="•"/>
            </a:pP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如果要对文字编辑性能和使用便捷程度等作综合评比，</a:t>
            </a:r>
            <a:r>
              <a:rPr lang="en-US" altLang="zh-CN" sz="2000" dirty="0">
                <a:solidFill>
                  <a:schemeClr val="dk1"/>
                </a:solidFill>
                <a:latin typeface="微软雅黑" panose="020B0503020204020204" charset="-122"/>
                <a:ea typeface="微软雅黑" panose="020B0503020204020204" charset="-122"/>
                <a:cs typeface="微软雅黑" panose="020B0503020204020204" charset="-122"/>
              </a:rPr>
              <a:t>Word </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明显优于 </a:t>
            </a:r>
            <a:r>
              <a:rPr lang="en-US" altLang="zh-CN" sz="2000" dirty="0">
                <a:solidFill>
                  <a:schemeClr val="dk1"/>
                </a:solidFill>
                <a:latin typeface="微软雅黑" panose="020B0503020204020204" charset="-122"/>
                <a:ea typeface="微软雅黑" panose="020B0503020204020204" charset="-122"/>
                <a:cs typeface="微软雅黑" panose="020B0503020204020204" charset="-122"/>
              </a:rPr>
              <a:t>LaTeX</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，仅“所见即所得”一项</a:t>
            </a:r>
            <a:r>
              <a:rPr lang="en-US" altLang="zh-CN" sz="2000" dirty="0">
                <a:solidFill>
                  <a:schemeClr val="dk1"/>
                </a:solidFill>
                <a:latin typeface="微软雅黑" panose="020B0503020204020204" charset="-122"/>
                <a:ea typeface="微软雅黑" panose="020B0503020204020204" charset="-122"/>
                <a:cs typeface="微软雅黑" panose="020B0503020204020204" charset="-122"/>
              </a:rPr>
              <a:t>, Word </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就会赢得绝大多数用户</a:t>
            </a:r>
          </a:p>
          <a:p>
            <a:pPr marL="342900" indent="-342900">
              <a:spcBef>
                <a:spcPts val="0"/>
              </a:spcBef>
              <a:buFont typeface="Arial" panose="020B0604020202020204" pitchFamily="34" charset="0"/>
              <a:buChar char="•"/>
            </a:pP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但要仅限定在学术报告和科技论文方面，评比结果就不同了。</a:t>
            </a:r>
          </a:p>
        </p:txBody>
      </p:sp>
      <p:pic>
        <p:nvPicPr>
          <p:cNvPr id="11" name="图片 10"/>
          <p:cNvPicPr>
            <a:picLocks noChangeAspect="1"/>
          </p:cNvPicPr>
          <p:nvPr/>
        </p:nvPicPr>
        <p:blipFill rotWithShape="1">
          <a:blip r:embed="rId7">
            <a:extLst>
              <a:ext uri="{28A0092B-C50C-407E-A947-70E740481C1C}">
                <a14:useLocalDpi xmlns:a14="http://schemas.microsoft.com/office/drawing/2010/main" val="0"/>
              </a:ext>
            </a:extLst>
          </a:blip>
          <a:srcRect t="-1" b="2482"/>
          <a:stretch>
            <a:fillRect/>
          </a:stretch>
        </p:blipFill>
        <p:spPr>
          <a:xfrm>
            <a:off x="1259840" y="3500755"/>
            <a:ext cx="3032125" cy="1096010"/>
          </a:xfrm>
          <a:prstGeom prst="rect">
            <a:avLst/>
          </a:prstGeom>
        </p:spPr>
      </p:pic>
      <p:sp>
        <p:nvSpPr>
          <p:cNvPr id="2" name="Rectangle 2"/>
          <p:cNvSpPr>
            <a:spLocks noGrp="1" noChangeArrowheads="1"/>
          </p:cNvSpPr>
          <p:nvPr>
            <p:custDataLst>
              <p:tags r:id="rId4"/>
            </p:custDataLst>
          </p:nvPr>
        </p:nvSpPr>
        <p:spPr>
          <a:xfrm>
            <a:off x="1538605" y="44450"/>
            <a:ext cx="714184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48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p>
        </p:txBody>
      </p:sp>
      <p:graphicFrame>
        <p:nvGraphicFramePr>
          <p:cNvPr id="4" name="对象 3">
            <a:hlinkClick r:id="" action="ppaction://ole?verb=0"/>
          </p:cNvPr>
          <p:cNvGraphicFramePr>
            <a:graphicFrameLocks noChangeAspect="1"/>
          </p:cNvGraphicFramePr>
          <p:nvPr/>
        </p:nvGraphicFramePr>
        <p:xfrm>
          <a:off x="1102995" y="5078095"/>
          <a:ext cx="971550" cy="666750"/>
        </p:xfrm>
        <a:graphic>
          <a:graphicData uri="http://schemas.openxmlformats.org/presentationml/2006/ole">
            <mc:AlternateContent xmlns:mc="http://schemas.openxmlformats.org/markup-compatibility/2006">
              <mc:Choice xmlns:v="urn:schemas-microsoft-com:vml" Requires="v">
                <p:oleObj showAsIcon="1" r:id="rId8" imgW="971550" imgH="666750" progId="Word.Document.8">
                  <p:embed/>
                </p:oleObj>
              </mc:Choice>
              <mc:Fallback>
                <p:oleObj showAsIcon="1" r:id="rId8" imgW="971550" imgH="666750" progId="Word.Document.8">
                  <p:embed/>
                  <p:pic>
                    <p:nvPicPr>
                      <p:cNvPr id="0" name="图片 1025"/>
                      <p:cNvPicPr/>
                      <p:nvPr/>
                    </p:nvPicPr>
                    <p:blipFill>
                      <a:blip r:embed="rId9"/>
                      <a:stretch>
                        <a:fillRect/>
                      </a:stretch>
                    </p:blipFill>
                    <p:spPr>
                      <a:xfrm>
                        <a:off x="1102995" y="5078095"/>
                        <a:ext cx="971550" cy="666750"/>
                      </a:xfrm>
                      <a:prstGeom prst="rect">
                        <a:avLst/>
                      </a:prstGeom>
                      <a:ln>
                        <a:solidFill>
                          <a:srgbClr val="FF0000"/>
                        </a:solidFill>
                      </a:ln>
                    </p:spPr>
                  </p:pic>
                </p:oleObj>
              </mc:Fallback>
            </mc:AlternateContent>
          </a:graphicData>
        </a:graphic>
      </p:graphicFrame>
      <p:sp>
        <p:nvSpPr>
          <p:cNvPr id="5" name="文本框 4"/>
          <p:cNvSpPr txBox="1"/>
          <p:nvPr/>
        </p:nvSpPr>
        <p:spPr>
          <a:xfrm>
            <a:off x="2124075" y="5078095"/>
            <a:ext cx="2444115" cy="767080"/>
          </a:xfrm>
          <a:prstGeom prst="rect">
            <a:avLst/>
          </a:prstGeom>
          <a:noFill/>
        </p:spPr>
        <p:txBody>
          <a:bodyPr wrap="square" rtlCol="0">
            <a:noAutofit/>
          </a:bodyPr>
          <a:lstStyle/>
          <a:p>
            <a:pPr>
              <a:spcAft>
                <a:spcPts val="0"/>
              </a:spcAft>
            </a:pPr>
            <a:r>
              <a:rPr lang="zh-CN" altLang="en-US" sz="1600"/>
              <a:t>点击这左侧，可以打开查看</a:t>
            </a:r>
            <a:r>
              <a:rPr lang="en-US" altLang="zh-CN" sz="1600"/>
              <a:t>word</a:t>
            </a:r>
            <a:r>
              <a:rPr lang="zh-CN" altLang="en-US" sz="1600"/>
              <a:t>写论文技巧</a:t>
            </a:r>
          </a:p>
        </p:txBody>
      </p:sp>
      <p:pic>
        <p:nvPicPr>
          <p:cNvPr id="7" name="图片 6"/>
          <p:cNvPicPr>
            <a:picLocks noChangeAspect="1"/>
          </p:cNvPicPr>
          <p:nvPr/>
        </p:nvPicPr>
        <p:blipFill>
          <a:blip r:embed="rId10"/>
          <a:stretch>
            <a:fillRect/>
          </a:stretch>
        </p:blipFill>
        <p:spPr>
          <a:xfrm>
            <a:off x="4617720" y="3645535"/>
            <a:ext cx="1906270" cy="3005455"/>
          </a:xfrm>
          <a:prstGeom prst="rect">
            <a:avLst/>
          </a:prstGeom>
          <a:ln>
            <a:solidFill>
              <a:srgbClr val="FF0000"/>
            </a:solidFill>
          </a:ln>
        </p:spPr>
      </p:pic>
      <p:sp>
        <p:nvSpPr>
          <p:cNvPr id="9" name="文本框 8"/>
          <p:cNvSpPr txBox="1"/>
          <p:nvPr>
            <p:custDataLst>
              <p:tags r:id="rId5"/>
            </p:custDataLst>
          </p:nvPr>
        </p:nvSpPr>
        <p:spPr>
          <a:xfrm>
            <a:off x="6516370" y="3644900"/>
            <a:ext cx="2573020" cy="767080"/>
          </a:xfrm>
          <a:prstGeom prst="rect">
            <a:avLst/>
          </a:prstGeom>
          <a:noFill/>
        </p:spPr>
        <p:txBody>
          <a:bodyPr wrap="square" rtlCol="0">
            <a:noAutofit/>
          </a:bodyPr>
          <a:lstStyle/>
          <a:p>
            <a:pPr>
              <a:spcAft>
                <a:spcPts val="0"/>
              </a:spcAft>
            </a:pPr>
            <a:r>
              <a:rPr lang="zh-CN" altLang="en-US" sz="1600">
                <a:solidFill>
                  <a:srgbClr val="FF0000"/>
                </a:solidFill>
              </a:rPr>
              <a:t>关于</a:t>
            </a:r>
            <a:r>
              <a:rPr lang="en-US" altLang="zh-CN" sz="1600">
                <a:solidFill>
                  <a:srgbClr val="FF0000"/>
                </a:solidFill>
              </a:rPr>
              <a:t>LaTex</a:t>
            </a:r>
            <a:r>
              <a:rPr lang="zh-CN" altLang="en-US" sz="1600">
                <a:solidFill>
                  <a:srgbClr val="FF0000"/>
                </a:solidFill>
              </a:rPr>
              <a:t>的故事，请查阅</a:t>
            </a:r>
            <a:r>
              <a:rPr lang="en-US" altLang="zh-CN" sz="1600">
                <a:solidFill>
                  <a:srgbClr val="FF0000"/>
                </a:solidFill>
              </a:rPr>
              <a:t>	https://ctex.org/</a:t>
            </a:r>
          </a:p>
        </p:txBody>
      </p:sp>
      <p:pic>
        <p:nvPicPr>
          <p:cNvPr id="12" name="图片 11"/>
          <p:cNvPicPr>
            <a:picLocks noChangeAspect="1"/>
          </p:cNvPicPr>
          <p:nvPr/>
        </p:nvPicPr>
        <p:blipFill>
          <a:blip r:embed="rId11"/>
          <a:stretch>
            <a:fillRect/>
          </a:stretch>
        </p:blipFill>
        <p:spPr>
          <a:xfrm>
            <a:off x="6660515" y="4596765"/>
            <a:ext cx="2371090" cy="176784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500"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1"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childTnLst>
                                </p:cTn>
                              </p:par>
                              <p:par>
                                <p:cTn id="10" presetID="3" presetClass="entr" presetSubtype="1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0" grpId="1"/>
      <p:bldP spid="5" grpId="0"/>
      <p:bldP spid="5" grpId="1"/>
      <p:bldP spid="9" grpId="0"/>
      <p:bldP spid="9" grpId="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t>如何上手</a:t>
            </a:r>
            <a:r>
              <a:rPr lang="en-US" altLang="zh-CN"/>
              <a:t>LaTex</a:t>
            </a:r>
            <a:r>
              <a:t>？</a:t>
            </a:r>
          </a:p>
        </p:txBody>
      </p:sp>
      <p:sp>
        <p:nvSpPr>
          <p:cNvPr id="3" name="内容占位符 2"/>
          <p:cNvSpPr>
            <a:spLocks noGrp="1"/>
          </p:cNvSpPr>
          <p:nvPr>
            <p:ph idx="1"/>
          </p:nvPr>
        </p:nvSpPr>
        <p:spPr>
          <a:xfrm>
            <a:off x="502285" y="824230"/>
            <a:ext cx="8498840" cy="4843780"/>
          </a:xfrm>
        </p:spPr>
        <p:txBody>
          <a:bodyPr/>
          <a:lstStyle/>
          <a:p>
            <a:r>
              <a:rPr lang="zh-CN" altLang="en-US" sz="2400"/>
              <a:t>UESTC 本科Latex毕设论文模板 无痛上手指南</a:t>
            </a:r>
          </a:p>
          <a:p>
            <a:pPr lvl="1"/>
            <a:r>
              <a:rPr lang="en-US" altLang="zh-CN" sz="2000"/>
              <a:t>https://zhuanlan.zhihu.com/p/126712982?from_voters_page=true</a:t>
            </a:r>
          </a:p>
          <a:p>
            <a:pPr lvl="0"/>
            <a:r>
              <a:rPr lang="en-US" altLang="zh-CN" sz="2330"/>
              <a:t>Github</a:t>
            </a:r>
            <a:r>
              <a:rPr sz="2330"/>
              <a:t>链接</a:t>
            </a:r>
          </a:p>
          <a:p>
            <a:pPr lvl="1"/>
            <a:r>
              <a:rPr sz="1995"/>
              <a:t>https://github.com/x-magus/ThesisUESTC/issues/109</a:t>
            </a:r>
          </a:p>
        </p:txBody>
      </p:sp>
      <p:pic>
        <p:nvPicPr>
          <p:cNvPr id="4" name="图片 3"/>
          <p:cNvPicPr>
            <a:picLocks noChangeAspect="1"/>
          </p:cNvPicPr>
          <p:nvPr/>
        </p:nvPicPr>
        <p:blipFill>
          <a:blip r:embed="rId2"/>
          <a:stretch>
            <a:fillRect/>
          </a:stretch>
        </p:blipFill>
        <p:spPr>
          <a:xfrm>
            <a:off x="5796280" y="3573145"/>
            <a:ext cx="2845435" cy="2704465"/>
          </a:xfrm>
          <a:prstGeom prst="rect">
            <a:avLst/>
          </a:prstGeom>
          <a:ln>
            <a:gradFill>
              <a:gsLst>
                <a:gs pos="50000">
                  <a:schemeClr val="tx1"/>
                </a:gs>
                <a:gs pos="0">
                  <a:schemeClr val="tx1">
                    <a:lumMod val="25000"/>
                    <a:lumOff val="75000"/>
                  </a:schemeClr>
                </a:gs>
                <a:gs pos="100000">
                  <a:schemeClr val="tx1">
                    <a:lumMod val="85000"/>
                  </a:schemeClr>
                </a:gs>
              </a:gsLst>
              <a:lin ang="5400000" scaled="0"/>
            </a:gradFill>
          </a:ln>
        </p:spPr>
      </p:pic>
      <p:graphicFrame>
        <p:nvGraphicFramePr>
          <p:cNvPr id="5" name="对象 4">
            <a:hlinkClick r:id="" action="ppaction://ole?verb=0"/>
          </p:cNvPr>
          <p:cNvGraphicFramePr>
            <a:graphicFrameLocks noChangeAspect="1"/>
          </p:cNvGraphicFramePr>
          <p:nvPr/>
        </p:nvGraphicFramePr>
        <p:xfrm>
          <a:off x="755650" y="4077335"/>
          <a:ext cx="2539365" cy="1743075"/>
        </p:xfrm>
        <a:graphic>
          <a:graphicData uri="http://schemas.openxmlformats.org/presentationml/2006/ole">
            <mc:AlternateContent xmlns:mc="http://schemas.openxmlformats.org/markup-compatibility/2006">
              <mc:Choice xmlns:v="urn:schemas-microsoft-com:vml" Requires="v">
                <p:oleObj showAsIcon="1" r:id="rId3" imgW="971550" imgH="666750" progId="Package">
                  <p:embed/>
                </p:oleObj>
              </mc:Choice>
              <mc:Fallback>
                <p:oleObj showAsIcon="1" r:id="rId3" imgW="971550" imgH="666750" progId="Package">
                  <p:embed/>
                  <p:pic>
                    <p:nvPicPr>
                      <p:cNvPr id="0" name="图片 2048"/>
                      <p:cNvPicPr/>
                      <p:nvPr/>
                    </p:nvPicPr>
                    <p:blipFill>
                      <a:blip r:embed="rId4"/>
                      <a:stretch>
                        <a:fillRect/>
                      </a:stretch>
                    </p:blipFill>
                    <p:spPr>
                      <a:xfrm>
                        <a:off x="755650" y="4077335"/>
                        <a:ext cx="2539365" cy="1743075"/>
                      </a:xfrm>
                      <a:prstGeom prst="rect">
                        <a:avLst/>
                      </a:prstGeom>
                      <a:ln>
                        <a:solidFill>
                          <a:srgbClr val="FF0000"/>
                        </a:solid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2"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4" name="矩形 3"/>
          <p:cNvSpPr/>
          <p:nvPr>
            <p:custDataLst>
              <p:tags r:id="rId3"/>
            </p:custDataLst>
          </p:nvPr>
        </p:nvSpPr>
        <p:spPr>
          <a:xfrm>
            <a:off x="827088" y="1484313"/>
            <a:ext cx="1441450" cy="5040312"/>
          </a:xfrm>
          <a:prstGeom prst="rect">
            <a:avLst/>
          </a:prstGeom>
          <a:solidFill>
            <a:schemeClr val="accent6"/>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文献</a:t>
            </a:r>
            <a:endParaRPr kumimoji="0" lang="en-US" altLang="zh-CN" sz="1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格式</a:t>
            </a:r>
          </a:p>
        </p:txBody>
      </p:sp>
      <p:sp>
        <p:nvSpPr>
          <p:cNvPr id="18437" name="矩形 4"/>
          <p:cNvSpPr>
            <a:spLocks noChangeArrowheads="1"/>
          </p:cNvSpPr>
          <p:nvPr>
            <p:custDataLst>
              <p:tags r:id="rId4"/>
            </p:custDataLst>
          </p:nvPr>
        </p:nvSpPr>
        <p:spPr bwMode="auto">
          <a:xfrm>
            <a:off x="827088" y="912813"/>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chemeClr val="dk1"/>
                </a:solidFill>
                <a:latin typeface="微软雅黑" panose="020B0503020204020204" charset="-122"/>
                <a:ea typeface="微软雅黑" panose="020B0503020204020204" charset="-122"/>
                <a:cs typeface="微软雅黑" panose="020B0503020204020204" charset="-122"/>
              </a:rPr>
              <a:t>2. </a:t>
            </a:r>
            <a:r>
              <a:rPr kumimoji="0" lang="zh-CN" altLang="en-US" sz="2000" b="1">
                <a:solidFill>
                  <a:schemeClr val="dk1"/>
                </a:solidFill>
                <a:latin typeface="微软雅黑" panose="020B0503020204020204" charset="-122"/>
                <a:ea typeface="微软雅黑" panose="020B0503020204020204" charset="-122"/>
                <a:cs typeface="微软雅黑" panose="020B0503020204020204" charset="-122"/>
              </a:rPr>
              <a:t>我们要求的综述报告长什么样？格式要求</a:t>
            </a:r>
          </a:p>
        </p:txBody>
      </p:sp>
      <p:sp>
        <p:nvSpPr>
          <p:cNvPr id="6" name="矩形 5"/>
          <p:cNvSpPr/>
          <p:nvPr>
            <p:custDataLst>
              <p:tags r:id="rId5"/>
            </p:custDataLst>
          </p:nvPr>
        </p:nvSpPr>
        <p:spPr>
          <a:xfrm>
            <a:off x="2267744" y="1488383"/>
            <a:ext cx="6552728" cy="4276725"/>
          </a:xfrm>
          <a:prstGeom prst="rect">
            <a:avLst/>
          </a:prstGeom>
        </p:spPr>
        <p:txBody>
          <a:bodyPr>
            <a:spAutoFit/>
          </a:bodyPr>
          <a:lstStyle/>
          <a:p>
            <a:pPr marL="342900" indent="-342900" algn="just" defTabSz="457200" eaLnBrk="1" fontAlgn="auto" hangingPunct="1">
              <a:spcBef>
                <a:spcPts val="0"/>
              </a:spcBef>
              <a:spcAft>
                <a:spcPts val="0"/>
              </a:spcAft>
              <a:buFont typeface="Wingdings" panose="05000000000000000000" pitchFamily="2" charset="2"/>
              <a:buChar char=""/>
            </a:pPr>
            <a:r>
              <a:rPr kumimoji="0" lang="zh-CN" altLang="zh-CN" sz="2400" b="1" kern="0" dirty="0">
                <a:solidFill>
                  <a:schemeClr val="dk1"/>
                </a:solidFill>
                <a:latin typeface="微软雅黑" panose="020B0503020204020204" charset="-122"/>
                <a:ea typeface="微软雅黑" panose="020B0503020204020204" charset="-122"/>
                <a:cs typeface="微软雅黑" panose="020B0503020204020204" charset="-122"/>
              </a:rPr>
              <a:t>期刊格式</a:t>
            </a:r>
            <a:endPar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endParaRPr>
          </a:p>
          <a:p>
            <a:pPr marL="342900" indent="-342900" algn="just" defTabSz="457200" eaLnBrk="1" fontAlgn="auto" hangingPunct="1">
              <a:spcBef>
                <a:spcPts val="0"/>
              </a:spcBef>
              <a:spcAft>
                <a:spcPts val="0"/>
              </a:spcAft>
              <a:buFont typeface="宋体" panose="02010600030101010101" pitchFamily="2" charset="-122"/>
              <a:buAutoNum type="arabicPeriod"/>
            </a:pP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Fu X H, Jiang H Y, Zhang J, et al. Preparation of short and medium wave infrared anti-reflective coating based on chalcogenide glass[J]. Chinese Journal of Lasers, 2017, 44(9): 0903002.</a:t>
            </a:r>
          </a:p>
          <a:p>
            <a:pPr marL="342900" indent="-342900" algn="just" defTabSz="457200" eaLnBrk="1" fontAlgn="auto" hangingPunct="1">
              <a:spcBef>
                <a:spcPts val="0"/>
              </a:spcBef>
              <a:spcAft>
                <a:spcPts val="0"/>
              </a:spcAft>
              <a:buFont typeface="宋体" panose="02010600030101010101" pitchFamily="2" charset="-122"/>
              <a:buAutoNum type="arabicPeriod"/>
            </a:pPr>
            <a:r>
              <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rPr>
              <a:t>付秀华</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a:t>
            </a:r>
            <a:r>
              <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rPr>
              <a:t>姜洪妍</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a:t>
            </a:r>
            <a:r>
              <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rPr>
              <a:t>张静</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a:t>
            </a:r>
            <a:r>
              <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rPr>
              <a:t>等</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a:t>
            </a:r>
            <a:r>
              <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rPr>
              <a:t>基于硫系玻璃的短中波红外减反膜研制</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[J]. </a:t>
            </a:r>
            <a:r>
              <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rPr>
              <a:t>中国激光</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2017, 44(9): </a:t>
            </a:r>
            <a:r>
              <a:rPr kumimoji="0" lang="en-US" altLang="zh-CN" sz="1600" kern="100" dirty="0">
                <a:solidFill>
                  <a:schemeClr val="dk1"/>
                </a:solidFill>
                <a:highlight>
                  <a:srgbClr val="00FFFF"/>
                </a:highlight>
                <a:latin typeface="微软雅黑" panose="020B0503020204020204" charset="-122"/>
                <a:ea typeface="微软雅黑" panose="020B0503020204020204" charset="-122"/>
                <a:cs typeface="微软雅黑" panose="020B0503020204020204" charset="-122"/>
              </a:rPr>
              <a:t>0903002</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a:t>
            </a:r>
          </a:p>
          <a:p>
            <a:pPr marL="342900" indent="-342900" algn="just" defTabSz="457200" eaLnBrk="1" fontAlgn="auto" hangingPunct="1">
              <a:spcBef>
                <a:spcPts val="0"/>
              </a:spcBef>
              <a:spcAft>
                <a:spcPts val="0"/>
              </a:spcAft>
              <a:buFont typeface="宋体" panose="02010600030101010101" pitchFamily="2" charset="-122"/>
              <a:buAutoNum type="arabicPeriod"/>
            </a:pP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Feng Y J, Wang X J, </a:t>
            </a:r>
            <a:r>
              <a:rPr kumimoji="0" lang="en-US" altLang="zh-CN" sz="1600" kern="100" dirty="0" err="1">
                <a:solidFill>
                  <a:schemeClr val="dk1"/>
                </a:solidFill>
                <a:latin typeface="微软雅黑" panose="020B0503020204020204" charset="-122"/>
                <a:ea typeface="微软雅黑" panose="020B0503020204020204" charset="-122"/>
                <a:cs typeface="微软雅黑" panose="020B0503020204020204" charset="-122"/>
              </a:rPr>
              <a:t>Ke</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W </a:t>
            </a:r>
            <a:r>
              <a:rPr kumimoji="0" lang="en-US" altLang="zh-CN" sz="1600" kern="100" dirty="0" err="1">
                <a:solidFill>
                  <a:schemeClr val="dk1"/>
                </a:solidFill>
                <a:latin typeface="微软雅黑" panose="020B0503020204020204" charset="-122"/>
                <a:ea typeface="微软雅黑" panose="020B0503020204020204" charset="-122"/>
                <a:cs typeface="微软雅黑" panose="020B0503020204020204" charset="-122"/>
              </a:rPr>
              <a:t>W</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a:t>
            </a:r>
            <a:r>
              <a:rPr kumimoji="0" lang="en-US" altLang="zh-CN" sz="1600" i="1" kern="100" dirty="0">
                <a:solidFill>
                  <a:schemeClr val="dk1"/>
                </a:solidFill>
                <a:latin typeface="微软雅黑" panose="020B0503020204020204" charset="-122"/>
                <a:ea typeface="微软雅黑" panose="020B0503020204020204" charset="-122"/>
                <a:cs typeface="微软雅黑" panose="020B0503020204020204" charset="-122"/>
              </a:rPr>
              <a:t>et al</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Numerical analysis to four-wave mixing induced spectral broadening in high power fiber lasers[J]. Proceedings of SPIE, 2015, </a:t>
            </a:r>
            <a:r>
              <a:rPr kumimoji="0" lang="en-US" altLang="zh-CN" sz="1600" kern="100" dirty="0">
                <a:solidFill>
                  <a:schemeClr val="dk1"/>
                </a:solidFill>
                <a:highlight>
                  <a:srgbClr val="00FFFF"/>
                </a:highlight>
                <a:latin typeface="微软雅黑" panose="020B0503020204020204" charset="-122"/>
                <a:ea typeface="微软雅黑" panose="020B0503020204020204" charset="-122"/>
                <a:cs typeface="微软雅黑" panose="020B0503020204020204" charset="-122"/>
              </a:rPr>
              <a:t>9255</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92550Q.</a:t>
            </a:r>
            <a:endPar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endParaRPr>
          </a:p>
          <a:p>
            <a:pPr marL="342900" indent="-342900" algn="just" defTabSz="457200" eaLnBrk="1" fontAlgn="auto" hangingPunct="1">
              <a:spcBef>
                <a:spcPts val="0"/>
              </a:spcBef>
              <a:spcAft>
                <a:spcPts val="0"/>
              </a:spcAft>
              <a:buFont typeface="Wingdings" panose="05000000000000000000" pitchFamily="2" charset="2"/>
              <a:buChar char=""/>
            </a:pPr>
            <a:r>
              <a:rPr kumimoji="0" lang="zh-CN" altLang="zh-CN" sz="2400" b="1" kern="0" dirty="0">
                <a:solidFill>
                  <a:schemeClr val="dk1"/>
                </a:solidFill>
                <a:latin typeface="微软雅黑" panose="020B0503020204020204" charset="-122"/>
                <a:ea typeface="微软雅黑" panose="020B0503020204020204" charset="-122"/>
                <a:cs typeface="微软雅黑" panose="020B0503020204020204" charset="-122"/>
              </a:rPr>
              <a:t>图书格式</a:t>
            </a:r>
            <a:endPar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endParaRPr>
          </a:p>
          <a:p>
            <a:pPr marL="342900" indent="-342900" algn="just" defTabSz="457200" eaLnBrk="1" fontAlgn="auto" hangingPunct="1">
              <a:spcBef>
                <a:spcPts val="0"/>
              </a:spcBef>
              <a:spcAft>
                <a:spcPts val="0"/>
              </a:spcAft>
              <a:buFont typeface="宋体" panose="02010600030101010101" pitchFamily="2" charset="-122"/>
              <a:buAutoNum type="arabicPeriod"/>
            </a:pP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Yariv A, Yeh P. Optical electronics in modern communications[M]. Chen H M, Shi W H, Wang J L, </a:t>
            </a:r>
            <a:r>
              <a:rPr kumimoji="0" lang="en-US" altLang="zh-CN" sz="1600" i="1" kern="100" dirty="0">
                <a:solidFill>
                  <a:schemeClr val="dk1"/>
                </a:solidFill>
                <a:latin typeface="微软雅黑" panose="020B0503020204020204" charset="-122"/>
                <a:ea typeface="微软雅黑" panose="020B0503020204020204" charset="-122"/>
                <a:cs typeface="微软雅黑" panose="020B0503020204020204" charset="-122"/>
              </a:rPr>
              <a:t>et al</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Transl. 6</a:t>
            </a:r>
            <a:r>
              <a:rPr kumimoji="0" lang="en-US" altLang="zh-CN" sz="1600" kern="100" baseline="30000" dirty="0">
                <a:solidFill>
                  <a:schemeClr val="dk1"/>
                </a:solidFill>
                <a:latin typeface="微软雅黑" panose="020B0503020204020204" charset="-122"/>
                <a:ea typeface="微软雅黑" panose="020B0503020204020204" charset="-122"/>
                <a:cs typeface="微软雅黑" panose="020B0503020204020204" charset="-122"/>
              </a:rPr>
              <a:t>th</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ed. Beijing: Electronic Industry Press, 2014: 15-28.</a:t>
            </a:r>
          </a:p>
          <a:p>
            <a:pPr marL="342900" indent="-342900" algn="just" defTabSz="457200" eaLnBrk="1" fontAlgn="auto" hangingPunct="1">
              <a:spcBef>
                <a:spcPts val="0"/>
              </a:spcBef>
              <a:spcAft>
                <a:spcPts val="0"/>
              </a:spcAft>
              <a:buFont typeface="宋体" panose="02010600030101010101" pitchFamily="2" charset="-122"/>
              <a:buAutoNum type="arabicPeriod"/>
            </a:pP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阿曼·亚里夫, 波奇·耶赫. </a:t>
            </a:r>
            <a:r>
              <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rPr>
              <a:t>光子学</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a:t>
            </a:r>
            <a:r>
              <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rPr>
              <a:t>现代通信光电子学</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[M]. </a:t>
            </a:r>
            <a:r>
              <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rPr>
              <a:t>陈鹤鸣</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a:t>
            </a:r>
            <a:r>
              <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rPr>
              <a:t>施伟华</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a:t>
            </a:r>
            <a:r>
              <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rPr>
              <a:t>汪静丽</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a:t>
            </a:r>
            <a:r>
              <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rPr>
              <a:t>等</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a:t>
            </a:r>
            <a:r>
              <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rPr>
              <a:t>译</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6</a:t>
            </a:r>
            <a:r>
              <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rPr>
              <a:t>版</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a:t>
            </a:r>
            <a:r>
              <a:rPr kumimoji="0" lang="zh-CN" altLang="zh-CN" sz="1600" kern="100" dirty="0">
                <a:solidFill>
                  <a:schemeClr val="dk1"/>
                </a:solidFill>
                <a:highlight>
                  <a:srgbClr val="00FFFF"/>
                </a:highlight>
                <a:latin typeface="微软雅黑" panose="020B0503020204020204" charset="-122"/>
                <a:ea typeface="微软雅黑" panose="020B0503020204020204" charset="-122"/>
                <a:cs typeface="微软雅黑" panose="020B0503020204020204" charset="-122"/>
              </a:rPr>
              <a:t>北京</a:t>
            </a:r>
            <a:r>
              <a:rPr kumimoji="0" lang="en-US" altLang="zh-CN" sz="1600" kern="100" dirty="0">
                <a:solidFill>
                  <a:schemeClr val="dk1"/>
                </a:solidFill>
                <a:highlight>
                  <a:srgbClr val="00FFFF"/>
                </a:highlight>
                <a:latin typeface="微软雅黑" panose="020B0503020204020204" charset="-122"/>
                <a:ea typeface="微软雅黑" panose="020B0503020204020204" charset="-122"/>
                <a:cs typeface="微软雅黑" panose="020B0503020204020204" charset="-122"/>
              </a:rPr>
              <a:t>:</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a:t>
            </a:r>
            <a:r>
              <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rPr>
              <a:t>电子工业出版社</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2014: 15-28.</a:t>
            </a:r>
          </a:p>
        </p:txBody>
      </p:sp>
      <p:sp>
        <p:nvSpPr>
          <p:cNvPr id="3" name="Rectangle 2"/>
          <p:cNvSpPr>
            <a:spLocks noGrp="1" noChangeArrowheads="1"/>
          </p:cNvSpPr>
          <p:nvPr>
            <p:custDataLst>
              <p:tags r:id="rId6"/>
            </p:custDataLst>
          </p:nvPr>
        </p:nvSpPr>
        <p:spPr>
          <a:xfrm>
            <a:off x="1538605" y="44450"/>
            <a:ext cx="714184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48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blinds(horizontal)">
                                      <p:cBhvr>
                                        <p:cTn id="10" dur="500"/>
                                        <p:tgtEl>
                                          <p:spTgt spid="6">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blinds(horizontal)">
                                      <p:cBhvr>
                                        <p:cTn id="13" dur="500"/>
                                        <p:tgtEl>
                                          <p:spTgt spid="6">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transition="in" filter="blinds(horizontal)">
                                      <p:cBhvr>
                                        <p:cTn id="16" dur="500"/>
                                        <p:tgtEl>
                                          <p:spTgt spid="6">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blinds(horizontal)">
                                      <p:cBhvr>
                                        <p:cTn id="21" dur="500"/>
                                        <p:tgtEl>
                                          <p:spTgt spid="6">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6">
                                            <p:txEl>
                                              <p:pRg st="5" end="5"/>
                                            </p:txEl>
                                          </p:spTgt>
                                        </p:tgtEl>
                                        <p:attrNameLst>
                                          <p:attrName>style.visibility</p:attrName>
                                        </p:attrNameLst>
                                      </p:cBhvr>
                                      <p:to>
                                        <p:strVal val="visible"/>
                                      </p:to>
                                    </p:set>
                                    <p:animEffect transition="in" filter="blinds(horizontal)">
                                      <p:cBhvr>
                                        <p:cTn id="24" dur="500"/>
                                        <p:tgtEl>
                                          <p:spTgt spid="6">
                                            <p:txEl>
                                              <p:pRg st="5" end="5"/>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blinds(horizontal)">
                                      <p:cBhvr>
                                        <p:cTn id="27"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2"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19460" name="矩形 3"/>
          <p:cNvSpPr>
            <a:spLocks noChangeArrowheads="1"/>
          </p:cNvSpPr>
          <p:nvPr/>
        </p:nvSpPr>
        <p:spPr bwMode="auto">
          <a:xfrm>
            <a:off x="900113" y="984250"/>
            <a:ext cx="863282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2.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我们要求的综述报告长什么样？格式要求</a:t>
            </a:r>
          </a:p>
        </p:txBody>
      </p:sp>
      <p:sp>
        <p:nvSpPr>
          <p:cNvPr id="5" name="矩形 4"/>
          <p:cNvSpPr/>
          <p:nvPr>
            <p:custDataLst>
              <p:tags r:id="rId3"/>
            </p:custDataLst>
          </p:nvPr>
        </p:nvSpPr>
        <p:spPr>
          <a:xfrm>
            <a:off x="2483768" y="1560391"/>
            <a:ext cx="6480720" cy="4523105"/>
          </a:xfrm>
          <a:prstGeom prst="rect">
            <a:avLst/>
          </a:prstGeom>
        </p:spPr>
        <p:txBody>
          <a:bodyPr>
            <a:spAutoFit/>
          </a:bodyPr>
          <a:lstStyle/>
          <a:p>
            <a:pPr marL="342900" indent="-342900" algn="just" defTabSz="457200" eaLnBrk="1" fontAlgn="auto" hangingPunct="1">
              <a:spcBef>
                <a:spcPts val="0"/>
              </a:spcBef>
              <a:spcAft>
                <a:spcPts val="0"/>
              </a:spcAft>
              <a:buFont typeface="Wingdings" panose="05000000000000000000" pitchFamily="2" charset="2"/>
              <a:buChar char=""/>
            </a:pPr>
            <a:r>
              <a:rPr kumimoji="0" lang="zh-CN" altLang="zh-CN" sz="2400" b="1" kern="0" dirty="0">
                <a:solidFill>
                  <a:schemeClr val="dk1"/>
                </a:solidFill>
                <a:latin typeface="微软雅黑" panose="020B0503020204020204" charset="-122"/>
                <a:ea typeface="微软雅黑" panose="020B0503020204020204" charset="-122"/>
                <a:cs typeface="微软雅黑" panose="020B0503020204020204" charset="-122"/>
              </a:rPr>
              <a:t>学位论文格式</a:t>
            </a:r>
            <a:endPar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endParaRPr>
          </a:p>
          <a:p>
            <a:pPr marL="342900" indent="-342900" algn="just" defTabSz="457200" eaLnBrk="1" fontAlgn="auto" hangingPunct="1">
              <a:spcBef>
                <a:spcPts val="0"/>
              </a:spcBef>
              <a:spcAft>
                <a:spcPts val="0"/>
              </a:spcAft>
              <a:buFont typeface="宋体" panose="02010600030101010101" pitchFamily="2" charset="-122"/>
              <a:buAutoNum type="arabicPeriod"/>
            </a:pP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Huang H. Design and manufacture of branch optic waveguide phase modulator for fiber optic gyroscope[D]. Chengdu: University of Electronic Science and Technology of China, 2004: 20-28.</a:t>
            </a:r>
          </a:p>
          <a:p>
            <a:pPr marL="342900" indent="-342900" algn="just" defTabSz="457200" eaLnBrk="1" fontAlgn="auto" hangingPunct="1">
              <a:spcBef>
                <a:spcPts val="0"/>
              </a:spcBef>
              <a:spcAft>
                <a:spcPts val="0"/>
              </a:spcAft>
              <a:buFont typeface="宋体" panose="02010600030101010101" pitchFamily="2" charset="-122"/>
              <a:buAutoNum type="arabicPeriod"/>
            </a:pPr>
            <a:r>
              <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rPr>
              <a:t>黄禾</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a:t>
            </a:r>
            <a:r>
              <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rPr>
              <a:t>光纤陀螺仪用集成光波导</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Y</a:t>
            </a:r>
            <a:r>
              <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rPr>
              <a:t>分支相位调制器的设计与制作</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[D]. </a:t>
            </a:r>
            <a:r>
              <a:rPr kumimoji="0" lang="zh-CN" altLang="zh-CN" sz="1600" kern="100" dirty="0">
                <a:solidFill>
                  <a:schemeClr val="dk1"/>
                </a:solidFill>
                <a:highlight>
                  <a:srgbClr val="00FFFF"/>
                </a:highlight>
                <a:latin typeface="微软雅黑" panose="020B0503020204020204" charset="-122"/>
                <a:ea typeface="微软雅黑" panose="020B0503020204020204" charset="-122"/>
                <a:cs typeface="微软雅黑" panose="020B0503020204020204" charset="-122"/>
              </a:rPr>
              <a:t>成都</a:t>
            </a:r>
            <a:r>
              <a:rPr kumimoji="0" lang="en-US" altLang="zh-CN" sz="1600" kern="100" dirty="0">
                <a:solidFill>
                  <a:schemeClr val="dk1"/>
                </a:solidFill>
                <a:highlight>
                  <a:srgbClr val="00FFFF"/>
                </a:highlight>
                <a:latin typeface="微软雅黑" panose="020B0503020204020204" charset="-122"/>
                <a:ea typeface="微软雅黑" panose="020B0503020204020204" charset="-122"/>
                <a:cs typeface="微软雅黑" panose="020B0503020204020204" charset="-122"/>
              </a:rPr>
              <a:t>:</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a:t>
            </a:r>
            <a:r>
              <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rPr>
              <a:t>电子科技大学</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2004: 20-28.</a:t>
            </a:r>
          </a:p>
          <a:p>
            <a:pPr marL="266700" algn="just" defTabSz="457200" eaLnBrk="1" fontAlgn="auto" hangingPunct="1">
              <a:spcBef>
                <a:spcPts val="0"/>
              </a:spcBef>
              <a:spcAft>
                <a:spcPts val="0"/>
              </a:spcAft>
            </a:pPr>
            <a:endPar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endParaRPr>
          </a:p>
          <a:p>
            <a:pPr marL="342900" indent="-342900" algn="just" defTabSz="457200" eaLnBrk="1" fontAlgn="auto" hangingPunct="1">
              <a:spcBef>
                <a:spcPts val="0"/>
              </a:spcBef>
              <a:spcAft>
                <a:spcPts val="0"/>
              </a:spcAft>
              <a:buFont typeface="Wingdings" panose="05000000000000000000" pitchFamily="2" charset="2"/>
              <a:buChar char=""/>
            </a:pPr>
            <a:r>
              <a:rPr kumimoji="0" lang="zh-CN" altLang="zh-CN" sz="2400" b="1" kern="0" dirty="0">
                <a:solidFill>
                  <a:schemeClr val="dk1"/>
                </a:solidFill>
                <a:latin typeface="微软雅黑" panose="020B0503020204020204" charset="-122"/>
                <a:ea typeface="微软雅黑" panose="020B0503020204020204" charset="-122"/>
                <a:cs typeface="微软雅黑" panose="020B0503020204020204" charset="-122"/>
              </a:rPr>
              <a:t>会议论文格式</a:t>
            </a:r>
            <a:endPar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endParaRPr>
          </a:p>
          <a:p>
            <a:pPr marL="342900" indent="-342900" algn="just" defTabSz="457200" eaLnBrk="1" fontAlgn="auto" hangingPunct="1">
              <a:spcBef>
                <a:spcPts val="0"/>
              </a:spcBef>
              <a:spcAft>
                <a:spcPts val="0"/>
              </a:spcAft>
              <a:buFont typeface="宋体" panose="02010600030101010101" pitchFamily="2" charset="-122"/>
              <a:buAutoNum type="arabicPeriod"/>
            </a:pP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Chen S T, Cheng J H, Gao W. A phase modulation method for improving the scale factor stability of fiber-optic gyroscope[C]</a:t>
            </a:r>
            <a:r>
              <a:rPr kumimoji="0" lang="en-US" altLang="zh-CN" sz="1600" kern="100" dirty="0">
                <a:solidFill>
                  <a:schemeClr val="dk1"/>
                </a:solidFill>
                <a:highlight>
                  <a:srgbClr val="00FFFF"/>
                </a:highlight>
                <a:latin typeface="微软雅黑" panose="020B0503020204020204" charset="-122"/>
                <a:ea typeface="微软雅黑" panose="020B0503020204020204" charset="-122"/>
                <a:cs typeface="微软雅黑" panose="020B0503020204020204" charset="-122"/>
              </a:rPr>
              <a:t>//Proceedings</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of 2008 IEEE International Conference on Mechatronics and Automation, 2008, 978: 37-42.</a:t>
            </a:r>
            <a:endParaRPr kumimoji="0" lang="zh-CN" altLang="zh-CN" sz="1600" kern="100" dirty="0">
              <a:solidFill>
                <a:schemeClr val="dk1"/>
              </a:solidFill>
              <a:latin typeface="微软雅黑" panose="020B0503020204020204" charset="-122"/>
              <a:ea typeface="微软雅黑" panose="020B0503020204020204" charset="-122"/>
              <a:cs typeface="微软雅黑" panose="020B0503020204020204" charset="-122"/>
            </a:endParaRPr>
          </a:p>
          <a:p>
            <a:pPr marL="342900" indent="-342900" algn="just" defTabSz="457200" eaLnBrk="1" fontAlgn="auto" hangingPunct="1">
              <a:spcBef>
                <a:spcPts val="0"/>
              </a:spcBef>
              <a:spcAft>
                <a:spcPts val="0"/>
              </a:spcAft>
              <a:buFont typeface="宋体" panose="02010600030101010101" pitchFamily="2" charset="-122"/>
              <a:buAutoNum type="arabicPeriod"/>
            </a:pP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Shi Y, </a:t>
            </a:r>
            <a:r>
              <a:rPr kumimoji="0" lang="en-US" altLang="zh-CN" sz="1600" kern="100" dirty="0" err="1">
                <a:solidFill>
                  <a:schemeClr val="dk1"/>
                </a:solidFill>
                <a:latin typeface="微软雅黑" panose="020B0503020204020204" charset="-122"/>
                <a:ea typeface="微软雅黑" panose="020B0503020204020204" charset="-122"/>
                <a:cs typeface="微软雅黑" panose="020B0503020204020204" charset="-122"/>
              </a:rPr>
              <a:t>Mallik</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R K, </a:t>
            </a:r>
            <a:r>
              <a:rPr kumimoji="0" lang="en-US" altLang="zh-CN" sz="1600" kern="100" dirty="0" err="1">
                <a:solidFill>
                  <a:schemeClr val="dk1"/>
                </a:solidFill>
                <a:latin typeface="微软雅黑" panose="020B0503020204020204" charset="-122"/>
                <a:ea typeface="微软雅黑" panose="020B0503020204020204" charset="-122"/>
                <a:cs typeface="微软雅黑" panose="020B0503020204020204" charset="-122"/>
              </a:rPr>
              <a:t>Letaief</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 K B. Power control for relay-assisted wireless systems with general relaying[C]. IEEE International Conference on Communications, 2010: </a:t>
            </a:r>
            <a:r>
              <a:rPr kumimoji="0" lang="en-US" altLang="zh-CN" sz="1600" kern="100" dirty="0">
                <a:solidFill>
                  <a:schemeClr val="dk1"/>
                </a:solidFill>
                <a:highlight>
                  <a:srgbClr val="00FFFF"/>
                </a:highlight>
                <a:latin typeface="微软雅黑" panose="020B0503020204020204" charset="-122"/>
                <a:ea typeface="微软雅黑" panose="020B0503020204020204" charset="-122"/>
                <a:cs typeface="微软雅黑" panose="020B0503020204020204" charset="-122"/>
              </a:rPr>
              <a:t>11412565</a:t>
            </a:r>
            <a:r>
              <a:rPr kumimoji="0" lang="en-US" altLang="zh-CN" sz="1600" kern="100" dirty="0">
                <a:solidFill>
                  <a:schemeClr val="dk1"/>
                </a:solidFill>
                <a:latin typeface="微软雅黑" panose="020B0503020204020204" charset="-122"/>
                <a:ea typeface="微软雅黑" panose="020B0503020204020204" charset="-122"/>
                <a:cs typeface="微软雅黑" panose="020B0503020204020204" charset="-122"/>
              </a:rPr>
              <a:t>.</a:t>
            </a:r>
          </a:p>
        </p:txBody>
      </p:sp>
      <p:sp>
        <p:nvSpPr>
          <p:cNvPr id="6" name="矩形 5"/>
          <p:cNvSpPr/>
          <p:nvPr>
            <p:custDataLst>
              <p:tags r:id="rId4"/>
            </p:custDataLst>
          </p:nvPr>
        </p:nvSpPr>
        <p:spPr>
          <a:xfrm>
            <a:off x="900113" y="1557338"/>
            <a:ext cx="1439862" cy="5040312"/>
          </a:xfrm>
          <a:prstGeom prst="rect">
            <a:avLst/>
          </a:prstGeom>
          <a:solidFill>
            <a:schemeClr val="accent6"/>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文献</a:t>
            </a:r>
            <a:endParaRPr kumimoji="0" lang="en-US" altLang="zh-CN" sz="1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格式</a:t>
            </a:r>
          </a:p>
        </p:txBody>
      </p:sp>
      <p:sp>
        <p:nvSpPr>
          <p:cNvPr id="3" name="Rectangle 2"/>
          <p:cNvSpPr>
            <a:spLocks noGrp="1" noChangeArrowheads="1"/>
          </p:cNvSpPr>
          <p:nvPr>
            <p:custDataLst>
              <p:tags r:id="rId5"/>
            </p:custDataLst>
          </p:nvPr>
        </p:nvSpPr>
        <p:spPr>
          <a:xfrm>
            <a:off x="1538605" y="44450"/>
            <a:ext cx="714184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48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blinds(horizontal)">
                                      <p:cBhvr>
                                        <p:cTn id="10" dur="500"/>
                                        <p:tgtEl>
                                          <p:spTgt spid="5">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blinds(horizontal)">
                                      <p:cBhvr>
                                        <p:cTn id="13" dur="5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Effect transition="in" filter="blinds(horizontal)">
                                      <p:cBhvr>
                                        <p:cTn id="18" dur="500"/>
                                        <p:tgtEl>
                                          <p:spTgt spid="5">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animEffect transition="in" filter="blinds(horizontal)">
                                      <p:cBhvr>
                                        <p:cTn id="21" dur="500"/>
                                        <p:tgtEl>
                                          <p:spTgt spid="5">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5">
                                            <p:txEl>
                                              <p:pRg st="6" end="6"/>
                                            </p:txEl>
                                          </p:spTgt>
                                        </p:tgtEl>
                                        <p:attrNameLst>
                                          <p:attrName>style.visibility</p:attrName>
                                        </p:attrNameLst>
                                      </p:cBhvr>
                                      <p:to>
                                        <p:strVal val="visible"/>
                                      </p:to>
                                    </p:set>
                                    <p:animEffect transition="in" filter="blinds(horizontal)">
                                      <p:cBhvr>
                                        <p:cTn id="24"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6" name="任意形状 8"/>
          <p:cNvSpPr/>
          <p:nvPr userDrawn="1">
            <p:custDataLst>
              <p:tags r:id="rId2"/>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5" name="矩形 4"/>
          <p:cNvSpPr/>
          <p:nvPr>
            <p:custDataLst>
              <p:tags r:id="rId3"/>
            </p:custDataLst>
          </p:nvPr>
        </p:nvSpPr>
        <p:spPr>
          <a:xfrm>
            <a:off x="827088" y="1484313"/>
            <a:ext cx="1441450" cy="5040312"/>
          </a:xfrm>
          <a:prstGeom prst="rect">
            <a:avLst/>
          </a:prstGeom>
          <a:solidFill>
            <a:schemeClr val="accent3"/>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综述的</a:t>
            </a:r>
            <a:endParaRPr kumimoji="0" lang="en-US" altLang="zh-CN" sz="1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学术</a:t>
            </a:r>
            <a:endParaRPr kumimoji="0" lang="en-US" altLang="zh-CN" sz="1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道德</a:t>
            </a:r>
            <a:endParaRPr kumimoji="0" lang="en-US" altLang="zh-CN" sz="1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原则</a:t>
            </a:r>
            <a:endParaRPr kumimoji="0" lang="en-US" altLang="zh-CN" sz="1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endParaRPr kumimoji="0" lang="en-US" altLang="zh-CN" sz="1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请务必注意</a:t>
            </a:r>
          </a:p>
        </p:txBody>
      </p:sp>
      <p:sp>
        <p:nvSpPr>
          <p:cNvPr id="20486" name="矩形 5"/>
          <p:cNvSpPr>
            <a:spLocks noChangeArrowheads="1"/>
          </p:cNvSpPr>
          <p:nvPr>
            <p:custDataLst>
              <p:tags r:id="rId4"/>
            </p:custDataLst>
          </p:nvPr>
        </p:nvSpPr>
        <p:spPr bwMode="auto">
          <a:xfrm>
            <a:off x="827088" y="912813"/>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chemeClr val="dk1"/>
                </a:solidFill>
                <a:latin typeface="微软雅黑" panose="020B0503020204020204" charset="-122"/>
                <a:ea typeface="微软雅黑" panose="020B0503020204020204" charset="-122"/>
                <a:cs typeface="微软雅黑" panose="020B0503020204020204" charset="-122"/>
              </a:rPr>
              <a:t>2. </a:t>
            </a:r>
            <a:r>
              <a:rPr kumimoji="0" lang="zh-CN" altLang="en-US" sz="2000" b="1">
                <a:solidFill>
                  <a:schemeClr val="dk1"/>
                </a:solidFill>
                <a:latin typeface="微软雅黑" panose="020B0503020204020204" charset="-122"/>
                <a:ea typeface="微软雅黑" panose="020B0503020204020204" charset="-122"/>
                <a:cs typeface="微软雅黑" panose="020B0503020204020204" charset="-122"/>
              </a:rPr>
              <a:t>我们要求的综述报告长什么样？引用要求</a:t>
            </a:r>
          </a:p>
        </p:txBody>
      </p:sp>
      <p:sp>
        <p:nvSpPr>
          <p:cNvPr id="7" name="矩形 6"/>
          <p:cNvSpPr/>
          <p:nvPr>
            <p:custDataLst>
              <p:tags r:id="rId5"/>
            </p:custDataLst>
          </p:nvPr>
        </p:nvSpPr>
        <p:spPr>
          <a:xfrm>
            <a:off x="2411760" y="1476375"/>
            <a:ext cx="6633815" cy="1441450"/>
          </a:xfrm>
          <a:prstGeom prst="rect">
            <a:avLst/>
          </a:prstGeom>
          <a:solidFill>
            <a:schemeClr val="accent1"/>
          </a:solidFill>
          <a:ln w="12700" cap="flat" cmpd="sng" algn="ctr">
            <a:noFill/>
            <a:prstDash val="solid"/>
            <a:miter lim="800000"/>
          </a:ln>
          <a:effectLst/>
        </p:spPr>
        <p:txBody>
          <a:bodyPr anchor="ctr"/>
          <a:lstStyle/>
          <a:p>
            <a:pPr defTabSz="457200" eaLnBrk="1" fontAlgn="auto" hangingPunct="1">
              <a:spcBef>
                <a:spcPts val="0"/>
              </a:spcBef>
              <a:spcAft>
                <a:spcPts val="0"/>
              </a:spcAft>
            </a:pPr>
            <a:r>
              <a:rPr kumimoji="0" lang="zh-CN" altLang="en-US" sz="2800" b="1" kern="0" dirty="0">
                <a:solidFill>
                  <a:schemeClr val="lt1"/>
                </a:solidFill>
                <a:latin typeface="微软雅黑" panose="020B0503020204020204" charset="-122"/>
                <a:ea typeface="微软雅黑" panose="020B0503020204020204" charset="-122"/>
              </a:rPr>
              <a:t>避免盗版嫌疑的两个凡是：</a:t>
            </a:r>
            <a:endParaRPr kumimoji="0" lang="en-US" altLang="zh-CN" sz="2800" b="1" kern="0" dirty="0">
              <a:solidFill>
                <a:schemeClr val="lt1"/>
              </a:solidFill>
              <a:latin typeface="微软雅黑" panose="020B0503020204020204" charset="-122"/>
              <a:ea typeface="微软雅黑" panose="020B0503020204020204" charset="-122"/>
            </a:endParaRPr>
          </a:p>
          <a:p>
            <a:pPr defTabSz="457200" eaLnBrk="1" fontAlgn="auto" hangingPunct="1">
              <a:spcBef>
                <a:spcPts val="0"/>
              </a:spcBef>
              <a:spcAft>
                <a:spcPts val="0"/>
              </a:spcAft>
            </a:pPr>
            <a:r>
              <a:rPr kumimoji="0" lang="zh-CN" altLang="en-US" sz="2800" kern="0" dirty="0">
                <a:solidFill>
                  <a:schemeClr val="lt1"/>
                </a:solidFill>
                <a:latin typeface="微软雅黑" panose="020B0503020204020204" charset="-122"/>
                <a:ea typeface="微软雅黑" panose="020B0503020204020204" charset="-122"/>
              </a:rPr>
              <a:t>凡是引述他人的，一律须引用</a:t>
            </a:r>
            <a:endParaRPr kumimoji="0" lang="en-US" altLang="zh-CN" sz="2800" kern="0" dirty="0">
              <a:solidFill>
                <a:schemeClr val="lt1"/>
              </a:solidFill>
              <a:latin typeface="微软雅黑" panose="020B0503020204020204" charset="-122"/>
              <a:ea typeface="微软雅黑" panose="020B0503020204020204" charset="-122"/>
            </a:endParaRPr>
          </a:p>
          <a:p>
            <a:pPr defTabSz="457200" eaLnBrk="1" fontAlgn="auto" hangingPunct="1">
              <a:spcBef>
                <a:spcPts val="0"/>
              </a:spcBef>
              <a:spcAft>
                <a:spcPts val="0"/>
              </a:spcAft>
            </a:pPr>
            <a:r>
              <a:rPr kumimoji="0" lang="zh-CN" altLang="en-US" sz="2800" kern="0" dirty="0">
                <a:solidFill>
                  <a:schemeClr val="lt1"/>
                </a:solidFill>
                <a:latin typeface="微软雅黑" panose="020B0503020204020204" charset="-122"/>
                <a:ea typeface="微软雅黑" panose="020B0503020204020204" charset="-122"/>
              </a:rPr>
              <a:t>凡是别人的图，须图注引用，部分须许可</a:t>
            </a:r>
          </a:p>
        </p:txBody>
      </p:sp>
      <p:pic>
        <p:nvPicPr>
          <p:cNvPr id="20488" name="图片 7"/>
          <p:cNvPicPr>
            <a:picLocks noChangeAspect="1" noChangeArrowheads="1"/>
          </p:cNvPicPr>
          <p:nvPr/>
        </p:nvPicPr>
        <p:blipFill>
          <a:blip r:embed="rId8">
            <a:extLst>
              <a:ext uri="{28A0092B-C50C-407E-A947-70E740481C1C}">
                <a14:useLocalDpi xmlns:a14="http://schemas.microsoft.com/office/drawing/2010/main" val="0"/>
              </a:ext>
            </a:extLst>
          </a:blip>
          <a:srcRect b="67809"/>
          <a:stretch>
            <a:fillRect/>
          </a:stretch>
        </p:blipFill>
        <p:spPr bwMode="auto">
          <a:xfrm>
            <a:off x="2843213" y="2981325"/>
            <a:ext cx="576103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9" name="图片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19475" y="3551238"/>
            <a:ext cx="5040313" cy="29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a:spLocks noGrp="1" noChangeArrowheads="1"/>
          </p:cNvSpPr>
          <p:nvPr>
            <p:custDataLst>
              <p:tags r:id="rId6"/>
            </p:custDataLst>
          </p:nvPr>
        </p:nvSpPr>
        <p:spPr>
          <a:xfrm>
            <a:off x="1538605" y="44450"/>
            <a:ext cx="714184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48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0488"/>
                                        </p:tgtEl>
                                        <p:attrNameLst>
                                          <p:attrName>style.visibility</p:attrName>
                                        </p:attrNameLst>
                                      </p:cBhvr>
                                      <p:to>
                                        <p:strVal val="visible"/>
                                      </p:to>
                                    </p:set>
                                    <p:anim calcmode="lin" valueType="num">
                                      <p:cBhvr additive="base">
                                        <p:cTn id="11" dur="500" fill="hold"/>
                                        <p:tgtEl>
                                          <p:spTgt spid="20488"/>
                                        </p:tgtEl>
                                        <p:attrNameLst>
                                          <p:attrName>ppt_x</p:attrName>
                                        </p:attrNameLst>
                                      </p:cBhvr>
                                      <p:tavLst>
                                        <p:tav tm="0">
                                          <p:val>
                                            <p:strVal val="#ppt_x"/>
                                          </p:val>
                                        </p:tav>
                                        <p:tav tm="100000">
                                          <p:val>
                                            <p:strVal val="#ppt_x"/>
                                          </p:val>
                                        </p:tav>
                                      </p:tavLst>
                                    </p:anim>
                                    <p:anim calcmode="lin" valueType="num">
                                      <p:cBhvr additive="base">
                                        <p:cTn id="12" dur="500" fill="hold"/>
                                        <p:tgtEl>
                                          <p:spTgt spid="2048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0489"/>
                                        </p:tgtEl>
                                        <p:attrNameLst>
                                          <p:attrName>style.visibility</p:attrName>
                                        </p:attrNameLst>
                                      </p:cBhvr>
                                      <p:to>
                                        <p:strVal val="visible"/>
                                      </p:to>
                                    </p:set>
                                    <p:anim calcmode="lin" valueType="num">
                                      <p:cBhvr additive="base">
                                        <p:cTn id="15" dur="500" fill="hold"/>
                                        <p:tgtEl>
                                          <p:spTgt spid="20489"/>
                                        </p:tgtEl>
                                        <p:attrNameLst>
                                          <p:attrName>ppt_x</p:attrName>
                                        </p:attrNameLst>
                                      </p:cBhvr>
                                      <p:tavLst>
                                        <p:tav tm="0">
                                          <p:val>
                                            <p:strVal val="#ppt_x"/>
                                          </p:val>
                                        </p:tav>
                                        <p:tav tm="100000">
                                          <p:val>
                                            <p:strVal val="#ppt_x"/>
                                          </p:val>
                                        </p:tav>
                                      </p:tavLst>
                                    </p:anim>
                                    <p:anim calcmode="lin" valueType="num">
                                      <p:cBhvr additive="base">
                                        <p:cTn id="16" dur="500" fill="hold"/>
                                        <p:tgtEl>
                                          <p:spTgt spid="204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914400" y="635000"/>
            <a:ext cx="7315200" cy="2143125"/>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你查阅了学校关于学术规范的规定与条例吗？</a:t>
            </a:r>
          </a:p>
        </p:txBody>
      </p:sp>
      <p:sp>
        <p:nvSpPr>
          <p:cNvPr id="6" name="文本框 5"/>
          <p:cNvSpPr txBox="1"/>
          <p:nvPr>
            <p:custDataLst>
              <p:tags r:id="rId3"/>
            </p:custDataLst>
          </p:nvPr>
        </p:nvSpPr>
        <p:spPr>
          <a:xfrm>
            <a:off x="1828800" y="2785745"/>
            <a:ext cx="64008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查阅并知道</a:t>
            </a:r>
          </a:p>
        </p:txBody>
      </p:sp>
      <p:sp>
        <p:nvSpPr>
          <p:cNvPr id="7" name="文本框 6"/>
          <p:cNvSpPr txBox="1"/>
          <p:nvPr>
            <p:custDataLst>
              <p:tags r:id="rId4"/>
            </p:custDataLst>
          </p:nvPr>
        </p:nvSpPr>
        <p:spPr>
          <a:xfrm>
            <a:off x="1828800" y="3642995"/>
            <a:ext cx="64008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没看过</a:t>
            </a:r>
          </a:p>
        </p:txBody>
      </p:sp>
      <p:sp>
        <p:nvSpPr>
          <p:cNvPr id="10" name="椭圆 9"/>
          <p:cNvSpPr>
            <a:spLocks noChangeAspect="1"/>
          </p:cNvSpPr>
          <p:nvPr>
            <p:custDataLst>
              <p:tags r:id="rId5"/>
            </p:custDataLst>
          </p:nvPr>
        </p:nvSpPr>
        <p:spPr>
          <a:xfrm>
            <a:off x="1114425" y="2849880"/>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marL="0" indent="0" algn="ctr"/>
            <a:r>
              <a:rPr lang="zh-CN" altLang="en-US" sz="1600">
                <a:solidFill>
                  <a:srgbClr val="FFFFFF"/>
                </a:solidFill>
                <a:latin typeface="微软雅黑" panose="020B0503020204020204" charset="-122"/>
                <a:ea typeface="微软雅黑" panose="020B0503020204020204" charset="-122"/>
              </a:rPr>
              <a:t>A</a:t>
            </a:r>
          </a:p>
        </p:txBody>
      </p:sp>
      <p:sp>
        <p:nvSpPr>
          <p:cNvPr id="11" name="椭圆 10"/>
          <p:cNvSpPr>
            <a:spLocks noChangeAspect="1"/>
          </p:cNvSpPr>
          <p:nvPr>
            <p:custDataLst>
              <p:tags r:id="rId6"/>
            </p:custDataLst>
          </p:nvPr>
        </p:nvSpPr>
        <p:spPr>
          <a:xfrm>
            <a:off x="1114425" y="3707130"/>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marL="0" indent="0" algn="ctr"/>
            <a:r>
              <a:rPr lang="zh-CN" altLang="en-US" sz="1600">
                <a:solidFill>
                  <a:srgbClr val="FFFFFF"/>
                </a:solidFill>
                <a:latin typeface="微软雅黑" panose="020B0503020204020204" charset="-122"/>
                <a:ea typeface="微软雅黑" panose="020B0503020204020204" charset="-122"/>
              </a:rPr>
              <a:t>B</a:t>
            </a:r>
          </a:p>
        </p:txBody>
      </p:sp>
      <p:sp>
        <p:nvSpPr>
          <p:cNvPr id="14" name="圆角矩形 13"/>
          <p:cNvSpPr/>
          <p:nvPr>
            <p:custDataLst>
              <p:tags r:id="rId7"/>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grpSp>
        <p:nvGrpSpPr>
          <p:cNvPr id="19" name="组合 18"/>
          <p:cNvGrpSpPr/>
          <p:nvPr>
            <p:custDataLst>
              <p:tags r:id="rId8"/>
            </p:custDataLst>
          </p:nvPr>
        </p:nvGrpSpPr>
        <p:grpSpPr>
          <a:xfrm>
            <a:off x="0" y="0"/>
            <a:ext cx="9144000" cy="635000"/>
            <a:chOff x="0" y="0"/>
            <a:chExt cx="14400" cy="1000"/>
          </a:xfrm>
        </p:grpSpPr>
        <p:sp>
          <p:nvSpPr>
            <p:cNvPr id="15" name="TitleBackground"/>
            <p:cNvSpPr/>
            <p:nvPr>
              <p:custDataLst>
                <p:tags r:id="rId10"/>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 name="ColorBlock"/>
            <p:cNvSpPr/>
            <p:nvPr>
              <p:custDataLst>
                <p:tags r:id="rId11"/>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7" name="TypeText"/>
            <p:cNvSpPr txBox="1"/>
            <p:nvPr>
              <p:custDataLst>
                <p:tags r:id="rId12"/>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投票</a:t>
              </a:r>
            </a:p>
          </p:txBody>
        </p:sp>
        <p:sp>
          <p:nvSpPr>
            <p:cNvPr id="18" name="TipText"/>
            <p:cNvSpPr txBox="1"/>
            <p:nvPr>
              <p:custDataLst>
                <p:tags r:id="rId13"/>
              </p:custDataLst>
            </p:nvPr>
          </p:nvSpPr>
          <p:spPr>
            <a:xfrm>
              <a:off x="188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最多可选1项</a:t>
              </a:r>
            </a:p>
          </p:txBody>
        </p:sp>
      </p:grpSp>
      <p:pic>
        <p:nvPicPr>
          <p:cNvPr id="4" name="图片 3" descr="tmpAF18"/>
          <p:cNvPicPr>
            <a:picLocks noChangeAspect="1"/>
          </p:cNvPicPr>
          <p:nvPr>
            <p:custDataLst>
              <p:tags r:id="rId9"/>
            </p:custDataLst>
          </p:nvPr>
        </p:nvPicPr>
        <p:blipFill>
          <a:blip r:embed="rId15"/>
          <a:stretch>
            <a:fillRect/>
          </a:stretch>
        </p:blipFill>
        <p:spPr>
          <a:xfrm>
            <a:off x="7594600" y="63500"/>
            <a:ext cx="1422400" cy="508000"/>
          </a:xfrm>
          <a:prstGeom prst="rect">
            <a:avLst/>
          </a:prstGeom>
        </p:spPr>
      </p:pic>
    </p:spTree>
    <p:custDataLst>
      <p:tags r:id="rId1"/>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t>关于学术规范的法规与条例</a:t>
            </a:r>
            <a:endParaRPr lang="zh-CN" altLang="en-US"/>
          </a:p>
        </p:txBody>
      </p:sp>
      <p:sp>
        <p:nvSpPr>
          <p:cNvPr id="3" name="内容占位符 2"/>
          <p:cNvSpPr>
            <a:spLocks noGrp="1"/>
          </p:cNvSpPr>
          <p:nvPr>
            <p:ph idx="1"/>
          </p:nvPr>
        </p:nvSpPr>
        <p:spPr>
          <a:xfrm>
            <a:off x="502285" y="824230"/>
            <a:ext cx="8139430" cy="5850890"/>
          </a:xfrm>
        </p:spPr>
        <p:txBody>
          <a:bodyPr/>
          <a:lstStyle/>
          <a:p>
            <a:pPr>
              <a:lnSpc>
                <a:spcPct val="100000"/>
              </a:lnSpc>
            </a:pPr>
            <a:r>
              <a:rPr sz="2400"/>
              <a:t>电子科技大学学生纪律处分规定（试行）</a:t>
            </a:r>
            <a:br>
              <a:rPr sz="2400"/>
            </a:br>
            <a:r>
              <a:rPr sz="2400"/>
              <a:t>（校学通知</a:t>
            </a:r>
            <a:r>
              <a:rPr lang="en-US" altLang="zh-CN" sz="2400"/>
              <a:t>[2005]105</a:t>
            </a:r>
            <a:r>
              <a:rPr sz="2400"/>
              <a:t>号）</a:t>
            </a:r>
            <a:endParaRPr lang="zh-CN" altLang="en-US" sz="2400"/>
          </a:p>
          <a:p>
            <a:pPr lvl="1">
              <a:lnSpc>
                <a:spcPct val="100000"/>
              </a:lnSpc>
            </a:pPr>
            <a:r>
              <a:rPr sz="2000"/>
              <a:t>第十四条  剽窃、抄袭他人研究成果，情节严重的，给予开除学籍处分。 </a:t>
            </a:r>
            <a:endParaRPr lang="zh-CN" altLang="en-US" sz="2000"/>
          </a:p>
          <a:p>
            <a:pPr>
              <a:lnSpc>
                <a:spcPct val="100000"/>
              </a:lnSpc>
            </a:pPr>
            <a:r>
              <a:rPr sz="2400"/>
              <a:t>《中华人民共和国著作权法》</a:t>
            </a:r>
            <a:endParaRPr lang="zh-CN" altLang="en-US" sz="2400"/>
          </a:p>
          <a:p>
            <a:pPr>
              <a:lnSpc>
                <a:spcPct val="100000"/>
              </a:lnSpc>
            </a:pPr>
            <a:r>
              <a:rPr sz="2400"/>
              <a:t>《中华人民共和国学位条例》</a:t>
            </a:r>
            <a:endParaRPr lang="zh-CN" altLang="en-US" sz="2400"/>
          </a:p>
          <a:p>
            <a:pPr>
              <a:lnSpc>
                <a:spcPct val="100000"/>
              </a:lnSpc>
            </a:pPr>
            <a:r>
              <a:rPr sz="2400"/>
              <a:t>国务院学位委员会关于在学位授予工作中加强学术道德和学术规范建设的意见，学位〔2010〕9号</a:t>
            </a:r>
            <a:endParaRPr lang="zh-CN" altLang="en-US" sz="2400"/>
          </a:p>
          <a:p>
            <a:pPr>
              <a:lnSpc>
                <a:spcPct val="100000"/>
              </a:lnSpc>
            </a:pPr>
            <a:r>
              <a:rPr sz="2400"/>
              <a:t>教育部《高等学校科学技术学术规范指南》</a:t>
            </a:r>
            <a:endParaRPr lang="zh-CN" altLang="en-US" sz="2400"/>
          </a:p>
          <a:p>
            <a:pPr>
              <a:lnSpc>
                <a:spcPct val="100000"/>
              </a:lnSpc>
            </a:pPr>
            <a:r>
              <a:rPr sz="2400"/>
              <a:t>同方知网《学术期刊论文不端行为的界定标准》</a:t>
            </a:r>
            <a:endParaRPr lang="zh-CN" altLang="en-US" sz="2400"/>
          </a:p>
          <a:p>
            <a:pPr>
              <a:lnSpc>
                <a:spcPct val="100000"/>
              </a:lnSpc>
            </a:pPr>
            <a:r>
              <a:rPr sz="2400"/>
              <a:t>同方知网《科研诚信技术管理中心学术规范研究资料》</a:t>
            </a:r>
            <a:endParaRPr lang="zh-CN" altLang="en-US" sz="2400"/>
          </a:p>
          <a:p>
            <a:pPr>
              <a:lnSpc>
                <a:spcPct val="100000"/>
              </a:lnSpc>
            </a:pPr>
            <a:r>
              <a:rPr lang="en-US" altLang="zh-CN" sz="2400"/>
              <a:t>The IEEE Code of Ethics</a:t>
            </a:r>
          </a:p>
          <a:p>
            <a:pPr>
              <a:lnSpc>
                <a:spcPct val="100000"/>
              </a:lnSpc>
            </a:pPr>
            <a:r>
              <a:rPr lang="en-US" altLang="zh-CN" sz="2400"/>
              <a:t>学术道德规范</a:t>
            </a:r>
            <a:r>
              <a:rPr sz="2400"/>
              <a:t>，中国计算机学会 - CCF</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linds(horizontal)">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blinds(horizontal)">
                                      <p:cBhvr>
                                        <p:cTn id="31" dur="500"/>
                                        <p:tgtEl>
                                          <p:spTgt spid="3">
                                            <p:txEl>
                                              <p:pRg st="6" end="6"/>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blinds(horizontal)">
                                      <p:cBhvr>
                                        <p:cTn id="34" dur="500"/>
                                        <p:tgtEl>
                                          <p:spTgt spid="3">
                                            <p:txEl>
                                              <p:pRg st="7" end="7"/>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blinds(horizontal)">
                                      <p:cBhvr>
                                        <p:cTn id="37" dur="500"/>
                                        <p:tgtEl>
                                          <p:spTgt spid="3">
                                            <p:txEl>
                                              <p:pRg st="8" end="8"/>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blinds(horizontal)">
                                      <p:cBhvr>
                                        <p:cTn id="4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pic>
        <p:nvPicPr>
          <p:cNvPr id="4" name="内容占位符 3"/>
          <p:cNvPicPr>
            <a:picLocks noGrp="1" noChangeAspect="1"/>
          </p:cNvPicPr>
          <p:nvPr>
            <p:ph idx="4294967295"/>
          </p:nvPr>
        </p:nvPicPr>
        <p:blipFill>
          <a:blip r:embed="rId6"/>
          <a:stretch>
            <a:fillRect/>
          </a:stretch>
        </p:blipFill>
        <p:spPr>
          <a:xfrm>
            <a:off x="107315" y="1124585"/>
            <a:ext cx="3825240" cy="4646930"/>
          </a:xfrm>
          <a:prstGeom prst="rect">
            <a:avLst/>
          </a:prstGeom>
        </p:spPr>
      </p:pic>
      <p:pic>
        <p:nvPicPr>
          <p:cNvPr id="10" name="图片 9"/>
          <p:cNvPicPr>
            <a:picLocks noChangeAspect="1"/>
          </p:cNvPicPr>
          <p:nvPr/>
        </p:nvPicPr>
        <p:blipFill>
          <a:blip r:embed="rId7"/>
          <a:stretch>
            <a:fillRect/>
          </a:stretch>
        </p:blipFill>
        <p:spPr>
          <a:xfrm>
            <a:off x="4256246" y="884873"/>
            <a:ext cx="1956911" cy="2790825"/>
          </a:xfrm>
          <a:prstGeom prst="rect">
            <a:avLst/>
          </a:prstGeom>
        </p:spPr>
      </p:pic>
      <p:pic>
        <p:nvPicPr>
          <p:cNvPr id="11" name="图片 10"/>
          <p:cNvPicPr>
            <a:picLocks noChangeAspect="1"/>
          </p:cNvPicPr>
          <p:nvPr/>
        </p:nvPicPr>
        <p:blipFill>
          <a:blip r:embed="rId8"/>
          <a:stretch>
            <a:fillRect/>
          </a:stretch>
        </p:blipFill>
        <p:spPr>
          <a:xfrm>
            <a:off x="4317683" y="3306128"/>
            <a:ext cx="1895475" cy="2655570"/>
          </a:xfrm>
          <a:prstGeom prst="rect">
            <a:avLst/>
          </a:prstGeom>
        </p:spPr>
      </p:pic>
      <p:pic>
        <p:nvPicPr>
          <p:cNvPr id="9" name="图片 8"/>
          <p:cNvPicPr>
            <a:picLocks noChangeAspect="1"/>
          </p:cNvPicPr>
          <p:nvPr/>
        </p:nvPicPr>
        <p:blipFill>
          <a:blip r:embed="rId9"/>
          <a:stretch>
            <a:fillRect/>
          </a:stretch>
        </p:blipFill>
        <p:spPr>
          <a:xfrm>
            <a:off x="6535103" y="3306128"/>
            <a:ext cx="1804035" cy="2514600"/>
          </a:xfrm>
          <a:prstGeom prst="rect">
            <a:avLst/>
          </a:prstGeom>
        </p:spPr>
      </p:pic>
      <p:sp>
        <p:nvSpPr>
          <p:cNvPr id="2" name="标题 1"/>
          <p:cNvSpPr>
            <a:spLocks noGrp="1"/>
          </p:cNvSpPr>
          <p:nvPr>
            <p:custDataLst>
              <p:tags r:id="rId4"/>
            </p:custDataLst>
          </p:nvPr>
        </p:nvSpPr>
        <p:spPr>
          <a:xfrm>
            <a:off x="1200150" y="20638"/>
            <a:ext cx="7943850" cy="815975"/>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a:solidFill>
                  <a:schemeClr val="dk2">
                    <a:lumMod val="25000"/>
                  </a:schemeClr>
                </a:solidFill>
                <a:latin typeface="微软雅黑" panose="020B0503020204020204" charset="-122"/>
                <a:ea typeface="微软雅黑" panose="020B0503020204020204" charset="-122"/>
              </a:rPr>
              <a:t>学校的规章制度</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ppt_x"/>
                                          </p:val>
                                        </p:tav>
                                        <p:tav tm="100000">
                                          <p:val>
                                            <p:strVal val="#ppt_x"/>
                                          </p:val>
                                        </p:tav>
                                      </p:tavLst>
                                    </p:anim>
                                    <p:anim calcmode="lin" valueType="num">
                                      <p:cBhvr additive="base">
                                        <p:cTn id="1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ppt_x"/>
                                          </p:val>
                                        </p:tav>
                                        <p:tav tm="100000">
                                          <p:val>
                                            <p:strVal val="#ppt_x"/>
                                          </p:val>
                                        </p:tav>
                                      </p:tavLst>
                                    </p:anim>
                                    <p:anim calcmode="lin" valueType="num">
                                      <p:cBhvr additive="base">
                                        <p:cTn id="2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3" name="内容占位符 2"/>
          <p:cNvSpPr>
            <a:spLocks noGrp="1"/>
          </p:cNvSpPr>
          <p:nvPr>
            <p:ph idx="4294967295"/>
            <p:custDataLst>
              <p:tags r:id="rId4"/>
            </p:custDataLst>
          </p:nvPr>
        </p:nvSpPr>
        <p:spPr>
          <a:xfrm>
            <a:off x="553720" y="981075"/>
            <a:ext cx="8590280" cy="5327650"/>
          </a:xfrm>
        </p:spPr>
        <p:txBody>
          <a:bodyPr/>
          <a:lstStyle/>
          <a:p>
            <a:r>
              <a:rPr lang="zh-CN" altLang="en-US" sz="2800">
                <a:solidFill>
                  <a:schemeClr val="dk1">
                    <a:lumMod val="75000"/>
                    <a:lumOff val="25000"/>
                  </a:schemeClr>
                </a:solidFill>
                <a:latin typeface="微软雅黑" panose="020B0503020204020204" charset="-122"/>
                <a:ea typeface="微软雅黑" panose="020B0503020204020204" charset="-122"/>
                <a:sym typeface="+mn-ea"/>
              </a:rPr>
              <a:t>教育部《高等学校科学技术学术规范指南》</a:t>
            </a:r>
            <a:endParaRPr lang="zh-CN" altLang="en-US" sz="2800">
              <a:solidFill>
                <a:schemeClr val="dk1">
                  <a:lumMod val="75000"/>
                  <a:lumOff val="25000"/>
                </a:schemeClr>
              </a:solidFill>
              <a:latin typeface="微软雅黑" panose="020B0503020204020204" charset="-122"/>
              <a:ea typeface="微软雅黑" panose="020B0503020204020204" charset="-122"/>
            </a:endParaRPr>
          </a:p>
          <a:p>
            <a:r>
              <a:rPr lang="zh-CN" altLang="en-US" sz="2800">
                <a:solidFill>
                  <a:schemeClr val="dk1">
                    <a:lumMod val="75000"/>
                    <a:lumOff val="25000"/>
                  </a:schemeClr>
                </a:solidFill>
                <a:latin typeface="微软雅黑" panose="020B0503020204020204" charset="-122"/>
                <a:ea typeface="微软雅黑" panose="020B0503020204020204" charset="-122"/>
                <a:sym typeface="+mn-ea"/>
              </a:rPr>
              <a:t>同方知网《学术期刊论文不端行为的界定标准》</a:t>
            </a:r>
            <a:endParaRPr lang="zh-CN" altLang="en-US" sz="2800">
              <a:solidFill>
                <a:schemeClr val="dk1">
                  <a:lumMod val="75000"/>
                  <a:lumOff val="25000"/>
                </a:schemeClr>
              </a:solidFill>
              <a:latin typeface="微软雅黑" panose="020B0503020204020204" charset="-122"/>
              <a:ea typeface="微软雅黑" panose="020B0503020204020204" charset="-122"/>
            </a:endParaRPr>
          </a:p>
          <a:p>
            <a:r>
              <a:rPr lang="zh-CN" altLang="en-US" sz="2800">
                <a:solidFill>
                  <a:schemeClr val="dk1">
                    <a:lumMod val="75000"/>
                    <a:lumOff val="25000"/>
                  </a:schemeClr>
                </a:solidFill>
                <a:latin typeface="微软雅黑" panose="020B0503020204020204" charset="-122"/>
                <a:ea typeface="微软雅黑" panose="020B0503020204020204" charset="-122"/>
                <a:sym typeface="+mn-ea"/>
              </a:rPr>
              <a:t>同方知网《科研诚信技术管理中心学术规范研究资料》</a:t>
            </a:r>
            <a:endParaRPr lang="zh-CN" altLang="en-US" sz="2800">
              <a:solidFill>
                <a:schemeClr val="dk1">
                  <a:lumMod val="75000"/>
                  <a:lumOff val="25000"/>
                </a:schemeClr>
              </a:solidFill>
              <a:latin typeface="微软雅黑" panose="020B0503020204020204" charset="-122"/>
              <a:ea typeface="微软雅黑" panose="020B0503020204020204" charset="-122"/>
            </a:endParaRPr>
          </a:p>
          <a:p>
            <a:endParaRPr lang="zh-CN" altLang="en-US" sz="2800">
              <a:solidFill>
                <a:schemeClr val="dk1">
                  <a:lumMod val="75000"/>
                  <a:lumOff val="25000"/>
                </a:schemeClr>
              </a:solidFill>
              <a:latin typeface="微软雅黑" panose="020B0503020204020204" charset="-122"/>
              <a:ea typeface="微软雅黑" panose="020B0503020204020204" charset="-122"/>
            </a:endParaRPr>
          </a:p>
        </p:txBody>
      </p:sp>
      <p:sp>
        <p:nvSpPr>
          <p:cNvPr id="2" name="标题 1"/>
          <p:cNvSpPr>
            <a:spLocks noGrp="1"/>
          </p:cNvSpPr>
          <p:nvPr>
            <p:custDataLst>
              <p:tags r:id="rId5"/>
            </p:custDataLst>
          </p:nvPr>
        </p:nvSpPr>
        <p:spPr>
          <a:xfrm>
            <a:off x="1200150" y="20638"/>
            <a:ext cx="7943850" cy="815975"/>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a:solidFill>
                  <a:schemeClr val="dk2">
                    <a:lumMod val="25000"/>
                  </a:schemeClr>
                </a:solidFill>
                <a:latin typeface="微软雅黑" panose="020B0503020204020204" charset="-122"/>
                <a:ea typeface="微软雅黑" panose="020B0503020204020204" charset="-122"/>
              </a:rPr>
              <a:t>其他学术规范的规定</a:t>
            </a:r>
          </a:p>
        </p:txBody>
      </p:sp>
    </p:spTree>
    <p:custDataLst>
      <p:tags r:id="rId1"/>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graphicFrame>
        <p:nvGraphicFramePr>
          <p:cNvPr id="11275" name="内容占位符 11274"/>
          <p:cNvGraphicFramePr>
            <a:graphicFrameLocks noGrp="1"/>
          </p:cNvGraphicFramePr>
          <p:nvPr>
            <p:ph sz="quarter" idx="4294967295"/>
          </p:nvPr>
        </p:nvGraphicFramePr>
        <p:xfrm>
          <a:off x="0" y="2743200"/>
          <a:ext cx="2164715" cy="2800350"/>
        </p:xfrm>
        <a:graphic>
          <a:graphicData uri="http://schemas.openxmlformats.org/presentationml/2006/ole">
            <mc:AlternateContent xmlns:mc="http://schemas.openxmlformats.org/markup-compatibility/2006">
              <mc:Choice xmlns:v="urn:schemas-microsoft-com:vml" Requires="v">
                <p:oleObj r:id="rId7" imgW="5495290" imgH="7108825" progId="AcroExch.Document.11">
                  <p:embed/>
                </p:oleObj>
              </mc:Choice>
              <mc:Fallback>
                <p:oleObj r:id="rId7" imgW="5495290" imgH="7108825" progId="AcroExch.Document.11">
                  <p:embed/>
                  <p:pic>
                    <p:nvPicPr>
                      <p:cNvPr id="0" name="图片 3077"/>
                      <p:cNvPicPr/>
                      <p:nvPr/>
                    </p:nvPicPr>
                    <p:blipFill>
                      <a:blip r:embed="rId8"/>
                      <a:stretch>
                        <a:fillRect/>
                      </a:stretch>
                    </p:blipFill>
                    <p:spPr>
                      <a:xfrm>
                        <a:off x="0" y="2743200"/>
                        <a:ext cx="2164715" cy="2800350"/>
                      </a:xfrm>
                      <a:prstGeom prst="rect">
                        <a:avLst/>
                      </a:prstGeom>
                      <a:noFill/>
                      <a:ln w="38100">
                        <a:miter/>
                      </a:ln>
                    </p:spPr>
                  </p:pic>
                </p:oleObj>
              </mc:Fallback>
            </mc:AlternateContent>
          </a:graphicData>
        </a:graphic>
      </p:graphicFrame>
      <p:graphicFrame>
        <p:nvGraphicFramePr>
          <p:cNvPr id="11270" name="内容占位符 11269"/>
          <p:cNvGraphicFramePr>
            <a:graphicFrameLocks noGrp="1"/>
          </p:cNvGraphicFramePr>
          <p:nvPr>
            <p:ph sz="quarter" idx="4294967295"/>
          </p:nvPr>
        </p:nvGraphicFramePr>
        <p:xfrm>
          <a:off x="4716145" y="1364615"/>
          <a:ext cx="4195445" cy="4562475"/>
        </p:xfrm>
        <a:graphic>
          <a:graphicData uri="http://schemas.openxmlformats.org/presentationml/2006/ole">
            <mc:AlternateContent xmlns:mc="http://schemas.openxmlformats.org/markup-compatibility/2006">
              <mc:Choice xmlns:v="urn:schemas-microsoft-com:vml" Requires="v">
                <p:oleObj r:id="rId9" imgW="2797810" imgH="3620770" progId="AcroExch.Document.11">
                  <p:embed/>
                </p:oleObj>
              </mc:Choice>
              <mc:Fallback>
                <p:oleObj r:id="rId9" imgW="2797810" imgH="3620770" progId="AcroExch.Document.11">
                  <p:embed/>
                  <p:pic>
                    <p:nvPicPr>
                      <p:cNvPr id="0" name="图片 3076"/>
                      <p:cNvPicPr/>
                      <p:nvPr/>
                    </p:nvPicPr>
                    <p:blipFill>
                      <a:blip r:embed="rId10"/>
                      <a:stretch>
                        <a:fillRect/>
                      </a:stretch>
                    </p:blipFill>
                    <p:spPr>
                      <a:xfrm>
                        <a:off x="4716145" y="1364615"/>
                        <a:ext cx="4195445" cy="4562475"/>
                      </a:xfrm>
                      <a:prstGeom prst="rect">
                        <a:avLst/>
                      </a:prstGeom>
                      <a:noFill/>
                      <a:ln w="38100">
                        <a:miter/>
                      </a:ln>
                    </p:spPr>
                  </p:pic>
                </p:oleObj>
              </mc:Fallback>
            </mc:AlternateContent>
          </a:graphicData>
        </a:graphic>
      </p:graphicFrame>
      <p:graphicFrame>
        <p:nvGraphicFramePr>
          <p:cNvPr id="11268" name="内容占位符 11267"/>
          <p:cNvGraphicFramePr>
            <a:graphicFrameLocks noGrp="1"/>
          </p:cNvGraphicFramePr>
          <p:nvPr>
            <p:ph sz="half" idx="4294967295"/>
          </p:nvPr>
        </p:nvGraphicFramePr>
        <p:xfrm>
          <a:off x="107315" y="1412240"/>
          <a:ext cx="4221480" cy="4239895"/>
        </p:xfrm>
        <a:graphic>
          <a:graphicData uri="http://schemas.openxmlformats.org/presentationml/2006/ole">
            <mc:AlternateContent xmlns:mc="http://schemas.openxmlformats.org/markup-compatibility/2006">
              <mc:Choice xmlns:v="urn:schemas-microsoft-com:vml" Requires="v">
                <p:oleObj r:id="rId11" imgW="2797810" imgH="3620770" progId="AcroExch.Document.11">
                  <p:embed/>
                </p:oleObj>
              </mc:Choice>
              <mc:Fallback>
                <p:oleObj r:id="rId11" imgW="2797810" imgH="3620770" progId="AcroExch.Document.11">
                  <p:embed/>
                  <p:pic>
                    <p:nvPicPr>
                      <p:cNvPr id="0" name="图片 3075"/>
                      <p:cNvPicPr/>
                      <p:nvPr/>
                    </p:nvPicPr>
                    <p:blipFill>
                      <a:blip r:embed="rId12"/>
                      <a:stretch>
                        <a:fillRect/>
                      </a:stretch>
                    </p:blipFill>
                    <p:spPr>
                      <a:xfrm>
                        <a:off x="107315" y="1412240"/>
                        <a:ext cx="4221480" cy="4239895"/>
                      </a:xfrm>
                      <a:prstGeom prst="rect">
                        <a:avLst/>
                      </a:prstGeom>
                      <a:noFill/>
                      <a:ln w="38100">
                        <a:miter/>
                      </a:ln>
                    </p:spPr>
                  </p:pic>
                </p:oleObj>
              </mc:Fallback>
            </mc:AlternateContent>
          </a:graphicData>
        </a:graphic>
      </p:graphicFrame>
      <p:sp>
        <p:nvSpPr>
          <p:cNvPr id="11266" name="标题 11265"/>
          <p:cNvSpPr>
            <a:spLocks noGrp="1"/>
          </p:cNvSpPr>
          <p:nvPr>
            <p:custDataLst>
              <p:tags r:id="rId4"/>
            </p:custDataLst>
          </p:nvPr>
        </p:nvSpPr>
        <p:spPr>
          <a:xfrm>
            <a:off x="454660" y="548640"/>
            <a:ext cx="8689340" cy="815975"/>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en-US" altLang="zh-CN" sz="3600" dirty="0">
                <a:solidFill>
                  <a:schemeClr val="dk2">
                    <a:lumMod val="25000"/>
                  </a:schemeClr>
                </a:solidFill>
                <a:latin typeface="微软雅黑" panose="020B0503020204020204" charset="-122"/>
                <a:ea typeface="微软雅黑" panose="020B0503020204020204" charset="-122"/>
                <a:cs typeface="微软雅黑" panose="020B0503020204020204" charset="-122"/>
              </a:rPr>
              <a:t>IEEE</a:t>
            </a:r>
            <a:r>
              <a:rPr lang="zh-CN" altLang="en-US" sz="3600" dirty="0">
                <a:solidFill>
                  <a:schemeClr val="dk2">
                    <a:lumMod val="25000"/>
                  </a:schemeClr>
                </a:solidFill>
                <a:latin typeface="微软雅黑" panose="020B0503020204020204" charset="-122"/>
                <a:ea typeface="微软雅黑" panose="020B0503020204020204" charset="-122"/>
                <a:cs typeface="微软雅黑" panose="020B0503020204020204" charset="-122"/>
              </a:rPr>
              <a:t>关于剽窃</a:t>
            </a:r>
            <a:r>
              <a:rPr lang="en-US" altLang="zh-CN" sz="3600" dirty="0">
                <a:solidFill>
                  <a:schemeClr val="dk2">
                    <a:lumMod val="25000"/>
                  </a:schemeClr>
                </a:solidFill>
                <a:latin typeface="微软雅黑" panose="020B0503020204020204" charset="-122"/>
                <a:ea typeface="微软雅黑" panose="020B0503020204020204" charset="-122"/>
                <a:cs typeface="微软雅黑" panose="020B0503020204020204" charset="-122"/>
              </a:rPr>
              <a:t>(Plagiarism)</a:t>
            </a:r>
            <a:r>
              <a:rPr lang="zh-CN" altLang="en-US" sz="3600" dirty="0">
                <a:solidFill>
                  <a:schemeClr val="dk2">
                    <a:lumMod val="25000"/>
                  </a:schemeClr>
                </a:solidFill>
                <a:latin typeface="微软雅黑" panose="020B0503020204020204" charset="-122"/>
                <a:ea typeface="微软雅黑" panose="020B0503020204020204" charset="-122"/>
                <a:cs typeface="微软雅黑" panose="020B0503020204020204" charset="-122"/>
              </a:rPr>
              <a:t>的定义和讨论</a:t>
            </a:r>
          </a:p>
        </p:txBody>
      </p:sp>
      <p:sp>
        <p:nvSpPr>
          <p:cNvPr id="17411" name="文本占位符 17410"/>
          <p:cNvSpPr>
            <a:spLocks noGrp="1"/>
          </p:cNvSpPr>
          <p:nvPr>
            <p:custDataLst>
              <p:tags r:id="rId5"/>
            </p:custDataLst>
          </p:nvPr>
        </p:nvSpPr>
        <p:spPr>
          <a:xfrm>
            <a:off x="107315" y="5589270"/>
            <a:ext cx="8804275" cy="1203325"/>
          </a:xfrm>
          <a:prstGeom prst="rect">
            <a:avLst/>
          </a:prstGeom>
        </p:spPr>
        <p:txBody>
          <a:bodyPr vert="horz" lIns="101600" tIns="0" rIns="82550" bIns="0" rtlCol="0">
            <a:normAutofit lnSpcReduction="10000"/>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zh-CN">
                <a:solidFill>
                  <a:schemeClr val="dk1">
                    <a:lumMod val="75000"/>
                    <a:lumOff val="25000"/>
                  </a:schemeClr>
                </a:solidFill>
                <a:latin typeface="微软雅黑" panose="020B0503020204020204" charset="-122"/>
                <a:ea typeface="微软雅黑" panose="020B0503020204020204" charset="-122"/>
                <a:hlinkClick r:id="rId13"/>
              </a:rPr>
              <a:t>http://www.ieee.org/web/publications/rights/ID_Plagiarism.html</a:t>
            </a:r>
            <a:endParaRPr lang="en-US" altLang="zh-CN">
              <a:solidFill>
                <a:schemeClr val="dk1">
                  <a:lumMod val="75000"/>
                  <a:lumOff val="25000"/>
                </a:schemeClr>
              </a:solidFill>
              <a:latin typeface="微软雅黑" panose="020B0503020204020204" charset="-122"/>
              <a:ea typeface="微软雅黑" panose="020B0503020204020204" charset="-122"/>
            </a:endParaRPr>
          </a:p>
          <a:p>
            <a:r>
              <a:rPr lang="en-US" altLang="zh-CN">
                <a:solidFill>
                  <a:schemeClr val="dk1">
                    <a:lumMod val="75000"/>
                    <a:lumOff val="25000"/>
                  </a:schemeClr>
                </a:solidFill>
                <a:latin typeface="微软雅黑" panose="020B0503020204020204" charset="-122"/>
                <a:ea typeface="微软雅黑" panose="020B0503020204020204" charset="-122"/>
                <a:hlinkClick r:id="rId14"/>
              </a:rPr>
              <a:t>http://www.ieee.org/portal/site/tionline/menuitem.130a3558587d56e8fb2275875bac26c8/index.jsp?&amp;pName=institute_level1_article&amp;article=tionline/legacy/inst2004/dec04/12w.pub.xml</a:t>
            </a:r>
            <a:endParaRPr lang="en-US" altLang="zh-CN">
              <a:solidFill>
                <a:schemeClr val="dk1">
                  <a:lumMod val="75000"/>
                  <a:lumOff val="25000"/>
                </a:schemeClr>
              </a:solidFill>
              <a:latin typeface="微软雅黑" panose="020B0503020204020204" charset="-122"/>
              <a:ea typeface="微软雅黑" panose="020B0503020204020204" charset="-122"/>
            </a:endParaRPr>
          </a:p>
          <a:p>
            <a:endParaRPr lang="en-US" altLang="zh-CN" dirty="0">
              <a:solidFill>
                <a:schemeClr val="dk1">
                  <a:lumMod val="75000"/>
                  <a:lumOff val="25000"/>
                </a:schemeClr>
              </a:solidFill>
              <a:latin typeface="微软雅黑" panose="020B0503020204020204" charset="-122"/>
              <a:ea typeface="微软雅黑" panose="020B0503020204020204" charset="-122"/>
            </a:endParaRPr>
          </a:p>
        </p:txBody>
      </p:sp>
    </p:spTree>
    <p:custDataLst>
      <p:tags r:id="rId1"/>
    </p:custData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en-US" altLang="zh-CN"/>
              <a:t>IEEE</a:t>
            </a:r>
            <a:r>
              <a:t>对论文剽窃的区分及处罚 </a:t>
            </a:r>
            <a:endParaRPr lang="zh-CN" altLang="en-US"/>
          </a:p>
        </p:txBody>
      </p:sp>
      <p:sp>
        <p:nvSpPr>
          <p:cNvPr id="7"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9219" name="内容占位符 9218"/>
          <p:cNvSpPr>
            <a:spLocks noGrp="1"/>
          </p:cNvSpPr>
          <p:nvPr>
            <p:ph idx="1"/>
            <p:custDataLst>
              <p:tags r:id="rId4"/>
            </p:custDataLst>
          </p:nvPr>
        </p:nvSpPr>
        <p:spPr/>
        <p:txBody>
          <a:bodyPr/>
          <a:lstStyle/>
          <a:p>
            <a:pPr marL="0" indent="0">
              <a:buNone/>
            </a:pPr>
            <a:r>
              <a:rPr lang="en-US" altLang="zh-CN" sz="1800"/>
              <a:t>IEEE</a:t>
            </a:r>
            <a:r>
              <a:rPr lang="zh-CN" altLang="en-US" sz="1800"/>
              <a:t>的文件对论文剽窃区分为</a:t>
            </a:r>
            <a:r>
              <a:rPr lang="en-US" altLang="zh-CN" sz="1800"/>
              <a:t>5</a:t>
            </a:r>
            <a:r>
              <a:rPr lang="zh-CN" altLang="en-US" sz="1800"/>
              <a:t>个层次：</a:t>
            </a:r>
          </a:p>
          <a:p>
            <a:r>
              <a:rPr lang="zh-CN" altLang="en-US" sz="1800"/>
              <a:t>一、未注明出处地全文复制一篇论文，将导致在该文章记录中注明违规，并吊销违规者在</a:t>
            </a:r>
            <a:r>
              <a:rPr lang="en-US" altLang="zh-CN" sz="1800"/>
              <a:t>IEEE</a:t>
            </a:r>
            <a:r>
              <a:rPr lang="zh-CN" altLang="en-US" sz="1800"/>
              <a:t>刊物上的发表权利达</a:t>
            </a:r>
            <a:r>
              <a:rPr lang="en-US" altLang="zh-CN" sz="1800"/>
              <a:t>5</a:t>
            </a:r>
            <a:r>
              <a:rPr lang="zh-CN" altLang="en-US" sz="1800"/>
              <a:t>年。</a:t>
            </a:r>
          </a:p>
          <a:p>
            <a:r>
              <a:rPr lang="zh-CN" altLang="en-US" sz="1800"/>
              <a:t>二、未注明出处地大量复制（达一半的篇幅）一篇论文，处罚同上。</a:t>
            </a:r>
          </a:p>
          <a:p>
            <a:r>
              <a:rPr lang="zh-CN" altLang="en-US" sz="1800"/>
              <a:t>三、未注明出处地照搬句子、段落或插图。可能导致在该文章记录中注明违规，并且必须提交向原始作者的书面道歉以避免被吊销发表权利达</a:t>
            </a:r>
            <a:r>
              <a:rPr lang="en-US" altLang="zh-CN" sz="1800"/>
              <a:t>3</a:t>
            </a:r>
            <a:r>
              <a:rPr lang="zh-CN" altLang="en-US" sz="1800"/>
              <a:t>年。</a:t>
            </a:r>
          </a:p>
          <a:p>
            <a:r>
              <a:rPr lang="zh-CN" altLang="en-US" sz="1800"/>
              <a:t>四、未注明出处地不恰当地复述整页或整段内容（通过改变个别单词、</a:t>
            </a:r>
            <a:br>
              <a:rPr lang="zh-CN" altLang="en-US" sz="1800"/>
            </a:br>
            <a:r>
              <a:rPr lang="zh-CN" altLang="en-US" sz="1800"/>
              <a:t>词组或重排句子顺序）。要求做出书面道歉以避免被吊销发表权利和可能在该文章记录中注明违规。</a:t>
            </a:r>
          </a:p>
          <a:p>
            <a:r>
              <a:rPr lang="zh-CN" altLang="en-US" sz="1800"/>
              <a:t>五、注明出处地复制一篇论文的很大一部分，而没有清楚地表明谁做了或写了什么。要求书面道歉，并且必须修改论文以避免被吊销发表权利。</a:t>
            </a:r>
            <a:endParaRPr lang="zh-CN" altLang="en-US" sz="1800">
              <a:ea typeface="微软雅黑" panose="020B050302020402020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blinds(horizontal)">
                                      <p:cBhvr>
                                        <p:cTn id="7" dur="500"/>
                                        <p:tgtEl>
                                          <p:spTgt spid="92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219">
                                            <p:txEl>
                                              <p:pRg st="2" end="2"/>
                                            </p:txEl>
                                          </p:spTgt>
                                        </p:tgtEl>
                                        <p:attrNameLst>
                                          <p:attrName>style.visibility</p:attrName>
                                        </p:attrNameLst>
                                      </p:cBhvr>
                                      <p:to>
                                        <p:strVal val="visible"/>
                                      </p:to>
                                    </p:set>
                                    <p:animEffect transition="in" filter="blinds(horizontal)">
                                      <p:cBhvr>
                                        <p:cTn id="12" dur="500"/>
                                        <p:tgtEl>
                                          <p:spTgt spid="921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219">
                                            <p:txEl>
                                              <p:pRg st="3" end="3"/>
                                            </p:txEl>
                                          </p:spTgt>
                                        </p:tgtEl>
                                        <p:attrNameLst>
                                          <p:attrName>style.visibility</p:attrName>
                                        </p:attrNameLst>
                                      </p:cBhvr>
                                      <p:to>
                                        <p:strVal val="visible"/>
                                      </p:to>
                                    </p:set>
                                    <p:animEffect transition="in" filter="blinds(horizontal)">
                                      <p:cBhvr>
                                        <p:cTn id="17" dur="500"/>
                                        <p:tgtEl>
                                          <p:spTgt spid="921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219">
                                            <p:txEl>
                                              <p:pRg st="4" end="4"/>
                                            </p:txEl>
                                          </p:spTgt>
                                        </p:tgtEl>
                                        <p:attrNameLst>
                                          <p:attrName>style.visibility</p:attrName>
                                        </p:attrNameLst>
                                      </p:cBhvr>
                                      <p:to>
                                        <p:strVal val="visible"/>
                                      </p:to>
                                    </p:set>
                                    <p:animEffect transition="in" filter="blinds(horizontal)">
                                      <p:cBhvr>
                                        <p:cTn id="22" dur="500"/>
                                        <p:tgtEl>
                                          <p:spTgt spid="921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9219">
                                            <p:txEl>
                                              <p:pRg st="5" end="5"/>
                                            </p:txEl>
                                          </p:spTgt>
                                        </p:tgtEl>
                                        <p:attrNameLst>
                                          <p:attrName>style.visibility</p:attrName>
                                        </p:attrNameLst>
                                      </p:cBhvr>
                                      <p:to>
                                        <p:strVal val="visible"/>
                                      </p:to>
                                    </p:set>
                                    <p:animEffect transition="in" filter="blinds(horizontal)">
                                      <p:cBhvr>
                                        <p:cTn id="27" dur="500"/>
                                        <p:tgtEl>
                                          <p:spTgt spid="92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18435" name="文本占位符 18434"/>
          <p:cNvSpPr>
            <a:spLocks noGrp="1"/>
          </p:cNvSpPr>
          <p:nvPr>
            <p:ph type="body" idx="4294967295"/>
            <p:custDataLst>
              <p:tags r:id="rId4"/>
            </p:custDataLst>
          </p:nvPr>
        </p:nvSpPr>
        <p:spPr>
          <a:xfrm>
            <a:off x="441960" y="1108710"/>
            <a:ext cx="8702040" cy="5200015"/>
          </a:xfrm>
        </p:spPr>
        <p:txBody>
          <a:bodyPr>
            <a:noAutofit/>
          </a:bodyPr>
          <a:lstStyle/>
          <a:p>
            <a:pPr marL="0" indent="0">
              <a:lnSpc>
                <a:spcPct val="70000"/>
              </a:lnSpc>
              <a:buNone/>
            </a:pPr>
            <a:r>
              <a:rPr lang="en-US" altLang="zh-CN" sz="2000" b="0">
                <a:solidFill>
                  <a:srgbClr val="FF0000"/>
                </a:solidFill>
                <a:latin typeface="Times New Roman" panose="02020603050405020304" pitchFamily="18" charset="0"/>
                <a:ea typeface="微软雅黑" panose="020B0503020204020204" charset="-122"/>
                <a:cs typeface="Times New Roman" panose="02020603050405020304" pitchFamily="18" charset="0"/>
              </a:rPr>
              <a:t>The Five Levels Of Plagiarism</a:t>
            </a:r>
            <a:r>
              <a:rPr lang="en-US" altLang="zh-CN" sz="2000">
                <a:solidFill>
                  <a:srgbClr val="FF0000"/>
                </a:solidFill>
                <a:latin typeface="Times New Roman" panose="02020603050405020304" pitchFamily="18" charset="0"/>
                <a:ea typeface="微软雅黑" panose="020B0503020204020204" charset="-122"/>
                <a:cs typeface="Times New Roman" panose="02020603050405020304" pitchFamily="18" charset="0"/>
              </a:rPr>
              <a:t> </a:t>
            </a:r>
          </a:p>
          <a:p>
            <a:pPr>
              <a:lnSpc>
                <a:spcPct val="70000"/>
              </a:lnSpc>
            </a:pPr>
            <a:r>
              <a:rPr lang="en-US" altLang="zh-CN" sz="2000" err="1">
                <a:solidFill>
                  <a:srgbClr val="FF0000"/>
                </a:solidFill>
                <a:latin typeface="Times New Roman" panose="02020603050405020304" pitchFamily="18" charset="0"/>
                <a:ea typeface="微软雅黑" panose="020B0503020204020204" charset="-122"/>
                <a:cs typeface="Times New Roman" panose="02020603050405020304" pitchFamily="18" charset="0"/>
              </a:rPr>
              <a:t>1. Uncredited</a:t>
            </a:r>
            <a:r>
              <a:rPr lang="en-US" altLang="zh-CN" sz="2000">
                <a:solidFill>
                  <a:srgbClr val="FF0000"/>
                </a:solidFill>
                <a:latin typeface="Times New Roman" panose="02020603050405020304" pitchFamily="18" charset="0"/>
                <a:ea typeface="微软雅黑" panose="020B0503020204020204" charset="-122"/>
                <a:cs typeface="Times New Roman" panose="02020603050405020304" pitchFamily="18" charset="0"/>
              </a:rPr>
              <a:t> verbatim copying of a full paper. Results in a violation notice in the later article’s bibliographic record and a suspension of the offender’s IEEE publication privileges for up to five years.</a:t>
            </a:r>
          </a:p>
          <a:p>
            <a:pPr>
              <a:lnSpc>
                <a:spcPct val="70000"/>
              </a:lnSpc>
            </a:pPr>
            <a:r>
              <a:rPr lang="en-US" altLang="zh-CN" sz="2000" err="1">
                <a:solidFill>
                  <a:srgbClr val="FF0000"/>
                </a:solidFill>
                <a:latin typeface="Times New Roman" panose="02020603050405020304" pitchFamily="18" charset="0"/>
                <a:ea typeface="微软雅黑" panose="020B0503020204020204" charset="-122"/>
                <a:cs typeface="Times New Roman" panose="02020603050405020304" pitchFamily="18" charset="0"/>
              </a:rPr>
              <a:t>2. Uncredited</a:t>
            </a:r>
            <a:r>
              <a:rPr lang="en-US" altLang="zh-CN" sz="2000">
                <a:solidFill>
                  <a:srgbClr val="FF0000"/>
                </a:solidFill>
                <a:latin typeface="Times New Roman" panose="02020603050405020304" pitchFamily="18" charset="0"/>
                <a:ea typeface="微软雅黑" panose="020B0503020204020204" charset="-122"/>
                <a:cs typeface="Times New Roman" panose="02020603050405020304" pitchFamily="18" charset="0"/>
              </a:rPr>
              <a:t> verbatim copying of a large portion (up to half) of a paper. Results in a violation notice in the later article’s bibliographic record and a suspension of publication privileges for up to five years.</a:t>
            </a:r>
          </a:p>
          <a:p>
            <a:pPr>
              <a:lnSpc>
                <a:spcPct val="70000"/>
              </a:lnSpc>
            </a:pPr>
            <a:r>
              <a:rPr lang="en-US" altLang="zh-CN" sz="2000" err="1">
                <a:solidFill>
                  <a:srgbClr val="FF0000"/>
                </a:solidFill>
                <a:latin typeface="Times New Roman" panose="02020603050405020304" pitchFamily="18" charset="0"/>
                <a:ea typeface="微软雅黑" panose="020B0503020204020204" charset="-122"/>
                <a:cs typeface="Times New Roman" panose="02020603050405020304" pitchFamily="18" charset="0"/>
              </a:rPr>
              <a:t>3. Uncredited</a:t>
            </a:r>
            <a:r>
              <a:rPr lang="en-US" altLang="zh-CN" sz="2000">
                <a:solidFill>
                  <a:srgbClr val="FF0000"/>
                </a:solidFill>
                <a:latin typeface="Times New Roman" panose="02020603050405020304" pitchFamily="18" charset="0"/>
                <a:ea typeface="微软雅黑" panose="020B0503020204020204" charset="-122"/>
                <a:cs typeface="Times New Roman" panose="02020603050405020304" pitchFamily="18" charset="0"/>
              </a:rPr>
              <a:t> verbatim copying of individual elements such as sentences, paragraphs, or illustrations. May result in a violation notice in the later article’s bibliographic record. In addition, a written apology must be submitted to the original creator to avoid suspension of publication privileges for up to three years.</a:t>
            </a:r>
          </a:p>
          <a:p>
            <a:pPr>
              <a:lnSpc>
                <a:spcPct val="70000"/>
              </a:lnSpc>
            </a:pPr>
            <a:r>
              <a:rPr lang="en-US" altLang="zh-CN" sz="2000" err="1">
                <a:solidFill>
                  <a:srgbClr val="FF0000"/>
                </a:solidFill>
                <a:latin typeface="Times New Roman" panose="02020603050405020304" pitchFamily="18" charset="0"/>
                <a:ea typeface="微软雅黑" panose="020B0503020204020204" charset="-122"/>
                <a:cs typeface="Times New Roman" panose="02020603050405020304" pitchFamily="18" charset="0"/>
              </a:rPr>
              <a:t>4. Uncredited</a:t>
            </a:r>
            <a:r>
              <a:rPr lang="en-US" altLang="zh-CN" sz="2000">
                <a:solidFill>
                  <a:srgbClr val="FF0000"/>
                </a:solidFill>
                <a:latin typeface="Times New Roman" panose="02020603050405020304" pitchFamily="18" charset="0"/>
                <a:ea typeface="微软雅黑" panose="020B0503020204020204" charset="-122"/>
                <a:cs typeface="Times New Roman" panose="02020603050405020304" pitchFamily="18" charset="0"/>
              </a:rPr>
              <a:t> improper paraphrasing of pages or paragraphs (by changing a few words or phrases or rearranging the original sentence order). Calls for a written apology to avoid suspension of publication privileges and a possible violation notice in the later article’s bibliographic record.</a:t>
            </a:r>
          </a:p>
          <a:p>
            <a:pPr>
              <a:lnSpc>
                <a:spcPct val="70000"/>
              </a:lnSpc>
            </a:pPr>
            <a:r>
              <a:rPr lang="en-US" altLang="zh-CN" sz="2000">
                <a:solidFill>
                  <a:srgbClr val="FF0000"/>
                </a:solidFill>
                <a:latin typeface="Times New Roman" panose="02020603050405020304" pitchFamily="18" charset="0"/>
                <a:ea typeface="微软雅黑" panose="020B0503020204020204" charset="-122"/>
                <a:cs typeface="Times New Roman" panose="02020603050405020304" pitchFamily="18" charset="0"/>
              </a:rPr>
              <a:t>5. Credited verbatim copying of a major portion of a paper without clear delineation of who did or wrote what. Requires a written apology, and to avoid suspension, the document must be corrected.</a:t>
            </a:r>
          </a:p>
          <a:p>
            <a:pPr>
              <a:lnSpc>
                <a:spcPct val="70000"/>
              </a:lnSpc>
            </a:pPr>
            <a:r>
              <a:rPr lang="en-US" altLang="zh-CN" sz="2000">
                <a:solidFill>
                  <a:srgbClr val="FF0000"/>
                </a:solidFill>
                <a:latin typeface="Times New Roman" panose="02020603050405020304" pitchFamily="18" charset="0"/>
                <a:ea typeface="微软雅黑" panose="020B0503020204020204" charset="-122"/>
                <a:cs typeface="Times New Roman" panose="02020603050405020304" pitchFamily="18" charset="0"/>
              </a:rPr>
              <a:t>The guidelines also make recommendations for dealing with repeated offenses.  </a:t>
            </a:r>
          </a:p>
        </p:txBody>
      </p:sp>
      <p:sp>
        <p:nvSpPr>
          <p:cNvPr id="18434" name="标题 18433"/>
          <p:cNvSpPr>
            <a:spLocks noGrp="1"/>
          </p:cNvSpPr>
          <p:nvPr>
            <p:custDataLst>
              <p:tags r:id="rId5"/>
            </p:custDataLst>
          </p:nvPr>
        </p:nvSpPr>
        <p:spPr>
          <a:xfrm>
            <a:off x="1200150" y="20955"/>
            <a:ext cx="7034530" cy="815975"/>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dirty="0">
                <a:solidFill>
                  <a:schemeClr val="dk2">
                    <a:lumMod val="25000"/>
                  </a:schemeClr>
                </a:solidFill>
                <a:latin typeface="微软雅黑" panose="020B0503020204020204" charset="-122"/>
                <a:ea typeface="微软雅黑" panose="020B0503020204020204" charset="-122"/>
              </a:rPr>
              <a:t>原文</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anim calcmode="lin" valueType="num">
                                      <p:cBhvr additive="base">
                                        <p:cTn id="7" dur="500"/>
                                        <p:tgtEl>
                                          <p:spTgt spid="18435">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18435">
                                            <p:txEl>
                                              <p:pRg st="1" end="1"/>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18435">
                                            <p:txEl>
                                              <p:pRg st="2" end="2"/>
                                            </p:txEl>
                                          </p:spTgt>
                                        </p:tgtEl>
                                        <p:attrNameLst>
                                          <p:attrName>style.visibility</p:attrName>
                                        </p:attrNameLst>
                                      </p:cBhvr>
                                      <p:to>
                                        <p:strVal val="visible"/>
                                      </p:to>
                                    </p:set>
                                    <p:anim calcmode="lin" valueType="num">
                                      <p:cBhvr additive="base">
                                        <p:cTn id="13" dur="500"/>
                                        <p:tgtEl>
                                          <p:spTgt spid="18435">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18435">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18435">
                                            <p:txEl>
                                              <p:pRg st="3" end="3"/>
                                            </p:txEl>
                                          </p:spTgt>
                                        </p:tgtEl>
                                        <p:attrNameLst>
                                          <p:attrName>style.visibility</p:attrName>
                                        </p:attrNameLst>
                                      </p:cBhvr>
                                      <p:to>
                                        <p:strVal val="visible"/>
                                      </p:to>
                                    </p:set>
                                    <p:anim calcmode="lin" valueType="num">
                                      <p:cBhvr additive="base">
                                        <p:cTn id="19" dur="500"/>
                                        <p:tgtEl>
                                          <p:spTgt spid="18435">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1843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18435">
                                            <p:txEl>
                                              <p:pRg st="4" end="4"/>
                                            </p:txEl>
                                          </p:spTgt>
                                        </p:tgtEl>
                                        <p:attrNameLst>
                                          <p:attrName>style.visibility</p:attrName>
                                        </p:attrNameLst>
                                      </p:cBhvr>
                                      <p:to>
                                        <p:strVal val="visible"/>
                                      </p:to>
                                    </p:set>
                                    <p:anim calcmode="lin" valueType="num">
                                      <p:cBhvr additive="base">
                                        <p:cTn id="25" dur="500"/>
                                        <p:tgtEl>
                                          <p:spTgt spid="18435">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18435">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18435">
                                            <p:txEl>
                                              <p:pRg st="5" end="5"/>
                                            </p:txEl>
                                          </p:spTgt>
                                        </p:tgtEl>
                                        <p:attrNameLst>
                                          <p:attrName>style.visibility</p:attrName>
                                        </p:attrNameLst>
                                      </p:cBhvr>
                                      <p:to>
                                        <p:strVal val="visible"/>
                                      </p:to>
                                    </p:set>
                                    <p:anim calcmode="lin" valueType="num">
                                      <p:cBhvr additive="base">
                                        <p:cTn id="31" dur="500"/>
                                        <p:tgtEl>
                                          <p:spTgt spid="18435">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1843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18435">
                                            <p:txEl>
                                              <p:pRg st="6" end="6"/>
                                            </p:txEl>
                                          </p:spTgt>
                                        </p:tgtEl>
                                        <p:attrNameLst>
                                          <p:attrName>style.visibility</p:attrName>
                                        </p:attrNameLst>
                                      </p:cBhvr>
                                      <p:to>
                                        <p:strVal val="visible"/>
                                      </p:to>
                                    </p:set>
                                    <p:anim calcmode="lin" valueType="num">
                                      <p:cBhvr additive="base">
                                        <p:cTn id="37" dur="500"/>
                                        <p:tgtEl>
                                          <p:spTgt spid="18435">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1843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3"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2"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4" name="矩形 3"/>
          <p:cNvSpPr/>
          <p:nvPr/>
        </p:nvSpPr>
        <p:spPr>
          <a:xfrm>
            <a:off x="5549900" y="2349500"/>
            <a:ext cx="3406775" cy="2818765"/>
          </a:xfrm>
          <a:prstGeom prst="rect">
            <a:avLst/>
          </a:prstGeom>
          <a:solidFill>
            <a:sysClr val="window" lastClr="FFFFFF">
              <a:lumMod val="85000"/>
            </a:sysClr>
          </a:solidFill>
          <a:ln w="12700" cap="flat" cmpd="sng" algn="ctr">
            <a:no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white"/>
              </a:solidFill>
              <a:latin typeface="微软雅黑" panose="020B0503020204020204" charset="-122"/>
              <a:ea typeface="微软雅黑" panose="020B0503020204020204" charset="-122"/>
            </a:endParaRPr>
          </a:p>
        </p:txBody>
      </p:sp>
      <p:sp>
        <p:nvSpPr>
          <p:cNvPr id="21509" name="矩形 4"/>
          <p:cNvSpPr>
            <a:spLocks noChangeArrowheads="1"/>
          </p:cNvSpPr>
          <p:nvPr/>
        </p:nvSpPr>
        <p:spPr bwMode="auto">
          <a:xfrm>
            <a:off x="755650" y="908050"/>
            <a:ext cx="863441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3.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标题怎么写？</a:t>
            </a:r>
          </a:p>
        </p:txBody>
      </p:sp>
      <p:sp>
        <p:nvSpPr>
          <p:cNvPr id="6" name="矩形 5"/>
          <p:cNvSpPr/>
          <p:nvPr>
            <p:custDataLst>
              <p:tags r:id="rId4"/>
            </p:custDataLst>
          </p:nvPr>
        </p:nvSpPr>
        <p:spPr>
          <a:xfrm>
            <a:off x="1055370" y="1412875"/>
            <a:ext cx="7620635" cy="792480"/>
          </a:xfrm>
          <a:prstGeom prst="rect">
            <a:avLst/>
          </a:prstGeom>
          <a:solidFill>
            <a:schemeClr val="accent3"/>
          </a:solidFill>
          <a:ln w="12700" cap="flat" cmpd="sng" algn="ctr">
            <a:noFill/>
            <a:prstDash val="solid"/>
            <a:miter lim="800000"/>
          </a:ln>
          <a:effectLst/>
        </p:spPr>
        <p:txBody>
          <a:bodyPr anchor="ctr"/>
          <a:lstStyle/>
          <a:p>
            <a:pP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标题，作为行文的名字，是书写的第一步，古语云：</a:t>
            </a:r>
            <a:endParaRPr kumimoji="0" lang="en-US" altLang="zh-CN" sz="1800" kern="0" dirty="0">
              <a:solidFill>
                <a:srgbClr val="FFFFFF"/>
              </a:solidFill>
              <a:latin typeface="微软雅黑" panose="020B0503020204020204" charset="-122"/>
              <a:ea typeface="微软雅黑" panose="020B0503020204020204" charset="-122"/>
            </a:endParaRPr>
          </a:p>
          <a:p>
            <a:pPr defTabSz="457200" eaLnBrk="1" fontAlgn="auto" hangingPunct="1">
              <a:spcBef>
                <a:spcPts val="0"/>
              </a:spcBef>
              <a:spcAft>
                <a:spcPts val="0"/>
              </a:spcAft>
            </a:pPr>
            <a:r>
              <a:rPr kumimoji="0" lang="zh-CN" altLang="en-US" sz="1800" kern="0" dirty="0">
                <a:solidFill>
                  <a:srgbClr val="0033CC"/>
                </a:solidFill>
                <a:latin typeface="微软雅黑" panose="020B0503020204020204" charset="-122"/>
                <a:ea typeface="微软雅黑" panose="020B0503020204020204" charset="-122"/>
              </a:rPr>
              <a:t>名不正，则言不顺</a:t>
            </a:r>
            <a:r>
              <a:rPr kumimoji="0" lang="zh-CN" altLang="en-US" sz="1800" kern="0" dirty="0">
                <a:solidFill>
                  <a:srgbClr val="FFFFFF"/>
                </a:solidFill>
                <a:latin typeface="微软雅黑" panose="020B0503020204020204" charset="-122"/>
                <a:ea typeface="微软雅黑" panose="020B0503020204020204" charset="-122"/>
              </a:rPr>
              <a:t>。</a:t>
            </a:r>
          </a:p>
        </p:txBody>
      </p:sp>
      <p:sp>
        <p:nvSpPr>
          <p:cNvPr id="7" name="矩形 6"/>
          <p:cNvSpPr/>
          <p:nvPr>
            <p:custDataLst>
              <p:tags r:id="rId5"/>
            </p:custDataLst>
          </p:nvPr>
        </p:nvSpPr>
        <p:spPr>
          <a:xfrm>
            <a:off x="1476375" y="2276475"/>
            <a:ext cx="5132388" cy="1198880"/>
          </a:xfrm>
          <a:prstGeom prst="rect">
            <a:avLst/>
          </a:prstGeom>
        </p:spPr>
        <p:txBody>
          <a:bodyPr>
            <a:spAutoFit/>
          </a:bodyPr>
          <a:lstStyle/>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中文：一般不宜超过</a:t>
            </a: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25</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个字</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英文：一般不宜超过</a:t>
            </a: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10</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个单词</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defTabSz="457200" eaLnBrk="1" fontAlgn="auto" hangingPunct="1">
              <a:spcBef>
                <a:spcPts val="0"/>
              </a:spcBef>
              <a:spcAft>
                <a:spcPts val="0"/>
              </a:spcAft>
            </a:pP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defTabSz="457200" eaLnBrk="1" fontAlgn="auto" hangingPunct="1">
              <a:spcBef>
                <a:spcPts val="0"/>
              </a:spcBef>
              <a:spcAft>
                <a:spcPts val="0"/>
              </a:spcAft>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一般形式：定语   </a:t>
            </a: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   </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名词</a:t>
            </a: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   </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的   组合</a:t>
            </a:r>
          </a:p>
        </p:txBody>
      </p:sp>
      <p:sp>
        <p:nvSpPr>
          <p:cNvPr id="21512" name="矩形 7"/>
          <p:cNvSpPr>
            <a:spLocks noChangeArrowheads="1"/>
          </p:cNvSpPr>
          <p:nvPr/>
        </p:nvSpPr>
        <p:spPr bwMode="auto">
          <a:xfrm>
            <a:off x="5549900" y="2349500"/>
            <a:ext cx="8686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1800" b="1">
                <a:solidFill>
                  <a:srgbClr val="000000"/>
                </a:solidFill>
                <a:latin typeface="微软雅黑" panose="020B0503020204020204" charset="-122"/>
                <a:ea typeface="微软雅黑" panose="020B0503020204020204" charset="-122"/>
              </a:rPr>
              <a:t>比如：</a:t>
            </a:r>
          </a:p>
        </p:txBody>
      </p:sp>
      <p:sp>
        <p:nvSpPr>
          <p:cNvPr id="21513" name="矩形 9"/>
          <p:cNvSpPr>
            <a:spLocks noChangeArrowheads="1"/>
          </p:cNvSpPr>
          <p:nvPr>
            <p:custDataLst>
              <p:tags r:id="rId6"/>
            </p:custDataLst>
          </p:nvPr>
        </p:nvSpPr>
        <p:spPr bwMode="auto">
          <a:xfrm>
            <a:off x="5549900" y="2852738"/>
            <a:ext cx="3594100"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pPr>
            <a:r>
              <a:rPr kumimoji="0" lang="zh-CN" altLang="en-US" sz="1800">
                <a:solidFill>
                  <a:schemeClr val="dk1"/>
                </a:solidFill>
                <a:latin typeface="微软雅黑" panose="020B0503020204020204" charset="-122"/>
                <a:ea typeface="微软雅黑" panose="020B0503020204020204" charset="-122"/>
              </a:rPr>
              <a:t>基于有源相控阵雷达的信号复用技术研究</a:t>
            </a:r>
            <a:endParaRPr kumimoji="0" lang="en-US" altLang="zh-CN" sz="1800">
              <a:solidFill>
                <a:schemeClr val="dk1"/>
              </a:solidFill>
              <a:latin typeface="微软雅黑" panose="020B0503020204020204" charset="-122"/>
              <a:ea typeface="微软雅黑" panose="020B0503020204020204" charset="-122"/>
            </a:endParaRPr>
          </a:p>
          <a:p>
            <a:pPr eaLnBrk="1" hangingPunct="1">
              <a:spcBef>
                <a:spcPct val="0"/>
              </a:spcBef>
            </a:pPr>
            <a:endParaRPr kumimoji="0" lang="en-US" altLang="zh-CN" sz="1800">
              <a:solidFill>
                <a:schemeClr val="dk1"/>
              </a:solidFill>
              <a:latin typeface="微软雅黑" panose="020B0503020204020204" charset="-122"/>
              <a:ea typeface="微软雅黑" panose="020B0503020204020204" charset="-122"/>
            </a:endParaRPr>
          </a:p>
          <a:p>
            <a:pPr eaLnBrk="1" hangingPunct="1">
              <a:spcBef>
                <a:spcPts val="0"/>
              </a:spcBef>
              <a:spcAft>
                <a:spcPts val="0"/>
              </a:spcAft>
            </a:pPr>
            <a:r>
              <a:rPr kumimoji="0" lang="zh-CN" altLang="en-US" sz="1800">
                <a:solidFill>
                  <a:schemeClr val="dk1"/>
                </a:solidFill>
                <a:latin typeface="微软雅黑" panose="020B0503020204020204" charset="-122"/>
                <a:ea typeface="微软雅黑" panose="020B0503020204020204" charset="-122"/>
              </a:rPr>
              <a:t>用神经网络深度学习方法实现的二维拓扑材料筛选</a:t>
            </a:r>
            <a:endParaRPr kumimoji="0" lang="en-US" altLang="zh-CN" sz="1800">
              <a:solidFill>
                <a:schemeClr val="dk1"/>
              </a:solidFill>
              <a:latin typeface="微软雅黑" panose="020B0503020204020204" charset="-122"/>
              <a:ea typeface="微软雅黑" panose="020B0503020204020204" charset="-122"/>
            </a:endParaRPr>
          </a:p>
          <a:p>
            <a:pPr eaLnBrk="1" hangingPunct="1">
              <a:spcBef>
                <a:spcPct val="0"/>
              </a:spcBef>
            </a:pPr>
            <a:endParaRPr kumimoji="0" lang="en-US" altLang="zh-CN" sz="1800">
              <a:solidFill>
                <a:schemeClr val="dk1"/>
              </a:solidFill>
              <a:latin typeface="微软雅黑" panose="020B0503020204020204" charset="-122"/>
              <a:ea typeface="微软雅黑" panose="020B0503020204020204" charset="-122"/>
            </a:endParaRPr>
          </a:p>
          <a:p>
            <a:pPr eaLnBrk="1" hangingPunct="1">
              <a:spcBef>
                <a:spcPts val="0"/>
              </a:spcBef>
            </a:pPr>
            <a:r>
              <a:rPr kumimoji="0" lang="zh-CN" altLang="en-US" sz="1800">
                <a:solidFill>
                  <a:schemeClr val="dk1"/>
                </a:solidFill>
                <a:latin typeface="微软雅黑" panose="020B0503020204020204" charset="-122"/>
                <a:ea typeface="微软雅黑" panose="020B0503020204020204" charset="-122"/>
              </a:rPr>
              <a:t>基于石墨烯的光电子信号发生器、调制器和探测器：综述</a:t>
            </a:r>
          </a:p>
        </p:txBody>
      </p:sp>
      <p:sp>
        <p:nvSpPr>
          <p:cNvPr id="11" name="右大括号 10"/>
          <p:cNvSpPr/>
          <p:nvPr/>
        </p:nvSpPr>
        <p:spPr>
          <a:xfrm rot="5400000">
            <a:off x="2837656" y="3374232"/>
            <a:ext cx="168275" cy="420688"/>
          </a:xfrm>
          <a:prstGeom prst="rightBrace">
            <a:avLst>
              <a:gd name="adj1" fmla="val 32455"/>
              <a:gd name="adj2" fmla="val 49434"/>
            </a:avLst>
          </a:prstGeom>
          <a:noFill/>
          <a:ln w="28575" cap="flat" cmpd="sng" algn="ctr">
            <a:solidFill>
              <a:sysClr val="windowText" lastClr="000000"/>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black"/>
              </a:solidFill>
              <a:latin typeface="微软雅黑" panose="020B0503020204020204" charset="-122"/>
              <a:ea typeface="微软雅黑" panose="020B0503020204020204" charset="-122"/>
            </a:endParaRPr>
          </a:p>
        </p:txBody>
      </p:sp>
      <p:sp>
        <p:nvSpPr>
          <p:cNvPr id="12" name="右大括号 11"/>
          <p:cNvSpPr/>
          <p:nvPr/>
        </p:nvSpPr>
        <p:spPr>
          <a:xfrm rot="5400000">
            <a:off x="3772694" y="3374232"/>
            <a:ext cx="168275" cy="420687"/>
          </a:xfrm>
          <a:prstGeom prst="rightBrace">
            <a:avLst>
              <a:gd name="adj1" fmla="val 32455"/>
              <a:gd name="adj2" fmla="val 49434"/>
            </a:avLst>
          </a:prstGeom>
          <a:noFill/>
          <a:ln w="28575" cap="flat" cmpd="sng" algn="ctr">
            <a:solidFill>
              <a:sysClr val="windowText" lastClr="000000"/>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black"/>
              </a:solidFill>
              <a:latin typeface="微软雅黑" panose="020B0503020204020204" charset="-122"/>
              <a:ea typeface="微软雅黑" panose="020B0503020204020204" charset="-122"/>
            </a:endParaRPr>
          </a:p>
        </p:txBody>
      </p:sp>
      <p:sp>
        <p:nvSpPr>
          <p:cNvPr id="21516" name="矩形 12"/>
          <p:cNvSpPr>
            <a:spLocks noChangeArrowheads="1"/>
          </p:cNvSpPr>
          <p:nvPr/>
        </p:nvSpPr>
        <p:spPr bwMode="auto">
          <a:xfrm>
            <a:off x="1877695" y="3789363"/>
            <a:ext cx="1325880"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spcAft>
                <a:spcPts val="0"/>
              </a:spcAft>
              <a:buFontTx/>
              <a:buNone/>
            </a:pPr>
            <a:r>
              <a:rPr kumimoji="0" lang="zh-CN" altLang="en-US" sz="1800">
                <a:solidFill>
                  <a:srgbClr val="000000"/>
                </a:solidFill>
                <a:latin typeface="微软雅黑" panose="020B0503020204020204" charset="-122"/>
                <a:ea typeface="微软雅黑" panose="020B0503020204020204" charset="-122"/>
              </a:rPr>
              <a:t>方法</a:t>
            </a:r>
            <a:endParaRPr kumimoji="0" lang="en-US" altLang="zh-CN" sz="1800">
              <a:solidFill>
                <a:srgbClr val="000000"/>
              </a:solidFill>
              <a:latin typeface="微软雅黑" panose="020B0503020204020204" charset="-122"/>
              <a:ea typeface="微软雅黑" panose="020B0503020204020204" charset="-122"/>
            </a:endParaRPr>
          </a:p>
          <a:p>
            <a:pPr algn="r" eaLnBrk="1" hangingPunct="1">
              <a:spcBef>
                <a:spcPts val="0"/>
              </a:spcBef>
              <a:spcAft>
                <a:spcPts val="0"/>
              </a:spcAft>
              <a:buFontTx/>
              <a:buNone/>
            </a:pPr>
            <a:r>
              <a:rPr kumimoji="0" lang="zh-CN" altLang="en-US" sz="1800">
                <a:solidFill>
                  <a:srgbClr val="000000"/>
                </a:solidFill>
                <a:latin typeface="微软雅黑" panose="020B0503020204020204" charset="-122"/>
                <a:ea typeface="微软雅黑" panose="020B0503020204020204" charset="-122"/>
              </a:rPr>
              <a:t>类别</a:t>
            </a:r>
            <a:endParaRPr kumimoji="0" lang="en-US" altLang="zh-CN" sz="1800">
              <a:solidFill>
                <a:srgbClr val="000000"/>
              </a:solidFill>
              <a:latin typeface="微软雅黑" panose="020B0503020204020204" charset="-122"/>
              <a:ea typeface="微软雅黑" panose="020B0503020204020204" charset="-122"/>
            </a:endParaRPr>
          </a:p>
          <a:p>
            <a:pPr algn="r" eaLnBrk="1" hangingPunct="1">
              <a:spcBef>
                <a:spcPts val="0"/>
              </a:spcBef>
              <a:spcAft>
                <a:spcPts val="0"/>
              </a:spcAft>
              <a:buFontTx/>
              <a:buNone/>
            </a:pPr>
            <a:r>
              <a:rPr kumimoji="0" lang="zh-CN" altLang="en-US" sz="1800">
                <a:solidFill>
                  <a:srgbClr val="000000"/>
                </a:solidFill>
                <a:latin typeface="微软雅黑" panose="020B0503020204020204" charset="-122"/>
                <a:ea typeface="微软雅黑" panose="020B0503020204020204" charset="-122"/>
              </a:rPr>
              <a:t>范围</a:t>
            </a:r>
            <a:endParaRPr kumimoji="0" lang="en-US" altLang="zh-CN" sz="1800">
              <a:solidFill>
                <a:srgbClr val="000000"/>
              </a:solidFill>
              <a:latin typeface="微软雅黑" panose="020B0503020204020204" charset="-122"/>
              <a:ea typeface="微软雅黑" panose="020B0503020204020204" charset="-122"/>
            </a:endParaRPr>
          </a:p>
          <a:p>
            <a:pPr algn="r" eaLnBrk="1" hangingPunct="1">
              <a:spcBef>
                <a:spcPts val="0"/>
              </a:spcBef>
              <a:spcAft>
                <a:spcPts val="0"/>
              </a:spcAft>
              <a:buFontTx/>
              <a:buNone/>
            </a:pPr>
            <a:r>
              <a:rPr kumimoji="0" lang="zh-CN" altLang="en-US" sz="1800">
                <a:solidFill>
                  <a:srgbClr val="000000"/>
                </a:solidFill>
                <a:latin typeface="微软雅黑" panose="020B0503020204020204" charset="-122"/>
                <a:ea typeface="微软雅黑" panose="020B0503020204020204" charset="-122"/>
              </a:rPr>
              <a:t>技术路线</a:t>
            </a:r>
            <a:endParaRPr kumimoji="0" lang="en-US" altLang="zh-CN" sz="1800">
              <a:solidFill>
                <a:srgbClr val="000000"/>
              </a:solidFill>
              <a:latin typeface="微软雅黑" panose="020B0503020204020204" charset="-122"/>
              <a:ea typeface="微软雅黑" panose="020B0503020204020204" charset="-122"/>
            </a:endParaRPr>
          </a:p>
          <a:p>
            <a:pPr algn="r" eaLnBrk="1" hangingPunct="1">
              <a:spcBef>
                <a:spcPts val="0"/>
              </a:spcBef>
              <a:spcAft>
                <a:spcPts val="0"/>
              </a:spcAft>
              <a:buFontTx/>
              <a:buNone/>
            </a:pPr>
            <a:r>
              <a:rPr kumimoji="0" lang="zh-CN" altLang="en-US" sz="1800">
                <a:solidFill>
                  <a:srgbClr val="000000"/>
                </a:solidFill>
                <a:latin typeface="微软雅黑" panose="020B0503020204020204" charset="-122"/>
                <a:ea typeface="微软雅黑" panose="020B0503020204020204" charset="-122"/>
              </a:rPr>
              <a:t>。。。</a:t>
            </a:r>
            <a:endParaRPr kumimoji="0" lang="en-US" altLang="zh-CN" sz="1800">
              <a:solidFill>
                <a:srgbClr val="000000"/>
              </a:solidFill>
              <a:latin typeface="微软雅黑" panose="020B0503020204020204" charset="-122"/>
              <a:ea typeface="微软雅黑" panose="020B0503020204020204" charset="-122"/>
            </a:endParaRPr>
          </a:p>
          <a:p>
            <a:pPr algn="r" eaLnBrk="1" hangingPunct="1">
              <a:spcBef>
                <a:spcPts val="0"/>
              </a:spcBef>
              <a:buFontTx/>
              <a:buNone/>
            </a:pPr>
            <a:r>
              <a:rPr kumimoji="0" lang="zh-CN" altLang="en-US" sz="1800">
                <a:solidFill>
                  <a:srgbClr val="000000"/>
                </a:solidFill>
                <a:latin typeface="微软雅黑" panose="020B0503020204020204" charset="-122"/>
                <a:ea typeface="微软雅黑" panose="020B0503020204020204" charset="-122"/>
              </a:rPr>
              <a:t>等描述性词</a:t>
            </a:r>
          </a:p>
        </p:txBody>
      </p:sp>
      <p:sp>
        <p:nvSpPr>
          <p:cNvPr id="21517" name="矩形 13"/>
          <p:cNvSpPr>
            <a:spLocks noChangeArrowheads="1"/>
          </p:cNvSpPr>
          <p:nvPr/>
        </p:nvSpPr>
        <p:spPr bwMode="auto">
          <a:xfrm>
            <a:off x="3563938" y="3789363"/>
            <a:ext cx="109728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1800">
                <a:solidFill>
                  <a:srgbClr val="000000"/>
                </a:solidFill>
                <a:latin typeface="微软雅黑" panose="020B0503020204020204" charset="-122"/>
                <a:ea typeface="微软雅黑" panose="020B0503020204020204" charset="-122"/>
              </a:rPr>
              <a:t>核心内容</a:t>
            </a:r>
            <a:endParaRPr kumimoji="0" lang="en-US" altLang="zh-CN" sz="1800">
              <a:solidFill>
                <a:srgbClr val="000000"/>
              </a:solidFill>
              <a:latin typeface="微软雅黑" panose="020B0503020204020204" charset="-122"/>
              <a:ea typeface="微软雅黑" panose="020B0503020204020204" charset="-122"/>
            </a:endParaRPr>
          </a:p>
          <a:p>
            <a:pPr eaLnBrk="1" hangingPunct="1">
              <a:spcBef>
                <a:spcPct val="0"/>
              </a:spcBef>
              <a:buFontTx/>
              <a:buNone/>
            </a:pPr>
            <a:endParaRPr kumimoji="0" lang="en-US" altLang="zh-CN" sz="1800">
              <a:solidFill>
                <a:srgbClr val="000000"/>
              </a:solidFill>
              <a:latin typeface="微软雅黑" panose="020B0503020204020204" charset="-122"/>
              <a:ea typeface="微软雅黑" panose="020B0503020204020204" charset="-122"/>
            </a:endParaRPr>
          </a:p>
        </p:txBody>
      </p:sp>
      <p:sp>
        <p:nvSpPr>
          <p:cNvPr id="15" name="矩形 14"/>
          <p:cNvSpPr/>
          <p:nvPr/>
        </p:nvSpPr>
        <p:spPr>
          <a:xfrm>
            <a:off x="1591310" y="6017895"/>
            <a:ext cx="3070860" cy="457835"/>
          </a:xfrm>
          <a:prstGeom prst="rect">
            <a:avLst/>
          </a:prstGeom>
          <a:solidFill>
            <a:schemeClr val="accent2"/>
          </a:solidFill>
        </p:spPr>
        <p:txBody>
          <a:bodyPr wrap="none">
            <a:noAutofit/>
          </a:bodyPr>
          <a:lstStyle/>
          <a:p>
            <a:pPr algn="ctr" defTabSz="457200" eaLnBrk="1" fontAlgn="auto" hangingPunct="1">
              <a:spcBef>
                <a:spcPts val="0"/>
              </a:spcBef>
              <a:spcAft>
                <a:spcPts val="0"/>
              </a:spcAft>
            </a:pPr>
            <a:r>
              <a:rPr kumimoji="0" lang="zh-CN" altLang="en-US" sz="2400" b="1" kern="0" dirty="0">
                <a:solidFill>
                  <a:schemeClr val="bg1"/>
                </a:solidFill>
                <a:latin typeface="微软雅黑" panose="020B0503020204020204" charset="-122"/>
                <a:ea typeface="微软雅黑" panose="020B0503020204020204" charset="-122"/>
                <a:cs typeface="微软雅黑" panose="020B0503020204020204" charset="-122"/>
              </a:rPr>
              <a:t>目标：简单</a:t>
            </a:r>
            <a:r>
              <a:rPr kumimoji="0" lang="en-US" altLang="zh-CN" sz="2400" b="1" kern="0" dirty="0">
                <a:solidFill>
                  <a:schemeClr val="bg1"/>
                </a:solidFill>
                <a:latin typeface="微软雅黑" panose="020B0503020204020204" charset="-122"/>
                <a:ea typeface="微软雅黑" panose="020B0503020204020204" charset="-122"/>
                <a:cs typeface="微软雅黑" panose="020B0503020204020204" charset="-122"/>
              </a:rPr>
              <a:t>+</a:t>
            </a:r>
            <a:r>
              <a:rPr kumimoji="0" lang="zh-CN" altLang="en-US" sz="2400" b="1" kern="0" dirty="0">
                <a:solidFill>
                  <a:schemeClr val="bg1"/>
                </a:solidFill>
                <a:latin typeface="微软雅黑" panose="020B0503020204020204" charset="-122"/>
                <a:ea typeface="微软雅黑" panose="020B0503020204020204" charset="-122"/>
                <a:cs typeface="微软雅黑" panose="020B0503020204020204" charset="-122"/>
              </a:rPr>
              <a:t>明确</a:t>
            </a:r>
          </a:p>
        </p:txBody>
      </p:sp>
      <p:sp>
        <p:nvSpPr>
          <p:cNvPr id="8" name="Rectangle 2"/>
          <p:cNvSpPr>
            <a:spLocks noGrp="1" noChangeArrowheads="1"/>
          </p:cNvSpPr>
          <p:nvPr>
            <p:custDataLst>
              <p:tags r:id="rId7"/>
            </p:custDataLst>
          </p:nvPr>
        </p:nvSpPr>
        <p:spPr>
          <a:xfrm>
            <a:off x="457200" y="44450"/>
            <a:ext cx="8223250"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36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r>
              <a:rPr lang="zh-CN" altLang="en-US" sz="3600" b="1" dirty="0">
                <a:solidFill>
                  <a:srgbClr val="0033CC"/>
                </a:solidFill>
                <a:effectLst/>
                <a:latin typeface="微软雅黑" panose="020B0503020204020204" charset="-122"/>
                <a:ea typeface="微软雅黑" panose="020B0503020204020204" charset="-122"/>
                <a:cs typeface="微软雅黑" panose="020B0503020204020204" charset="-122"/>
              </a:rPr>
              <a:t>标题</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21516"/>
                                        </p:tgtEl>
                                        <p:attrNameLst>
                                          <p:attrName>style.visibility</p:attrName>
                                        </p:attrNameLst>
                                      </p:cBhvr>
                                      <p:to>
                                        <p:strVal val="visible"/>
                                      </p:to>
                                    </p:set>
                                    <p:animEffect transition="in" filter="blinds(horizontal)">
                                      <p:cBhvr>
                                        <p:cTn id="20" dur="500"/>
                                        <p:tgtEl>
                                          <p:spTgt spid="21516"/>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linds(horizontal)">
                                      <p:cBhvr>
                                        <p:cTn id="25" dur="500"/>
                                        <p:tgtEl>
                                          <p:spTgt spid="12"/>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1517"/>
                                        </p:tgtEl>
                                        <p:attrNameLst>
                                          <p:attrName>style.visibility</p:attrName>
                                        </p:attrNameLst>
                                      </p:cBhvr>
                                      <p:to>
                                        <p:strVal val="visible"/>
                                      </p:to>
                                    </p:set>
                                    <p:animEffect transition="in" filter="blinds(horizontal)">
                                      <p:cBhvr>
                                        <p:cTn id="28" dur="500"/>
                                        <p:tgtEl>
                                          <p:spTgt spid="21517"/>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1513"/>
                                        </p:tgtEl>
                                        <p:attrNameLst>
                                          <p:attrName>style.visibility</p:attrName>
                                        </p:attrNameLst>
                                      </p:cBhvr>
                                      <p:to>
                                        <p:strVal val="visible"/>
                                      </p:to>
                                    </p:set>
                                    <p:anim calcmode="lin" valueType="num">
                                      <p:cBhvr additive="base">
                                        <p:cTn id="33" dur="500" fill="hold"/>
                                        <p:tgtEl>
                                          <p:spTgt spid="21513"/>
                                        </p:tgtEl>
                                        <p:attrNameLst>
                                          <p:attrName>ppt_x</p:attrName>
                                        </p:attrNameLst>
                                      </p:cBhvr>
                                      <p:tavLst>
                                        <p:tav tm="0">
                                          <p:val>
                                            <p:strVal val="#ppt_x"/>
                                          </p:val>
                                        </p:tav>
                                        <p:tav tm="100000">
                                          <p:val>
                                            <p:strVal val="#ppt_x"/>
                                          </p:val>
                                        </p:tav>
                                      </p:tavLst>
                                    </p:anim>
                                    <p:anim calcmode="lin" valueType="num">
                                      <p:cBhvr additive="base">
                                        <p:cTn id="34" dur="500" fill="hold"/>
                                        <p:tgtEl>
                                          <p:spTgt spid="21513"/>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1512"/>
                                        </p:tgtEl>
                                        <p:attrNameLst>
                                          <p:attrName>style.visibility</p:attrName>
                                        </p:attrNameLst>
                                      </p:cBhvr>
                                      <p:to>
                                        <p:strVal val="visible"/>
                                      </p:to>
                                    </p:set>
                                    <p:anim calcmode="lin" valueType="num">
                                      <p:cBhvr additive="base">
                                        <p:cTn id="37" dur="500" fill="hold"/>
                                        <p:tgtEl>
                                          <p:spTgt spid="21512"/>
                                        </p:tgtEl>
                                        <p:attrNameLst>
                                          <p:attrName>ppt_x</p:attrName>
                                        </p:attrNameLst>
                                      </p:cBhvr>
                                      <p:tavLst>
                                        <p:tav tm="0">
                                          <p:val>
                                            <p:strVal val="#ppt_x"/>
                                          </p:val>
                                        </p:tav>
                                        <p:tav tm="100000">
                                          <p:val>
                                            <p:strVal val="#ppt_x"/>
                                          </p:val>
                                        </p:tav>
                                      </p:tavLst>
                                    </p:anim>
                                    <p:anim calcmode="lin" valueType="num">
                                      <p:cBhvr additive="base">
                                        <p:cTn id="38" dur="500" fill="hold"/>
                                        <p:tgtEl>
                                          <p:spTgt spid="21512"/>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
                                        </p:tgtEl>
                                        <p:attrNameLst>
                                          <p:attrName>style.visibility</p:attrName>
                                        </p:attrNameLst>
                                      </p:cBhvr>
                                      <p:to>
                                        <p:strVal val="visible"/>
                                      </p:to>
                                    </p:set>
                                    <p:anim calcmode="lin" valueType="num">
                                      <p:cBhvr additive="base">
                                        <p:cTn id="41" dur="500" fill="hold"/>
                                        <p:tgtEl>
                                          <p:spTgt spid="4"/>
                                        </p:tgtEl>
                                        <p:attrNameLst>
                                          <p:attrName>ppt_x</p:attrName>
                                        </p:attrNameLst>
                                      </p:cBhvr>
                                      <p:tavLst>
                                        <p:tav tm="0">
                                          <p:val>
                                            <p:strVal val="#ppt_x"/>
                                          </p:val>
                                        </p:tav>
                                        <p:tav tm="100000">
                                          <p:val>
                                            <p:strVal val="#ppt_x"/>
                                          </p:val>
                                        </p:tav>
                                      </p:tavLst>
                                    </p:anim>
                                    <p:anim calcmode="lin" valueType="num">
                                      <p:cBhvr additive="base">
                                        <p:cTn id="4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ppt_x"/>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6" grpId="0" animBg="1"/>
      <p:bldP spid="6" grpId="1" animBg="1"/>
      <p:bldP spid="7" grpId="0"/>
      <p:bldP spid="7" grpId="1"/>
      <p:bldP spid="21512" grpId="0"/>
      <p:bldP spid="21512" grpId="1"/>
      <p:bldP spid="21513" grpId="0"/>
      <p:bldP spid="21513" grpId="1"/>
      <p:bldP spid="11" grpId="0" animBg="1"/>
      <p:bldP spid="11" grpId="1" animBg="1"/>
      <p:bldP spid="12" grpId="0" animBg="1"/>
      <p:bldP spid="12" grpId="1" animBg="1"/>
      <p:bldP spid="21516" grpId="0"/>
      <p:bldP spid="21516" grpId="1"/>
      <p:bldP spid="21517" grpId="0"/>
      <p:bldP spid="21517" grpId="1"/>
      <p:bldP spid="15" grpId="0" bldLvl="0" animBg="1"/>
      <p:bldP spid="15" grpId="1"/>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3"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2"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4" name="矩形 3"/>
          <p:cNvSpPr/>
          <p:nvPr/>
        </p:nvSpPr>
        <p:spPr>
          <a:xfrm>
            <a:off x="1116013" y="4246880"/>
            <a:ext cx="7200900" cy="2232025"/>
          </a:xfrm>
          <a:prstGeom prst="rect">
            <a:avLst/>
          </a:prstGeom>
          <a:solidFill>
            <a:sysClr val="window" lastClr="FFFFFF">
              <a:lumMod val="85000"/>
            </a:sysClr>
          </a:solidFill>
          <a:ln w="12700" cap="flat" cmpd="sng" algn="ctr">
            <a:no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white"/>
              </a:solidFill>
              <a:latin typeface="微软雅黑" panose="020B0503020204020204" charset="-122"/>
              <a:ea typeface="微软雅黑" panose="020B0503020204020204" charset="-122"/>
            </a:endParaRPr>
          </a:p>
        </p:txBody>
      </p:sp>
      <p:sp>
        <p:nvSpPr>
          <p:cNvPr id="22533" name="矩形 4"/>
          <p:cNvSpPr>
            <a:spLocks noChangeArrowheads="1"/>
          </p:cNvSpPr>
          <p:nvPr/>
        </p:nvSpPr>
        <p:spPr bwMode="auto">
          <a:xfrm>
            <a:off x="827088" y="908050"/>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4.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摘要怎么写？</a:t>
            </a:r>
          </a:p>
        </p:txBody>
      </p:sp>
      <p:sp>
        <p:nvSpPr>
          <p:cNvPr id="6" name="矩形 5"/>
          <p:cNvSpPr/>
          <p:nvPr>
            <p:custDataLst>
              <p:tags r:id="rId4"/>
            </p:custDataLst>
          </p:nvPr>
        </p:nvSpPr>
        <p:spPr>
          <a:xfrm>
            <a:off x="1116013" y="1367155"/>
            <a:ext cx="7200900" cy="792163"/>
          </a:xfrm>
          <a:prstGeom prst="rect">
            <a:avLst/>
          </a:prstGeom>
          <a:solidFill>
            <a:schemeClr val="accent3"/>
          </a:solidFill>
          <a:ln w="12700" cap="flat" cmpd="sng" algn="ctr">
            <a:noFill/>
            <a:prstDash val="solid"/>
            <a:miter lim="800000"/>
          </a:ln>
          <a:effectLst/>
        </p:spPr>
        <p:txBody>
          <a:bodyPr anchor="ctr"/>
          <a:lstStyle/>
          <a:p>
            <a:pP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摘要，可以理解为标题的拓展，让你有机会把标题讲的更透彻，</a:t>
            </a:r>
            <a:endParaRPr kumimoji="0" lang="en-US" altLang="zh-CN" sz="1800" kern="0" dirty="0">
              <a:solidFill>
                <a:srgbClr val="FFFFFF"/>
              </a:solidFill>
              <a:latin typeface="微软雅黑" panose="020B0503020204020204" charset="-122"/>
              <a:ea typeface="微软雅黑" panose="020B0503020204020204" charset="-122"/>
            </a:endParaRPr>
          </a:p>
          <a:p>
            <a:pP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更诱人，让人有读下去的兴趣。</a:t>
            </a:r>
          </a:p>
        </p:txBody>
      </p:sp>
      <p:sp>
        <p:nvSpPr>
          <p:cNvPr id="7" name="矩形 6"/>
          <p:cNvSpPr/>
          <p:nvPr>
            <p:custDataLst>
              <p:tags r:id="rId5"/>
            </p:custDataLst>
          </p:nvPr>
        </p:nvSpPr>
        <p:spPr>
          <a:xfrm>
            <a:off x="1187450" y="4653280"/>
            <a:ext cx="7200900" cy="1753235"/>
          </a:xfrm>
          <a:prstGeom prst="rect">
            <a:avLst/>
          </a:prstGeom>
        </p:spPr>
        <p:txBody>
          <a:bodyPr>
            <a:spAutoFit/>
          </a:bodyPr>
          <a:lstStyle/>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第一句：对科学背景进行简要回顾</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第二句：找出科学背景和本文的连接点（</a:t>
            </a: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focus</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开始啦）</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defTabSz="457200" eaLnBrk="1" fontAlgn="auto" hangingPunct="1">
              <a:spcBef>
                <a:spcPts val="0"/>
              </a:spcBef>
              <a:spcAft>
                <a:spcPts val="0"/>
              </a:spcAft>
            </a:pPr>
            <a:r>
              <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rPr>
              <a:t>			</a:t>
            </a: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或者提出科学问题、技术难题（选题意义来啦）</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第三句：提出本文的主要内容，核心信息和重点工作</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第四句：点出本文的技术路线，标出创新点、特点，等等</a:t>
            </a:r>
            <a:endParaRPr kumimoji="0"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marL="285750" indent="-285750" defTabSz="457200" eaLnBrk="1" fontAlgn="auto" hangingPunct="1">
              <a:spcBef>
                <a:spcPts val="0"/>
              </a:spcBef>
              <a:spcAft>
                <a:spcPts val="0"/>
              </a:spcAft>
              <a:buFont typeface="Arial" panose="020B0604020202020204" pitchFamily="34" charset="0"/>
              <a:buChar char="•"/>
            </a:pPr>
            <a:r>
              <a:rPr kumimoji="0" lang="zh-CN" altLang="en-US" sz="1800" dirty="0">
                <a:solidFill>
                  <a:schemeClr val="dk1"/>
                </a:solidFill>
                <a:latin typeface="微软雅黑" panose="020B0503020204020204" charset="-122"/>
                <a:ea typeface="微软雅黑" panose="020B0503020204020204" charset="-122"/>
                <a:cs typeface="微软雅黑" panose="020B0503020204020204" charset="-122"/>
              </a:rPr>
              <a:t>第五句：拓展提升，强调意义</a:t>
            </a:r>
          </a:p>
        </p:txBody>
      </p:sp>
      <p:sp>
        <p:nvSpPr>
          <p:cNvPr id="8" name="矩形 7"/>
          <p:cNvSpPr/>
          <p:nvPr>
            <p:custDataLst>
              <p:tags r:id="rId6"/>
            </p:custDataLst>
          </p:nvPr>
        </p:nvSpPr>
        <p:spPr>
          <a:xfrm>
            <a:off x="1116013" y="3167380"/>
            <a:ext cx="7200900" cy="936625"/>
          </a:xfrm>
          <a:prstGeom prst="rect">
            <a:avLst/>
          </a:prstGeom>
          <a:solidFill>
            <a:schemeClr val="accent1"/>
          </a:solidFill>
          <a:ln w="12700" cap="flat" cmpd="sng" algn="ctr">
            <a:noFill/>
            <a:prstDash val="solid"/>
            <a:miter lim="800000"/>
          </a:ln>
          <a:effectLst/>
        </p:spPr>
        <p:txBody>
          <a:bodyPr anchor="ctr"/>
          <a:lstStyle/>
          <a:p>
            <a:pPr defTabSz="457200" eaLnBrk="1" fontAlgn="auto" hangingPunct="1">
              <a:spcBef>
                <a:spcPts val="0"/>
              </a:spcBef>
              <a:spcAft>
                <a:spcPts val="0"/>
              </a:spcAft>
            </a:pPr>
            <a:r>
              <a:rPr kumimoji="0" lang="zh-CN" altLang="en-US" sz="2400" kern="0" dirty="0">
                <a:solidFill>
                  <a:srgbClr val="FFFFFF"/>
                </a:solidFill>
                <a:latin typeface="微软雅黑" panose="020B0503020204020204" charset="-122"/>
                <a:ea typeface="微软雅黑" panose="020B0503020204020204" charset="-122"/>
                <a:cs typeface="微软雅黑" panose="020B0503020204020204" charset="-122"/>
              </a:rPr>
              <a:t>写好摘要，有没有推荐的套路呢？</a:t>
            </a:r>
            <a:endParaRPr kumimoji="0" lang="en-US" altLang="zh-CN" sz="2400" kern="0" dirty="0">
              <a:solidFill>
                <a:srgbClr val="FFFFFF"/>
              </a:solidFill>
              <a:latin typeface="微软雅黑" panose="020B0503020204020204" charset="-122"/>
              <a:ea typeface="微软雅黑" panose="020B0503020204020204" charset="-122"/>
              <a:cs typeface="微软雅黑" panose="020B0503020204020204" charset="-122"/>
            </a:endParaRPr>
          </a:p>
          <a:p>
            <a:pPr defTabSz="457200" eaLnBrk="1" fontAlgn="auto" hangingPunct="1">
              <a:spcBef>
                <a:spcPts val="0"/>
              </a:spcBef>
              <a:spcAft>
                <a:spcPts val="0"/>
              </a:spcAft>
            </a:pPr>
            <a:r>
              <a:rPr kumimoji="0" lang="zh-CN" altLang="en-US" sz="2400" kern="0" dirty="0">
                <a:solidFill>
                  <a:srgbClr val="FFFFFF"/>
                </a:solidFill>
                <a:latin typeface="微软雅黑" panose="020B0503020204020204" charset="-122"/>
                <a:ea typeface="微软雅黑" panose="020B0503020204020204" charset="-122"/>
                <a:cs typeface="微软雅黑" panose="020B0503020204020204" charset="-122"/>
              </a:rPr>
              <a:t>当然有。简单的摘要只需要</a:t>
            </a:r>
            <a:r>
              <a:rPr kumimoji="0" lang="en-US" altLang="zh-CN" sz="2400" kern="0" dirty="0">
                <a:solidFill>
                  <a:srgbClr val="FFFFFF"/>
                </a:solidFill>
                <a:latin typeface="微软雅黑" panose="020B0503020204020204" charset="-122"/>
                <a:ea typeface="微软雅黑" panose="020B0503020204020204" charset="-122"/>
                <a:cs typeface="微软雅黑" panose="020B0503020204020204" charset="-122"/>
              </a:rPr>
              <a:t>5</a:t>
            </a:r>
            <a:r>
              <a:rPr kumimoji="0" lang="zh-CN" altLang="en-US" sz="2400" kern="0" dirty="0">
                <a:solidFill>
                  <a:srgbClr val="FFFFFF"/>
                </a:solidFill>
                <a:latin typeface="微软雅黑" panose="020B0503020204020204" charset="-122"/>
                <a:ea typeface="微软雅黑" panose="020B0503020204020204" charset="-122"/>
                <a:cs typeface="微软雅黑" panose="020B0503020204020204" charset="-122"/>
              </a:rPr>
              <a:t>句。</a:t>
            </a:r>
          </a:p>
        </p:txBody>
      </p:sp>
      <p:sp>
        <p:nvSpPr>
          <p:cNvPr id="22537" name="矩形 9"/>
          <p:cNvSpPr>
            <a:spLocks noChangeArrowheads="1"/>
          </p:cNvSpPr>
          <p:nvPr>
            <p:custDataLst>
              <p:tags r:id="rId7"/>
            </p:custDataLst>
          </p:nvPr>
        </p:nvSpPr>
        <p:spPr bwMode="auto">
          <a:xfrm>
            <a:off x="1116013" y="2230755"/>
            <a:ext cx="7200900"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pPr>
            <a:r>
              <a:rPr kumimoji="0" lang="zh-CN" altLang="en-US" sz="1800">
                <a:solidFill>
                  <a:schemeClr val="dk1"/>
                </a:solidFill>
                <a:latin typeface="微软雅黑" panose="020B0503020204020204" charset="-122"/>
                <a:ea typeface="微软雅黑" panose="020B0503020204020204" charset="-122"/>
              </a:rPr>
              <a:t>所以当然是围绕标题来进行阐述</a:t>
            </a:r>
            <a:endParaRPr kumimoji="0" lang="en-US" altLang="zh-CN" sz="1800">
              <a:solidFill>
                <a:schemeClr val="dk1"/>
              </a:solidFill>
              <a:latin typeface="微软雅黑" panose="020B0503020204020204" charset="-122"/>
              <a:ea typeface="微软雅黑" panose="020B0503020204020204" charset="-122"/>
            </a:endParaRPr>
          </a:p>
          <a:p>
            <a:pPr eaLnBrk="1" hangingPunct="1">
              <a:spcBef>
                <a:spcPts val="0"/>
              </a:spcBef>
            </a:pPr>
            <a:r>
              <a:rPr kumimoji="0" lang="zh-CN" altLang="en-US" sz="1800">
                <a:solidFill>
                  <a:schemeClr val="dk1"/>
                </a:solidFill>
                <a:latin typeface="微软雅黑" panose="020B0503020204020204" charset="-122"/>
                <a:ea typeface="微软雅黑" panose="020B0503020204020204" charset="-122"/>
              </a:rPr>
              <a:t>摘要，作为精简的全文，每一句话都应该有独立的意义，每一句话都不是废话。</a:t>
            </a:r>
          </a:p>
        </p:txBody>
      </p:sp>
      <p:sp>
        <p:nvSpPr>
          <p:cNvPr id="22538" name="矩形 10"/>
          <p:cNvSpPr>
            <a:spLocks noChangeArrowheads="1"/>
          </p:cNvSpPr>
          <p:nvPr/>
        </p:nvSpPr>
        <p:spPr bwMode="auto">
          <a:xfrm>
            <a:off x="1116013" y="4246880"/>
            <a:ext cx="15544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1800" b="1">
                <a:solidFill>
                  <a:srgbClr val="000000"/>
                </a:solidFill>
                <a:latin typeface="微软雅黑" panose="020B0503020204020204" charset="-122"/>
                <a:ea typeface="微软雅黑" panose="020B0503020204020204" charset="-122"/>
              </a:rPr>
              <a:t>按句子拆分：</a:t>
            </a:r>
          </a:p>
        </p:txBody>
      </p:sp>
      <p:sp>
        <p:nvSpPr>
          <p:cNvPr id="9" name="Rectangle 2"/>
          <p:cNvSpPr>
            <a:spLocks noGrp="1" noChangeArrowheads="1"/>
          </p:cNvSpPr>
          <p:nvPr>
            <p:custDataLst>
              <p:tags r:id="rId8"/>
            </p:custDataLst>
          </p:nvPr>
        </p:nvSpPr>
        <p:spPr>
          <a:xfrm>
            <a:off x="457200" y="44450"/>
            <a:ext cx="8223250"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36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r>
              <a:rPr lang="zh-CN" altLang="en-US" sz="3600" b="1" dirty="0">
                <a:solidFill>
                  <a:srgbClr val="0033CC"/>
                </a:solidFill>
                <a:effectLst/>
                <a:latin typeface="微软雅黑" panose="020B0503020204020204" charset="-122"/>
                <a:ea typeface="微软雅黑" panose="020B0503020204020204" charset="-122"/>
                <a:cs typeface="微软雅黑" panose="020B0503020204020204" charset="-122"/>
              </a:rPr>
              <a:t>摘要</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537"/>
                                        </p:tgtEl>
                                        <p:attrNameLst>
                                          <p:attrName>style.visibility</p:attrName>
                                        </p:attrNameLst>
                                      </p:cBhvr>
                                      <p:to>
                                        <p:strVal val="visible"/>
                                      </p:to>
                                    </p:set>
                                    <p:animEffect transition="in" filter="blinds(horizontal)">
                                      <p:cBhvr>
                                        <p:cTn id="12" dur="500"/>
                                        <p:tgtEl>
                                          <p:spTgt spid="2253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2538"/>
                                        </p:tgtEl>
                                        <p:attrNameLst>
                                          <p:attrName>style.visibility</p:attrName>
                                        </p:attrNameLst>
                                      </p:cBhvr>
                                      <p:to>
                                        <p:strVal val="visible"/>
                                      </p:to>
                                    </p:set>
                                    <p:anim calcmode="lin" valueType="num">
                                      <p:cBhvr additive="base">
                                        <p:cTn id="22" dur="500" fill="hold"/>
                                        <p:tgtEl>
                                          <p:spTgt spid="22538"/>
                                        </p:tgtEl>
                                        <p:attrNameLst>
                                          <p:attrName>ppt_x</p:attrName>
                                        </p:attrNameLst>
                                      </p:cBhvr>
                                      <p:tavLst>
                                        <p:tav tm="0">
                                          <p:val>
                                            <p:strVal val="#ppt_x"/>
                                          </p:val>
                                        </p:tav>
                                        <p:tav tm="100000">
                                          <p:val>
                                            <p:strVal val="#ppt_x"/>
                                          </p:val>
                                        </p:tav>
                                      </p:tavLst>
                                    </p:anim>
                                    <p:anim calcmode="lin" valueType="num">
                                      <p:cBhvr additive="base">
                                        <p:cTn id="23" dur="500" fill="hold"/>
                                        <p:tgtEl>
                                          <p:spTgt spid="22538"/>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500" fill="hold"/>
                                        <p:tgtEl>
                                          <p:spTgt spid="4"/>
                                        </p:tgtEl>
                                        <p:attrNameLst>
                                          <p:attrName>ppt_x</p:attrName>
                                        </p:attrNameLst>
                                      </p:cBhvr>
                                      <p:tavLst>
                                        <p:tav tm="0">
                                          <p:val>
                                            <p:strVal val="#ppt_x"/>
                                          </p:val>
                                        </p:tav>
                                        <p:tav tm="100000">
                                          <p:val>
                                            <p:strVal val="#ppt_x"/>
                                          </p:val>
                                        </p:tav>
                                      </p:tavLst>
                                    </p:anim>
                                    <p:anim calcmode="lin" valueType="num">
                                      <p:cBhvr additive="base">
                                        <p:cTn id="3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6" grpId="0" bldLvl="0" animBg="1"/>
      <p:bldP spid="6" grpId="1" animBg="1"/>
      <p:bldP spid="7" grpId="0"/>
      <p:bldP spid="7" grpId="1"/>
      <p:bldP spid="8" grpId="0" bldLvl="0" animBg="1"/>
      <p:bldP spid="8" grpId="1" animBg="1"/>
      <p:bldP spid="22537" grpId="0"/>
      <p:bldP spid="22537" grpId="1"/>
      <p:bldP spid="22538" grpId="0"/>
      <p:bldP spid="22538" grpId="1"/>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2"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23556" name="矩形 3"/>
          <p:cNvSpPr>
            <a:spLocks noChangeArrowheads="1"/>
          </p:cNvSpPr>
          <p:nvPr/>
        </p:nvSpPr>
        <p:spPr bwMode="auto">
          <a:xfrm>
            <a:off x="827088" y="981075"/>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4.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摘要怎么写？</a:t>
            </a:r>
          </a:p>
        </p:txBody>
      </p:sp>
      <p:sp>
        <p:nvSpPr>
          <p:cNvPr id="7" name="矩形 6"/>
          <p:cNvSpPr/>
          <p:nvPr>
            <p:custDataLst>
              <p:tags r:id="rId4"/>
            </p:custDataLst>
          </p:nvPr>
        </p:nvSpPr>
        <p:spPr>
          <a:xfrm>
            <a:off x="395288" y="1484630"/>
            <a:ext cx="4105275" cy="719138"/>
          </a:xfrm>
          <a:prstGeom prst="rect">
            <a:avLst/>
          </a:prstGeom>
          <a:solidFill>
            <a:schemeClr val="accent2"/>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cs typeface="微软雅黑" panose="020B0503020204020204" charset="-122"/>
              </a:rPr>
              <a:t>举例</a:t>
            </a:r>
            <a:r>
              <a:rPr kumimoji="0" lang="en-US" altLang="zh-CN" sz="1800" kern="0" dirty="0">
                <a:solidFill>
                  <a:srgbClr val="FFFFFF"/>
                </a:solidFill>
                <a:latin typeface="微软雅黑" panose="020B0503020204020204" charset="-122"/>
                <a:ea typeface="微软雅黑" panose="020B0503020204020204" charset="-122"/>
                <a:cs typeface="微软雅黑" panose="020B0503020204020204" charset="-122"/>
              </a:rPr>
              <a:t>1</a:t>
            </a:r>
          </a:p>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cs typeface="微软雅黑" panose="020B0503020204020204" charset="-122"/>
              </a:rPr>
              <a:t>石墨烯光纤信息与通信器件综述</a:t>
            </a:r>
          </a:p>
        </p:txBody>
      </p:sp>
      <p:sp>
        <p:nvSpPr>
          <p:cNvPr id="23558" name="矩形 7"/>
          <p:cNvSpPr>
            <a:spLocks noChangeArrowheads="1"/>
          </p:cNvSpPr>
          <p:nvPr>
            <p:custDataLst>
              <p:tags r:id="rId5"/>
            </p:custDataLst>
          </p:nvPr>
        </p:nvSpPr>
        <p:spPr bwMode="auto">
          <a:xfrm>
            <a:off x="395605" y="2364105"/>
            <a:ext cx="4105275" cy="283845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zh-CN" sz="1600">
                <a:solidFill>
                  <a:schemeClr val="bg1"/>
                </a:solidFill>
                <a:latin typeface="微软雅黑" panose="020B0503020204020204" charset="-122"/>
                <a:ea typeface="微软雅黑" panose="020B0503020204020204" charset="-122"/>
                <a:cs typeface="Times New Roman" panose="02020603050405020304" pitchFamily="18" charset="0"/>
              </a:rPr>
              <a:t>石墨烯材料的发展连接了光电子学、微纳米技术和材料物理学</a:t>
            </a:r>
            <a:r>
              <a:rPr kumimoji="0" lang="zh-CN" altLang="en-US" sz="1600">
                <a:solidFill>
                  <a:schemeClr val="bg1"/>
                </a:solidFill>
                <a:latin typeface="微软雅黑" panose="020B0503020204020204" charset="-122"/>
                <a:ea typeface="微软雅黑" panose="020B0503020204020204" charset="-122"/>
                <a:cs typeface="Times New Roman" panose="02020603050405020304" pitchFamily="18" charset="0"/>
              </a:rPr>
              <a:t>，</a:t>
            </a:r>
            <a:r>
              <a:rPr kumimoji="0" lang="zh-CN" altLang="zh-CN" sz="1600">
                <a:solidFill>
                  <a:schemeClr val="bg1"/>
                </a:solidFill>
                <a:latin typeface="微软雅黑" panose="020B0503020204020204" charset="-122"/>
                <a:ea typeface="微软雅黑" panose="020B0503020204020204" charset="-122"/>
                <a:cs typeface="Times New Roman" panose="02020603050405020304" pitchFamily="18" charset="0"/>
              </a:rPr>
              <a:t>作为一种柔性薄膜，其便于组装在光纤光波导平台上。</a:t>
            </a:r>
            <a:endParaRPr kumimoji="0" lang="en-US" altLang="zh-CN" sz="1600">
              <a:solidFill>
                <a:schemeClr val="bg1"/>
              </a:solidFill>
              <a:latin typeface="微软雅黑" panose="020B0503020204020204" charset="-122"/>
              <a:ea typeface="微软雅黑" panose="020B0503020204020204" charset="-122"/>
              <a:cs typeface="Times New Roman" panose="02020603050405020304" pitchFamily="18" charset="0"/>
            </a:endParaRPr>
          </a:p>
          <a:p>
            <a:pPr eaLnBrk="1" hangingPunct="1">
              <a:spcBef>
                <a:spcPts val="0"/>
              </a:spcBef>
              <a:spcAft>
                <a:spcPts val="0"/>
              </a:spcAft>
              <a:buFontTx/>
              <a:buNone/>
            </a:pPr>
            <a:r>
              <a:rPr kumimoji="0" lang="zh-CN" altLang="zh-CN" sz="1600" u="sng">
                <a:solidFill>
                  <a:schemeClr val="bg1"/>
                </a:solidFill>
                <a:latin typeface="微软雅黑" panose="020B0503020204020204" charset="-122"/>
                <a:ea typeface="微软雅黑" panose="020B0503020204020204" charset="-122"/>
                <a:cs typeface="Times New Roman" panose="02020603050405020304" pitchFamily="18" charset="0"/>
              </a:rPr>
              <a:t>近年来</a:t>
            </a:r>
            <a:r>
              <a:rPr kumimoji="0" lang="zh-CN" altLang="zh-CN" sz="1600">
                <a:solidFill>
                  <a:schemeClr val="bg1"/>
                </a:solidFill>
                <a:latin typeface="微软雅黑" panose="020B0503020204020204" charset="-122"/>
                <a:ea typeface="微软雅黑" panose="020B0503020204020204" charset="-122"/>
                <a:cs typeface="Times New Roman" panose="02020603050405020304" pitchFamily="18" charset="0"/>
              </a:rPr>
              <a:t>，基于石墨烯的光纤功能器件以其丰富的功能化，推动着光电子学科的发展。</a:t>
            </a:r>
            <a:endParaRPr kumimoji="0" lang="en-US" altLang="zh-CN" sz="1600">
              <a:solidFill>
                <a:schemeClr val="bg1"/>
              </a:solidFill>
              <a:latin typeface="微软雅黑" panose="020B0503020204020204" charset="-122"/>
              <a:ea typeface="微软雅黑" panose="020B0503020204020204" charset="-122"/>
              <a:cs typeface="Times New Roman" panose="02020603050405020304" pitchFamily="18" charset="0"/>
            </a:endParaRPr>
          </a:p>
          <a:p>
            <a:pPr eaLnBrk="1" hangingPunct="1">
              <a:spcBef>
                <a:spcPts val="0"/>
              </a:spcBef>
              <a:spcAft>
                <a:spcPts val="0"/>
              </a:spcAft>
              <a:buFontTx/>
              <a:buNone/>
            </a:pPr>
            <a:r>
              <a:rPr kumimoji="0" lang="zh-CN" altLang="zh-CN" sz="1600">
                <a:solidFill>
                  <a:schemeClr val="bg1"/>
                </a:solidFill>
                <a:latin typeface="微软雅黑" panose="020B0503020204020204" charset="-122"/>
                <a:ea typeface="微软雅黑" panose="020B0503020204020204" charset="-122"/>
                <a:cs typeface="Times New Roman" panose="02020603050405020304" pitchFamily="18" charset="0"/>
              </a:rPr>
              <a:t>本文重点关注被广泛应用的传感、激光和非线性器件，综述介绍了石墨烯及其相关材料的制备工艺和与光纤结合的方法。</a:t>
            </a:r>
            <a:endParaRPr kumimoji="0" lang="en-US" altLang="zh-CN" sz="1600">
              <a:solidFill>
                <a:schemeClr val="bg1"/>
              </a:solidFill>
              <a:latin typeface="微软雅黑" panose="020B0503020204020204" charset="-122"/>
              <a:ea typeface="微软雅黑" panose="020B0503020204020204" charset="-122"/>
              <a:cs typeface="Times New Roman" panose="02020603050405020304" pitchFamily="18" charset="0"/>
            </a:endParaRPr>
          </a:p>
          <a:p>
            <a:pPr eaLnBrk="1" hangingPunct="1">
              <a:spcBef>
                <a:spcPts val="0"/>
              </a:spcBef>
              <a:buFontTx/>
              <a:buNone/>
            </a:pPr>
            <a:r>
              <a:rPr kumimoji="0" lang="zh-CN" altLang="zh-CN" sz="1600">
                <a:solidFill>
                  <a:schemeClr val="bg1"/>
                </a:solidFill>
                <a:latin typeface="微软雅黑" panose="020B0503020204020204" charset="-122"/>
                <a:ea typeface="微软雅黑" panose="020B0503020204020204" charset="-122"/>
                <a:cs typeface="Times New Roman" panose="02020603050405020304" pitchFamily="18" charset="0"/>
              </a:rPr>
              <a:t>通过对国内外相关研究成果进行综述，充分展现了石墨烯光纤器件的性能和应用优势。</a:t>
            </a:r>
          </a:p>
        </p:txBody>
      </p:sp>
      <p:sp>
        <p:nvSpPr>
          <p:cNvPr id="10" name="矩形 9"/>
          <p:cNvSpPr/>
          <p:nvPr>
            <p:custDataLst>
              <p:tags r:id="rId6"/>
            </p:custDataLst>
          </p:nvPr>
        </p:nvSpPr>
        <p:spPr>
          <a:xfrm>
            <a:off x="4746625" y="1485900"/>
            <a:ext cx="4288790" cy="719455"/>
          </a:xfrm>
          <a:prstGeom prst="rect">
            <a:avLst/>
          </a:prstGeom>
          <a:solidFill>
            <a:srgbClr val="00B050"/>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cs typeface="微软雅黑" panose="020B0503020204020204" charset="-122"/>
              </a:rPr>
              <a:t>举例</a:t>
            </a:r>
            <a:r>
              <a:rPr kumimoji="0" lang="en-US" altLang="zh-CN" sz="1800" kern="0" dirty="0">
                <a:solidFill>
                  <a:srgbClr val="FFFFFF"/>
                </a:solidFill>
                <a:latin typeface="微软雅黑" panose="020B0503020204020204" charset="-122"/>
                <a:ea typeface="微软雅黑" panose="020B0503020204020204" charset="-122"/>
                <a:cs typeface="微软雅黑" panose="020B0503020204020204" charset="-122"/>
              </a:rPr>
              <a:t>2</a:t>
            </a:r>
          </a:p>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cs typeface="微软雅黑" panose="020B0503020204020204" charset="-122"/>
              </a:rPr>
              <a:t>雷达前向散射信号处理技术综述</a:t>
            </a:r>
          </a:p>
        </p:txBody>
      </p:sp>
      <p:sp>
        <p:nvSpPr>
          <p:cNvPr id="23560" name="矩形 10"/>
          <p:cNvSpPr>
            <a:spLocks noChangeArrowheads="1"/>
          </p:cNvSpPr>
          <p:nvPr>
            <p:custDataLst>
              <p:tags r:id="rId7"/>
            </p:custDataLst>
          </p:nvPr>
        </p:nvSpPr>
        <p:spPr bwMode="auto">
          <a:xfrm>
            <a:off x="4747260" y="2374900"/>
            <a:ext cx="4288790" cy="2799715"/>
          </a:xfrm>
          <a:prstGeom prst="rect">
            <a:avLst/>
          </a:prstGeom>
          <a:solidFill>
            <a:srgbClr val="00B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1600">
                <a:solidFill>
                  <a:schemeClr val="bg1"/>
                </a:solidFill>
                <a:latin typeface="微软雅黑" panose="020B0503020204020204" charset="-122"/>
                <a:ea typeface="微软雅黑" panose="020B0503020204020204" charset="-122"/>
                <a:cs typeface="微软雅黑" panose="020B0503020204020204" charset="-122"/>
              </a:rPr>
              <a:t>雷达技术被广泛的应用在国防安全、空间探索、自动驾驶等关键应用中，支撑着当代信息网络的发展</a:t>
            </a:r>
            <a:r>
              <a:rPr kumimoji="0" lang="zh-CN" altLang="zh-CN" sz="1600">
                <a:solidFill>
                  <a:schemeClr val="bg1"/>
                </a:solidFill>
                <a:latin typeface="微软雅黑" panose="020B0503020204020204" charset="-122"/>
                <a:ea typeface="微软雅黑" panose="020B0503020204020204" charset="-122"/>
                <a:cs typeface="微软雅黑" panose="020B0503020204020204" charset="-122"/>
              </a:rPr>
              <a:t>。</a:t>
            </a:r>
            <a:endParaRPr kumimoji="0" lang="en-US" altLang="zh-CN" sz="1600">
              <a:solidFill>
                <a:schemeClr val="bg1"/>
              </a:solidFill>
              <a:latin typeface="微软雅黑" panose="020B0503020204020204" charset="-122"/>
              <a:ea typeface="微软雅黑" panose="020B0503020204020204" charset="-122"/>
              <a:cs typeface="微软雅黑" panose="020B0503020204020204" charset="-122"/>
            </a:endParaRPr>
          </a:p>
          <a:p>
            <a:pPr eaLnBrk="1" hangingPunct="1">
              <a:spcBef>
                <a:spcPts val="0"/>
              </a:spcBef>
              <a:spcAft>
                <a:spcPts val="0"/>
              </a:spcAft>
              <a:buFontTx/>
              <a:buNone/>
            </a:pPr>
            <a:r>
              <a:rPr kumimoji="0" lang="zh-CN" altLang="zh-CN" sz="1600">
                <a:solidFill>
                  <a:schemeClr val="bg1"/>
                </a:solidFill>
                <a:latin typeface="微软雅黑" panose="020B0503020204020204" charset="-122"/>
                <a:ea typeface="微软雅黑" panose="020B0503020204020204" charset="-122"/>
                <a:cs typeface="微软雅黑" panose="020B0503020204020204" charset="-122"/>
              </a:rPr>
              <a:t>近年来，</a:t>
            </a:r>
            <a:r>
              <a:rPr kumimoji="0" lang="zh-CN" altLang="en-US" sz="1600">
                <a:solidFill>
                  <a:schemeClr val="bg1"/>
                </a:solidFill>
                <a:latin typeface="微软雅黑" panose="020B0503020204020204" charset="-122"/>
                <a:ea typeface="微软雅黑" panose="020B0503020204020204" charset="-122"/>
                <a:cs typeface="微软雅黑" panose="020B0503020204020204" charset="-122"/>
              </a:rPr>
              <a:t>基于前向散射的雷达技术体现出越来越多的技术优势，比如</a:t>
            </a:r>
            <a:r>
              <a:rPr kumimoji="0" lang="en-US" altLang="zh-CN" sz="1600">
                <a:solidFill>
                  <a:schemeClr val="bg1"/>
                </a:solidFill>
                <a:latin typeface="微软雅黑" panose="020B0503020204020204" charset="-122"/>
                <a:ea typeface="微软雅黑" panose="020B0503020204020204" charset="-122"/>
                <a:cs typeface="微软雅黑" panose="020B0503020204020204" charset="-122"/>
              </a:rPr>
              <a:t>……</a:t>
            </a:r>
            <a:r>
              <a:rPr kumimoji="0" lang="zh-CN" altLang="zh-CN" sz="1600">
                <a:solidFill>
                  <a:schemeClr val="bg1"/>
                </a:solidFill>
                <a:latin typeface="微软雅黑" panose="020B0503020204020204" charset="-122"/>
                <a:ea typeface="微软雅黑" panose="020B0503020204020204" charset="-122"/>
                <a:cs typeface="微软雅黑" panose="020B0503020204020204" charset="-122"/>
              </a:rPr>
              <a:t>。</a:t>
            </a:r>
            <a:endParaRPr kumimoji="0" lang="en-US" altLang="zh-CN" sz="1600">
              <a:solidFill>
                <a:schemeClr val="bg1"/>
              </a:solidFill>
              <a:latin typeface="微软雅黑" panose="020B0503020204020204" charset="-122"/>
              <a:ea typeface="微软雅黑" panose="020B0503020204020204" charset="-122"/>
              <a:cs typeface="微软雅黑" panose="020B0503020204020204" charset="-122"/>
            </a:endParaRPr>
          </a:p>
          <a:p>
            <a:pPr eaLnBrk="1" hangingPunct="1">
              <a:spcBef>
                <a:spcPts val="0"/>
              </a:spcBef>
              <a:spcAft>
                <a:spcPts val="0"/>
              </a:spcAft>
              <a:buFontTx/>
              <a:buNone/>
            </a:pPr>
            <a:r>
              <a:rPr kumimoji="0" lang="zh-CN" altLang="en-US" sz="1600">
                <a:solidFill>
                  <a:schemeClr val="bg1"/>
                </a:solidFill>
                <a:latin typeface="微软雅黑" panose="020B0503020204020204" charset="-122"/>
                <a:ea typeface="微软雅黑" panose="020B0503020204020204" charset="-122"/>
                <a:cs typeface="微软雅黑" panose="020B0503020204020204" charset="-122"/>
              </a:rPr>
              <a:t>相比于后向散射，雷达前向散射信号的解析复杂程度更高</a:t>
            </a:r>
            <a:r>
              <a:rPr kumimoji="0" lang="zh-CN" altLang="zh-CN" sz="1600">
                <a:solidFill>
                  <a:schemeClr val="bg1"/>
                </a:solidFill>
                <a:latin typeface="微软雅黑" panose="020B0503020204020204" charset="-122"/>
                <a:ea typeface="微软雅黑" panose="020B0503020204020204" charset="-122"/>
                <a:cs typeface="微软雅黑" panose="020B0503020204020204" charset="-122"/>
              </a:rPr>
              <a:t>。</a:t>
            </a:r>
            <a:r>
              <a:rPr kumimoji="0" lang="zh-CN" altLang="en-US" sz="1600">
                <a:solidFill>
                  <a:schemeClr val="bg1"/>
                </a:solidFill>
                <a:latin typeface="微软雅黑" panose="020B0503020204020204" charset="-122"/>
                <a:ea typeface="微软雅黑" panose="020B0503020204020204" charset="-122"/>
                <a:cs typeface="微软雅黑" panose="020B0503020204020204" charset="-122"/>
              </a:rPr>
              <a:t>近年来，该方向的研究成为雷达信号处理的热点。</a:t>
            </a:r>
            <a:endParaRPr kumimoji="0" lang="en-US" altLang="zh-CN" sz="1600">
              <a:solidFill>
                <a:schemeClr val="bg1"/>
              </a:solidFill>
              <a:latin typeface="微软雅黑" panose="020B0503020204020204" charset="-122"/>
              <a:ea typeface="微软雅黑" panose="020B0503020204020204" charset="-122"/>
              <a:cs typeface="微软雅黑" panose="020B0503020204020204" charset="-122"/>
            </a:endParaRPr>
          </a:p>
          <a:p>
            <a:pPr eaLnBrk="1" hangingPunct="1">
              <a:spcBef>
                <a:spcPts val="0"/>
              </a:spcBef>
              <a:buFontTx/>
              <a:buNone/>
            </a:pPr>
            <a:r>
              <a:rPr kumimoji="0" lang="zh-CN" altLang="en-US" sz="1600">
                <a:solidFill>
                  <a:schemeClr val="bg1"/>
                </a:solidFill>
                <a:latin typeface="微软雅黑" panose="020B0503020204020204" charset="-122"/>
                <a:ea typeface="微软雅黑" panose="020B0503020204020204" charset="-122"/>
                <a:cs typeface="微软雅黑" panose="020B0503020204020204" charset="-122"/>
              </a:rPr>
              <a:t>本文</a:t>
            </a:r>
            <a:r>
              <a:rPr kumimoji="0" lang="zh-CN" altLang="zh-CN" sz="1600">
                <a:solidFill>
                  <a:schemeClr val="bg1"/>
                </a:solidFill>
                <a:latin typeface="微软雅黑" panose="020B0503020204020204" charset="-122"/>
                <a:ea typeface="微软雅黑" panose="020B0503020204020204" charset="-122"/>
                <a:cs typeface="微软雅黑" panose="020B0503020204020204" charset="-122"/>
              </a:rPr>
              <a:t>通过对国内外相关研究成果进行综述，</a:t>
            </a:r>
            <a:r>
              <a:rPr kumimoji="0" lang="zh-CN" altLang="en-US" sz="1600">
                <a:solidFill>
                  <a:schemeClr val="bg1"/>
                </a:solidFill>
                <a:latin typeface="微软雅黑" panose="020B0503020204020204" charset="-122"/>
                <a:ea typeface="微软雅黑" panose="020B0503020204020204" charset="-122"/>
                <a:cs typeface="微软雅黑" panose="020B0503020204020204" charset="-122"/>
              </a:rPr>
              <a:t>简要介绍了</a:t>
            </a:r>
            <a:r>
              <a:rPr kumimoji="0" lang="en-US" altLang="zh-CN" sz="1600">
                <a:solidFill>
                  <a:schemeClr val="bg1"/>
                </a:solidFill>
                <a:latin typeface="微软雅黑" panose="020B0503020204020204" charset="-122"/>
                <a:ea typeface="微软雅黑" panose="020B0503020204020204" charset="-122"/>
                <a:cs typeface="微软雅黑" panose="020B0503020204020204" charset="-122"/>
              </a:rPr>
              <a:t>……</a:t>
            </a:r>
            <a:r>
              <a:rPr kumimoji="0" lang="zh-CN" altLang="en-US" sz="1600">
                <a:solidFill>
                  <a:schemeClr val="bg1"/>
                </a:solidFill>
                <a:latin typeface="微软雅黑" panose="020B0503020204020204" charset="-122"/>
                <a:ea typeface="微软雅黑" panose="020B0503020204020204" charset="-122"/>
                <a:cs typeface="微软雅黑" panose="020B0503020204020204" charset="-122"/>
              </a:rPr>
              <a:t>的最新进展，并对不同的技术方案作简单的比较和评价</a:t>
            </a:r>
            <a:r>
              <a:rPr kumimoji="0" lang="zh-CN" altLang="zh-CN" sz="1600">
                <a:solidFill>
                  <a:schemeClr val="bg1"/>
                </a:solidFill>
                <a:latin typeface="微软雅黑" panose="020B0503020204020204" charset="-122"/>
                <a:ea typeface="微软雅黑" panose="020B0503020204020204" charset="-122"/>
                <a:cs typeface="微软雅黑" panose="020B0503020204020204" charset="-122"/>
              </a:rPr>
              <a:t>。</a:t>
            </a:r>
          </a:p>
        </p:txBody>
      </p:sp>
      <p:sp>
        <p:nvSpPr>
          <p:cNvPr id="15" name="矩形 14"/>
          <p:cNvSpPr/>
          <p:nvPr>
            <p:custDataLst>
              <p:tags r:id="rId8"/>
            </p:custDataLst>
          </p:nvPr>
        </p:nvSpPr>
        <p:spPr>
          <a:xfrm>
            <a:off x="2195830" y="5733415"/>
            <a:ext cx="4471670" cy="457835"/>
          </a:xfrm>
          <a:prstGeom prst="rect">
            <a:avLst/>
          </a:prstGeom>
          <a:solidFill>
            <a:schemeClr val="accent2"/>
          </a:solidFill>
        </p:spPr>
        <p:txBody>
          <a:bodyPr wrap="none">
            <a:noAutofit/>
          </a:bodyPr>
          <a:lstStyle/>
          <a:p>
            <a:pPr algn="ctr" defTabSz="457200" eaLnBrk="1" fontAlgn="auto" hangingPunct="1">
              <a:spcBef>
                <a:spcPts val="0"/>
              </a:spcBef>
              <a:spcAft>
                <a:spcPts val="0"/>
              </a:spcAft>
            </a:pPr>
            <a:r>
              <a:rPr kumimoji="0" lang="zh-CN" altLang="en-US" sz="2400" b="1" kern="0" dirty="0">
                <a:solidFill>
                  <a:schemeClr val="bg1"/>
                </a:solidFill>
                <a:latin typeface="微软雅黑" panose="020B0503020204020204" charset="-122"/>
                <a:ea typeface="微软雅黑" panose="020B0503020204020204" charset="-122"/>
                <a:cs typeface="微软雅黑" panose="020B0503020204020204" charset="-122"/>
              </a:rPr>
              <a:t>摘要：简洁、准确、有指示性</a:t>
            </a:r>
          </a:p>
        </p:txBody>
      </p:sp>
      <p:sp>
        <p:nvSpPr>
          <p:cNvPr id="4" name="Rectangle 2"/>
          <p:cNvSpPr>
            <a:spLocks noGrp="1" noChangeArrowheads="1"/>
          </p:cNvSpPr>
          <p:nvPr>
            <p:custDataLst>
              <p:tags r:id="rId9"/>
            </p:custDataLst>
          </p:nvPr>
        </p:nvSpPr>
        <p:spPr>
          <a:xfrm>
            <a:off x="457200" y="44450"/>
            <a:ext cx="8223250"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36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r>
              <a:rPr lang="zh-CN" altLang="en-US" sz="3600" b="1" dirty="0">
                <a:solidFill>
                  <a:srgbClr val="0033CC"/>
                </a:solidFill>
                <a:effectLst/>
                <a:latin typeface="微软雅黑" panose="020B0503020204020204" charset="-122"/>
                <a:ea typeface="微软雅黑" panose="020B0503020204020204" charset="-122"/>
                <a:cs typeface="微软雅黑" panose="020B0503020204020204" charset="-122"/>
              </a:rPr>
              <a:t>摘要</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3558"/>
                                        </p:tgtEl>
                                        <p:attrNameLst>
                                          <p:attrName>style.visibility</p:attrName>
                                        </p:attrNameLst>
                                      </p:cBhvr>
                                      <p:to>
                                        <p:strVal val="visible"/>
                                      </p:to>
                                    </p:set>
                                    <p:animEffect transition="in" filter="blinds(horizontal)">
                                      <p:cBhvr>
                                        <p:cTn id="10" dur="500"/>
                                        <p:tgtEl>
                                          <p:spTgt spid="23558"/>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3560"/>
                                        </p:tgtEl>
                                        <p:attrNameLst>
                                          <p:attrName>style.visibility</p:attrName>
                                        </p:attrNameLst>
                                      </p:cBhvr>
                                      <p:to>
                                        <p:strVal val="visible"/>
                                      </p:to>
                                    </p:set>
                                    <p:anim calcmode="lin" valueType="num">
                                      <p:cBhvr additive="base">
                                        <p:cTn id="19" dur="500" fill="hold"/>
                                        <p:tgtEl>
                                          <p:spTgt spid="23560"/>
                                        </p:tgtEl>
                                        <p:attrNameLst>
                                          <p:attrName>ppt_x</p:attrName>
                                        </p:attrNameLst>
                                      </p:cBhvr>
                                      <p:tavLst>
                                        <p:tav tm="0">
                                          <p:val>
                                            <p:strVal val="#ppt_x"/>
                                          </p:val>
                                        </p:tav>
                                        <p:tav tm="100000">
                                          <p:val>
                                            <p:strVal val="#ppt_x"/>
                                          </p:val>
                                        </p:tav>
                                      </p:tavLst>
                                    </p:anim>
                                    <p:anim calcmode="lin" valueType="num">
                                      <p:cBhvr additive="base">
                                        <p:cTn id="20" dur="500" fill="hold"/>
                                        <p:tgtEl>
                                          <p:spTgt spid="2356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P spid="23558" grpId="0" bldLvl="0" animBg="1"/>
      <p:bldP spid="23558" grpId="1"/>
      <p:bldP spid="10" grpId="0" bldLvl="0" animBg="1"/>
      <p:bldP spid="10" grpId="1" animBg="1"/>
      <p:bldP spid="23560" grpId="0" bldLvl="0" animBg="1"/>
      <p:bldP spid="23560" grpId="1"/>
      <p:bldP spid="15" grpId="0" bldLvl="0" animBg="1"/>
      <p:bldP spid="15" grpId="1"/>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pic>
        <p:nvPicPr>
          <p:cNvPr id="24580" name="图片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0575" y="2554288"/>
            <a:ext cx="8245475" cy="384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矩形 5"/>
          <p:cNvSpPr>
            <a:spLocks noChangeArrowheads="1"/>
          </p:cNvSpPr>
          <p:nvPr/>
        </p:nvSpPr>
        <p:spPr bwMode="auto">
          <a:xfrm>
            <a:off x="790575" y="898525"/>
            <a:ext cx="863441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5.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综述的引言怎么写？</a:t>
            </a:r>
          </a:p>
        </p:txBody>
      </p:sp>
      <p:pic>
        <p:nvPicPr>
          <p:cNvPr id="24582" name="图片 6"/>
          <p:cNvPicPr>
            <a:picLocks noChangeAspect="1" noChangeArrowheads="1"/>
          </p:cNvPicPr>
          <p:nvPr/>
        </p:nvPicPr>
        <p:blipFill>
          <a:blip r:embed="rId7">
            <a:extLst>
              <a:ext uri="{28A0092B-C50C-407E-A947-70E740481C1C}">
                <a14:useLocalDpi xmlns:a14="http://schemas.microsoft.com/office/drawing/2010/main" val="0"/>
              </a:ext>
            </a:extLst>
          </a:blip>
          <a:srcRect b="39865"/>
          <a:stretch>
            <a:fillRect/>
          </a:stretch>
        </p:blipFill>
        <p:spPr bwMode="auto">
          <a:xfrm>
            <a:off x="790575" y="1474788"/>
            <a:ext cx="3781425"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连接符 2"/>
          <p:cNvCxnSpPr/>
          <p:nvPr/>
        </p:nvCxnSpPr>
        <p:spPr>
          <a:xfrm>
            <a:off x="940435" y="4842510"/>
            <a:ext cx="7879715" cy="26670"/>
          </a:xfrm>
          <a:prstGeom prst="line">
            <a:avLst/>
          </a:prstGeom>
        </p:spPr>
        <p:style>
          <a:lnRef idx="2">
            <a:schemeClr val="accent1"/>
          </a:lnRef>
          <a:fillRef idx="0">
            <a:srgbClr val="FFFFFF"/>
          </a:fillRef>
          <a:effectRef idx="0">
            <a:srgbClr val="FFFFFF"/>
          </a:effectRef>
          <a:fontRef idx="minor">
            <a:schemeClr val="tx1"/>
          </a:fontRef>
        </p:style>
      </p:cxnSp>
      <p:cxnSp>
        <p:nvCxnSpPr>
          <p:cNvPr id="4" name="直接连接符 3"/>
          <p:cNvCxnSpPr/>
          <p:nvPr/>
        </p:nvCxnSpPr>
        <p:spPr>
          <a:xfrm>
            <a:off x="940435" y="5096510"/>
            <a:ext cx="7879715" cy="26670"/>
          </a:xfrm>
          <a:prstGeom prst="line">
            <a:avLst/>
          </a:prstGeom>
        </p:spPr>
        <p:style>
          <a:lnRef idx="2">
            <a:schemeClr val="accent1"/>
          </a:lnRef>
          <a:fillRef idx="0">
            <a:srgbClr val="FFFFFF"/>
          </a:fillRef>
          <a:effectRef idx="0">
            <a:srgbClr val="FFFFFF"/>
          </a:effectRef>
          <a:fontRef idx="minor">
            <a:schemeClr val="tx1"/>
          </a:fontRef>
        </p:style>
      </p:cxnSp>
      <p:cxnSp>
        <p:nvCxnSpPr>
          <p:cNvPr id="5" name="直接连接符 4"/>
          <p:cNvCxnSpPr/>
          <p:nvPr/>
        </p:nvCxnSpPr>
        <p:spPr>
          <a:xfrm>
            <a:off x="940435" y="5350510"/>
            <a:ext cx="6871970" cy="22860"/>
          </a:xfrm>
          <a:prstGeom prst="line">
            <a:avLst/>
          </a:prstGeom>
        </p:spPr>
        <p:style>
          <a:lnRef idx="2">
            <a:schemeClr val="accent1"/>
          </a:lnRef>
          <a:fillRef idx="0">
            <a:srgbClr val="FFFFFF"/>
          </a:fillRef>
          <a:effectRef idx="0">
            <a:srgbClr val="FFFFFF"/>
          </a:effectRef>
          <a:fontRef idx="minor">
            <a:schemeClr val="tx1"/>
          </a:fontRef>
        </p:style>
      </p:cxnSp>
      <p:sp>
        <p:nvSpPr>
          <p:cNvPr id="8" name="Rectangle 2"/>
          <p:cNvSpPr>
            <a:spLocks noGrp="1" noChangeArrowheads="1"/>
          </p:cNvSpPr>
          <p:nvPr>
            <p:custDataLst>
              <p:tags r:id="rId4"/>
            </p:custDataLst>
          </p:nvPr>
        </p:nvSpPr>
        <p:spPr>
          <a:xfrm>
            <a:off x="457200" y="44450"/>
            <a:ext cx="8223250"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36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r>
              <a:rPr lang="zh-CN" altLang="en-US" sz="3600" b="1" dirty="0">
                <a:solidFill>
                  <a:srgbClr val="0033CC"/>
                </a:solidFill>
                <a:effectLst/>
                <a:latin typeface="微软雅黑" panose="020B0503020204020204" charset="-122"/>
                <a:ea typeface="微软雅黑" panose="020B0503020204020204" charset="-122"/>
                <a:cs typeface="微软雅黑" panose="020B0503020204020204" charset="-122"/>
              </a:rPr>
              <a:t>引言</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linds(horizontal)">
                                      <p:cBhvr>
                                        <p:cTn id="11" dur="500"/>
                                        <p:tgtEl>
                                          <p:spTgt spid="4"/>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2"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25604" name="矩形 4"/>
          <p:cNvSpPr>
            <a:spLocks noChangeArrowheads="1"/>
          </p:cNvSpPr>
          <p:nvPr/>
        </p:nvSpPr>
        <p:spPr bwMode="auto">
          <a:xfrm>
            <a:off x="827088" y="868363"/>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5.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综述的引言怎么写？</a:t>
            </a:r>
          </a:p>
        </p:txBody>
      </p:sp>
      <p:pic>
        <p:nvPicPr>
          <p:cNvPr id="25605" name="图片 5"/>
          <p:cNvPicPr>
            <a:picLocks noChangeAspect="1" noChangeArrowheads="1"/>
          </p:cNvPicPr>
          <p:nvPr/>
        </p:nvPicPr>
        <p:blipFill>
          <a:blip r:embed="rId13"/>
          <a:srcRect/>
          <a:stretch>
            <a:fillRect/>
          </a:stretch>
        </p:blipFill>
        <p:spPr bwMode="auto">
          <a:xfrm>
            <a:off x="3924300" y="912813"/>
            <a:ext cx="5129213" cy="591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custDataLst>
              <p:tags r:id="rId4"/>
            </p:custDataLst>
          </p:nvPr>
        </p:nvSpPr>
        <p:spPr>
          <a:xfrm>
            <a:off x="935355" y="1557655"/>
            <a:ext cx="2880995" cy="3189605"/>
          </a:xfrm>
          <a:prstGeom prst="rect">
            <a:avLst/>
          </a:prstGeom>
          <a:solidFill>
            <a:schemeClr val="accent3"/>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引言就是</a:t>
            </a:r>
            <a:endParaRPr kumimoji="0" lang="en-US" altLang="zh-CN" sz="1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摘要第一句和第二句</a:t>
            </a:r>
            <a:endParaRPr kumimoji="0" lang="en-US" altLang="zh-CN" sz="1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的拓展</a:t>
            </a:r>
            <a:endParaRPr kumimoji="0" lang="en-US" altLang="zh-CN" sz="1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endParaRPr kumimoji="0" lang="en-US" altLang="zh-CN" sz="1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r>
              <a:rPr kumimoji="0" lang="zh-CN" altLang="en-US" sz="2000" b="1" kern="0" dirty="0">
                <a:solidFill>
                  <a:srgbClr val="FFFFFF"/>
                </a:solidFill>
                <a:latin typeface="微软雅黑" panose="020B0503020204020204" charset="-122"/>
                <a:ea typeface="微软雅黑" panose="020B0503020204020204" charset="-122"/>
              </a:rPr>
              <a:t>和英语写作要求一样</a:t>
            </a:r>
            <a:endParaRPr kumimoji="0" lang="en-US" altLang="zh-CN" sz="2000" b="1"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r>
              <a:rPr kumimoji="0" lang="zh-CN" altLang="en-US" sz="2000" b="1" kern="0" dirty="0">
                <a:solidFill>
                  <a:srgbClr val="FFFFFF"/>
                </a:solidFill>
                <a:latin typeface="微软雅黑" panose="020B0503020204020204" charset="-122"/>
                <a:ea typeface="微软雅黑" panose="020B0503020204020204" charset="-122"/>
              </a:rPr>
              <a:t>一般是总分格式</a:t>
            </a:r>
            <a:endParaRPr kumimoji="0" lang="en-US" altLang="zh-CN" sz="2000" b="1"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endParaRPr kumimoji="0" lang="en-US" altLang="zh-CN" sz="1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endParaRPr kumimoji="0" lang="en-US" altLang="zh-CN" sz="1800"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r>
              <a:rPr kumimoji="0" lang="zh-CN" altLang="en-US" sz="1800" b="1" kern="0" dirty="0">
                <a:solidFill>
                  <a:srgbClr val="FFFFFF"/>
                </a:solidFill>
                <a:latin typeface="微软雅黑" panose="020B0503020204020204" charset="-122"/>
                <a:ea typeface="微软雅黑" panose="020B0503020204020204" charset="-122"/>
              </a:rPr>
              <a:t>每一段的第一句囊括本段的核心主旨</a:t>
            </a:r>
            <a:endParaRPr kumimoji="0" lang="en-US" altLang="zh-CN" sz="1800" b="1" kern="0" dirty="0">
              <a:solidFill>
                <a:srgbClr val="FFFFFF"/>
              </a:solidFill>
              <a:latin typeface="微软雅黑" panose="020B0503020204020204" charset="-122"/>
              <a:ea typeface="微软雅黑" panose="020B0503020204020204" charset="-122"/>
            </a:endParaRPr>
          </a:p>
          <a:p>
            <a:pPr algn="ctr" defTabSz="457200" eaLnBrk="1" fontAlgn="auto" hangingPunct="1">
              <a:spcBef>
                <a:spcPts val="0"/>
              </a:spcBef>
              <a:spcAft>
                <a:spcPts val="0"/>
              </a:spcAft>
            </a:pPr>
            <a:endParaRPr kumimoji="0" lang="en-US" altLang="zh-CN" sz="1800" b="1" kern="0" dirty="0">
              <a:solidFill>
                <a:srgbClr val="FFFFFF"/>
              </a:solidFill>
              <a:latin typeface="微软雅黑" panose="020B0503020204020204" charset="-122"/>
              <a:ea typeface="微软雅黑" panose="020B0503020204020204" charset="-122"/>
            </a:endParaRPr>
          </a:p>
        </p:txBody>
      </p:sp>
      <p:cxnSp>
        <p:nvCxnSpPr>
          <p:cNvPr id="4" name="直接连接符 3"/>
          <p:cNvCxnSpPr/>
          <p:nvPr>
            <p:custDataLst>
              <p:tags r:id="rId5"/>
            </p:custDataLst>
          </p:nvPr>
        </p:nvCxnSpPr>
        <p:spPr>
          <a:xfrm>
            <a:off x="4211320" y="1299210"/>
            <a:ext cx="4752000" cy="0"/>
          </a:xfrm>
          <a:prstGeom prst="line">
            <a:avLst/>
          </a:prstGeom>
        </p:spPr>
        <p:style>
          <a:lnRef idx="2">
            <a:schemeClr val="accent1"/>
          </a:lnRef>
          <a:fillRef idx="0">
            <a:srgbClr val="FFFFFF"/>
          </a:fillRef>
          <a:effectRef idx="0">
            <a:srgbClr val="FFFFFF"/>
          </a:effectRef>
          <a:fontRef idx="minor">
            <a:schemeClr val="tx1"/>
          </a:fontRef>
        </p:style>
      </p:cxnSp>
      <p:cxnSp>
        <p:nvCxnSpPr>
          <p:cNvPr id="5" name="直接连接符 4"/>
          <p:cNvCxnSpPr/>
          <p:nvPr>
            <p:custDataLst>
              <p:tags r:id="rId6"/>
            </p:custDataLst>
          </p:nvPr>
        </p:nvCxnSpPr>
        <p:spPr>
          <a:xfrm>
            <a:off x="3996055" y="1481455"/>
            <a:ext cx="4968240" cy="0"/>
          </a:xfrm>
          <a:prstGeom prst="line">
            <a:avLst/>
          </a:prstGeom>
        </p:spPr>
        <p:style>
          <a:lnRef idx="2">
            <a:schemeClr val="accent1"/>
          </a:lnRef>
          <a:fillRef idx="0">
            <a:srgbClr val="FFFFFF"/>
          </a:fillRef>
          <a:effectRef idx="0">
            <a:srgbClr val="FFFFFF"/>
          </a:effectRef>
          <a:fontRef idx="minor">
            <a:schemeClr val="tx1"/>
          </a:fontRef>
        </p:style>
      </p:cxnSp>
      <p:cxnSp>
        <p:nvCxnSpPr>
          <p:cNvPr id="8" name="直接连接符 7"/>
          <p:cNvCxnSpPr/>
          <p:nvPr>
            <p:custDataLst>
              <p:tags r:id="rId7"/>
            </p:custDataLst>
          </p:nvPr>
        </p:nvCxnSpPr>
        <p:spPr>
          <a:xfrm flipV="1">
            <a:off x="3996055" y="1629410"/>
            <a:ext cx="2663825" cy="0"/>
          </a:xfrm>
          <a:prstGeom prst="line">
            <a:avLst/>
          </a:prstGeom>
        </p:spPr>
        <p:style>
          <a:lnRef idx="2">
            <a:schemeClr val="accent1"/>
          </a:lnRef>
          <a:fillRef idx="0">
            <a:srgbClr val="FFFFFF"/>
          </a:fillRef>
          <a:effectRef idx="0">
            <a:srgbClr val="FFFFFF"/>
          </a:effectRef>
          <a:fontRef idx="minor">
            <a:schemeClr val="tx1"/>
          </a:fontRef>
        </p:style>
      </p:cxnSp>
      <p:sp>
        <p:nvSpPr>
          <p:cNvPr id="15" name="矩形 14"/>
          <p:cNvSpPr/>
          <p:nvPr>
            <p:custDataLst>
              <p:tags r:id="rId8"/>
            </p:custDataLst>
          </p:nvPr>
        </p:nvSpPr>
        <p:spPr>
          <a:xfrm>
            <a:off x="343535" y="5229225"/>
            <a:ext cx="3335655" cy="595630"/>
          </a:xfrm>
          <a:prstGeom prst="rect">
            <a:avLst/>
          </a:prstGeom>
          <a:solidFill>
            <a:schemeClr val="accent2"/>
          </a:solidFill>
        </p:spPr>
        <p:txBody>
          <a:bodyPr wrap="none">
            <a:noAutofit/>
          </a:bodyPr>
          <a:lstStyle/>
          <a:p>
            <a:pPr algn="ctr" defTabSz="457200" eaLnBrk="1" fontAlgn="auto" hangingPunct="1">
              <a:spcBef>
                <a:spcPts val="0"/>
              </a:spcBef>
              <a:spcAft>
                <a:spcPts val="0"/>
              </a:spcAft>
            </a:pPr>
            <a:r>
              <a:rPr kumimoji="0" lang="zh-CN" altLang="en-US" sz="2400" b="1" kern="0" dirty="0">
                <a:solidFill>
                  <a:schemeClr val="bg1"/>
                </a:solidFill>
                <a:latin typeface="微软雅黑" panose="020B0503020204020204" charset="-122"/>
                <a:ea typeface="微软雅黑" panose="020B0503020204020204" charset="-122"/>
                <a:cs typeface="微软雅黑" panose="020B0503020204020204" charset="-122"/>
              </a:rPr>
              <a:t>还有其他表述方法吗？</a:t>
            </a:r>
          </a:p>
        </p:txBody>
      </p:sp>
      <p:cxnSp>
        <p:nvCxnSpPr>
          <p:cNvPr id="10" name="直接连接符 9"/>
          <p:cNvCxnSpPr/>
          <p:nvPr>
            <p:custDataLst>
              <p:tags r:id="rId9"/>
            </p:custDataLst>
          </p:nvPr>
        </p:nvCxnSpPr>
        <p:spPr>
          <a:xfrm>
            <a:off x="4211320" y="5013325"/>
            <a:ext cx="288925" cy="0"/>
          </a:xfrm>
          <a:prstGeom prst="line">
            <a:avLst/>
          </a:prstGeom>
          <a:ln w="57150">
            <a:solidFill>
              <a:srgbClr val="FF0000"/>
            </a:solidFill>
          </a:ln>
        </p:spPr>
        <p:style>
          <a:lnRef idx="2">
            <a:schemeClr val="accent1"/>
          </a:lnRef>
          <a:fillRef idx="0">
            <a:srgbClr val="FFFFFF"/>
          </a:fillRef>
          <a:effectRef idx="0">
            <a:srgbClr val="FFFFFF"/>
          </a:effectRef>
          <a:fontRef idx="minor">
            <a:schemeClr val="tx1"/>
          </a:fontRef>
        </p:style>
      </p:cxnSp>
      <p:cxnSp>
        <p:nvCxnSpPr>
          <p:cNvPr id="11" name="直接连接符 10"/>
          <p:cNvCxnSpPr/>
          <p:nvPr>
            <p:custDataLst>
              <p:tags r:id="rId10"/>
            </p:custDataLst>
          </p:nvPr>
        </p:nvCxnSpPr>
        <p:spPr>
          <a:xfrm>
            <a:off x="4211955" y="5661025"/>
            <a:ext cx="288925" cy="0"/>
          </a:xfrm>
          <a:prstGeom prst="line">
            <a:avLst/>
          </a:prstGeom>
          <a:ln w="57150">
            <a:solidFill>
              <a:srgbClr val="FF0000"/>
            </a:solidFill>
          </a:ln>
        </p:spPr>
        <p:style>
          <a:lnRef idx="2">
            <a:schemeClr val="accent1"/>
          </a:lnRef>
          <a:fillRef idx="0">
            <a:srgbClr val="FFFFFF"/>
          </a:fillRef>
          <a:effectRef idx="0">
            <a:srgbClr val="FFFFFF"/>
          </a:effectRef>
          <a:fontRef idx="minor">
            <a:schemeClr val="tx1"/>
          </a:fontRef>
        </p:style>
      </p:cxnSp>
      <p:sp>
        <p:nvSpPr>
          <p:cNvPr id="12" name="Rectangle 2"/>
          <p:cNvSpPr>
            <a:spLocks noGrp="1" noChangeArrowheads="1"/>
          </p:cNvSpPr>
          <p:nvPr>
            <p:custDataLst>
              <p:tags r:id="rId11"/>
            </p:custDataLst>
          </p:nvPr>
        </p:nvSpPr>
        <p:spPr>
          <a:xfrm>
            <a:off x="457200" y="44450"/>
            <a:ext cx="8223250"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36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r>
              <a:rPr lang="zh-CN" altLang="en-US" sz="3600" b="1" dirty="0">
                <a:solidFill>
                  <a:srgbClr val="0033CC"/>
                </a:solidFill>
                <a:effectLst/>
                <a:latin typeface="微软雅黑" panose="020B0503020204020204" charset="-122"/>
                <a:ea typeface="微软雅黑" panose="020B0503020204020204" charset="-122"/>
                <a:cs typeface="微软雅黑" panose="020B0503020204020204" charset="-122"/>
              </a:rPr>
              <a:t>引言</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linds(horizontal)">
                                      <p:cBhvr>
                                        <p:cTn id="11" dur="500"/>
                                        <p:tgtEl>
                                          <p:spTgt spid="5"/>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7">
                                            <p:txEl>
                                              <p:pRg st="0" end="0"/>
                                            </p:txEl>
                                          </p:spTgt>
                                        </p:tgtEl>
                                        <p:attrNameLst>
                                          <p:attrName>style.visibility</p:attrName>
                                        </p:attrNameLst>
                                      </p:cBhvr>
                                      <p:to>
                                        <p:strVal val="visible"/>
                                      </p:to>
                                    </p:set>
                                    <p:animEffect transition="in" filter="blinds(horizontal)">
                                      <p:cBhvr>
                                        <p:cTn id="20" dur="500"/>
                                        <p:tgtEl>
                                          <p:spTgt spid="7">
                                            <p:txEl>
                                              <p:pRg st="0" end="0"/>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animEffect transition="in" filter="blinds(horizontal)">
                                      <p:cBhvr>
                                        <p:cTn id="23" dur="500"/>
                                        <p:tgtEl>
                                          <p:spTgt spid="7">
                                            <p:txEl>
                                              <p:pRg st="1" end="1"/>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7">
                                            <p:txEl>
                                              <p:pRg st="2" end="2"/>
                                            </p:txEl>
                                          </p:spTgt>
                                        </p:tgtEl>
                                        <p:attrNameLst>
                                          <p:attrName>style.visibility</p:attrName>
                                        </p:attrNameLst>
                                      </p:cBhvr>
                                      <p:to>
                                        <p:strVal val="visible"/>
                                      </p:to>
                                    </p:set>
                                    <p:animEffect transition="in" filter="blinds(horizontal)">
                                      <p:cBhvr>
                                        <p:cTn id="26" dur="500"/>
                                        <p:tgtEl>
                                          <p:spTgt spid="7">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Effect transition="in" filter="blinds(horizontal)">
                                      <p:cBhvr>
                                        <p:cTn id="31" dur="500"/>
                                        <p:tgtEl>
                                          <p:spTgt spid="7">
                                            <p:txEl>
                                              <p:pRg st="4" end="4"/>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7">
                                            <p:txEl>
                                              <p:pRg st="5" end="5"/>
                                            </p:txEl>
                                          </p:spTgt>
                                        </p:tgtEl>
                                        <p:attrNameLst>
                                          <p:attrName>style.visibility</p:attrName>
                                        </p:attrNameLst>
                                      </p:cBhvr>
                                      <p:to>
                                        <p:strVal val="visible"/>
                                      </p:to>
                                    </p:set>
                                    <p:animEffect transition="in" filter="blinds(horizontal)">
                                      <p:cBhvr>
                                        <p:cTn id="34" dur="500"/>
                                        <p:tgtEl>
                                          <p:spTgt spid="7">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animEffect transition="in" filter="blinds(horizontal)">
                                      <p:cBhvr>
                                        <p:cTn id="39" dur="500"/>
                                        <p:tgtEl>
                                          <p:spTgt spid="7">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additive="base">
                                        <p:cTn id="44" dur="500" fill="hold"/>
                                        <p:tgtEl>
                                          <p:spTgt spid="15"/>
                                        </p:tgtEl>
                                        <p:attrNameLst>
                                          <p:attrName>ppt_x</p:attrName>
                                        </p:attrNameLst>
                                      </p:cBhvr>
                                      <p:tavLst>
                                        <p:tav tm="0">
                                          <p:val>
                                            <p:strVal val="#ppt_x"/>
                                          </p:val>
                                        </p:tav>
                                        <p:tav tm="100000">
                                          <p:val>
                                            <p:strVal val="#ppt_x"/>
                                          </p:val>
                                        </p:tav>
                                      </p:tavLst>
                                    </p:anim>
                                    <p:anim calcmode="lin" valueType="num">
                                      <p:cBhvr additive="base">
                                        <p:cTn id="45" dur="500" fill="hold"/>
                                        <p:tgtEl>
                                          <p:spTgt spid="15"/>
                                        </p:tgtEl>
                                        <p:attrNameLst>
                                          <p:attrName>ppt_y</p:attrName>
                                        </p:attrNameLst>
                                      </p:cBhvr>
                                      <p:tavLst>
                                        <p:tav tm="0">
                                          <p:val>
                                            <p:strVal val="1+#ppt_h/2"/>
                                          </p:val>
                                        </p:tav>
                                        <p:tav tm="100000">
                                          <p:val>
                                            <p:strVal val="#ppt_y"/>
                                          </p:val>
                                        </p:tav>
                                      </p:tavLst>
                                    </p:anim>
                                  </p:childTnLst>
                                </p:cTn>
                              </p:par>
                            </p:childTnLst>
                          </p:cTn>
                        </p:par>
                        <p:par>
                          <p:cTn id="46" fill="hold">
                            <p:stCondLst>
                              <p:cond delay="500"/>
                            </p:stCondLst>
                            <p:childTnLst>
                              <p:par>
                                <p:cTn id="47" presetID="3" presetClass="entr" presetSubtype="10" fill="hold" nodeType="after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blinds(horizontal)">
                                      <p:cBhvr>
                                        <p:cTn id="49" dur="500"/>
                                        <p:tgtEl>
                                          <p:spTgt spid="10"/>
                                        </p:tgtEl>
                                      </p:cBhvr>
                                    </p:animEffect>
                                  </p:childTnLst>
                                </p:cTn>
                              </p:par>
                            </p:childTnLst>
                          </p:cTn>
                        </p:par>
                        <p:par>
                          <p:cTn id="50" fill="hold">
                            <p:stCondLst>
                              <p:cond delay="1000"/>
                            </p:stCondLst>
                            <p:childTnLst>
                              <p:par>
                                <p:cTn id="51" presetID="3" presetClass="entr" presetSubtype="10" fill="hold" nodeType="after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blinds(horizontal)">
                                      <p:cBhvr>
                                        <p:cTn id="5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15" grpId="1"/>
    </p:bld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pic>
        <p:nvPicPr>
          <p:cNvPr id="26628" name="图片 3"/>
          <p:cNvPicPr>
            <a:picLocks noChangeAspect="1" noChangeArrowheads="1"/>
          </p:cNvPicPr>
          <p:nvPr/>
        </p:nvPicPr>
        <p:blipFill>
          <a:blip r:embed="rId9"/>
          <a:srcRect/>
          <a:stretch>
            <a:fillRect/>
          </a:stretch>
        </p:blipFill>
        <p:spPr bwMode="auto">
          <a:xfrm>
            <a:off x="1041400" y="1411288"/>
            <a:ext cx="7913688"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矩形 5"/>
          <p:cNvSpPr>
            <a:spLocks noChangeArrowheads="1"/>
          </p:cNvSpPr>
          <p:nvPr/>
        </p:nvSpPr>
        <p:spPr bwMode="auto">
          <a:xfrm>
            <a:off x="827088" y="908050"/>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5.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综述的引言怎么写？再来举个例子（更短的引言）</a:t>
            </a:r>
          </a:p>
        </p:txBody>
      </p:sp>
      <p:sp>
        <p:nvSpPr>
          <p:cNvPr id="26630" name="矩形 6"/>
          <p:cNvSpPr>
            <a:spLocks noChangeArrowheads="1"/>
          </p:cNvSpPr>
          <p:nvPr/>
        </p:nvSpPr>
        <p:spPr bwMode="auto">
          <a:xfrm>
            <a:off x="4356100" y="5949315"/>
            <a:ext cx="3738880" cy="39878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2000" b="1">
                <a:solidFill>
                  <a:schemeClr val="bg1"/>
                </a:solidFill>
                <a:latin typeface="微软雅黑" panose="020B0503020204020204" charset="-122"/>
                <a:ea typeface="微软雅黑" panose="020B0503020204020204" charset="-122"/>
                <a:cs typeface="Times New Roman" panose="02020603050405020304" pitchFamily="18" charset="0"/>
              </a:rPr>
              <a:t>好引言的境界：让外行也能读懂</a:t>
            </a:r>
          </a:p>
        </p:txBody>
      </p:sp>
      <p:sp>
        <p:nvSpPr>
          <p:cNvPr id="2" name="Rectangle 2"/>
          <p:cNvSpPr>
            <a:spLocks noGrp="1" noChangeArrowheads="1"/>
          </p:cNvSpPr>
          <p:nvPr>
            <p:custDataLst>
              <p:tags r:id="rId4"/>
            </p:custDataLst>
          </p:nvPr>
        </p:nvSpPr>
        <p:spPr>
          <a:xfrm>
            <a:off x="457200" y="44450"/>
            <a:ext cx="8223250"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36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r>
              <a:rPr lang="zh-CN" altLang="en-US" sz="3600" b="1" dirty="0">
                <a:solidFill>
                  <a:srgbClr val="0033CC"/>
                </a:solidFill>
                <a:effectLst/>
                <a:latin typeface="微软雅黑" panose="020B0503020204020204" charset="-122"/>
                <a:ea typeface="微软雅黑" panose="020B0503020204020204" charset="-122"/>
                <a:cs typeface="微软雅黑" panose="020B0503020204020204" charset="-122"/>
              </a:rPr>
              <a:t>引言</a:t>
            </a:r>
          </a:p>
        </p:txBody>
      </p:sp>
      <p:cxnSp>
        <p:nvCxnSpPr>
          <p:cNvPr id="4" name="直接连接符 3"/>
          <p:cNvCxnSpPr/>
          <p:nvPr>
            <p:custDataLst>
              <p:tags r:id="rId5"/>
            </p:custDataLst>
          </p:nvPr>
        </p:nvCxnSpPr>
        <p:spPr>
          <a:xfrm flipV="1">
            <a:off x="1546860" y="2277110"/>
            <a:ext cx="7201535" cy="0"/>
          </a:xfrm>
          <a:prstGeom prst="line">
            <a:avLst/>
          </a:prstGeom>
        </p:spPr>
        <p:style>
          <a:lnRef idx="2">
            <a:schemeClr val="accent1"/>
          </a:lnRef>
          <a:fillRef idx="0">
            <a:srgbClr val="FFFFFF"/>
          </a:fillRef>
          <a:effectRef idx="0">
            <a:srgbClr val="FFFFFF"/>
          </a:effectRef>
          <a:fontRef idx="minor">
            <a:schemeClr val="tx1"/>
          </a:fontRef>
        </p:style>
      </p:cxnSp>
      <p:cxnSp>
        <p:nvCxnSpPr>
          <p:cNvPr id="5" name="直接连接符 4"/>
          <p:cNvCxnSpPr/>
          <p:nvPr>
            <p:custDataLst>
              <p:tags r:id="rId6"/>
            </p:custDataLst>
          </p:nvPr>
        </p:nvCxnSpPr>
        <p:spPr>
          <a:xfrm>
            <a:off x="1259840" y="2708910"/>
            <a:ext cx="7632700" cy="0"/>
          </a:xfrm>
          <a:prstGeom prst="line">
            <a:avLst/>
          </a:prstGeom>
        </p:spPr>
        <p:style>
          <a:lnRef idx="2">
            <a:schemeClr val="accent1"/>
          </a:lnRef>
          <a:fillRef idx="0">
            <a:srgbClr val="FFFFFF"/>
          </a:fillRef>
          <a:effectRef idx="0">
            <a:srgbClr val="FFFFFF"/>
          </a:effectRef>
          <a:fontRef idx="minor">
            <a:schemeClr val="tx1"/>
          </a:fontRef>
        </p:style>
      </p:cxnSp>
      <p:cxnSp>
        <p:nvCxnSpPr>
          <p:cNvPr id="8" name="直接连接符 7"/>
          <p:cNvCxnSpPr/>
          <p:nvPr>
            <p:custDataLst>
              <p:tags r:id="rId7"/>
            </p:custDataLst>
          </p:nvPr>
        </p:nvCxnSpPr>
        <p:spPr>
          <a:xfrm>
            <a:off x="1187450" y="3213100"/>
            <a:ext cx="7705090" cy="0"/>
          </a:xfrm>
          <a:prstGeom prst="line">
            <a:avLst/>
          </a:prstGeom>
        </p:spPr>
        <p:style>
          <a:lnRef idx="2">
            <a:schemeClr val="accent1"/>
          </a:lnRef>
          <a:fillRef idx="0">
            <a:srgbClr val="FFFFFF"/>
          </a:fillRef>
          <a:effectRef idx="0">
            <a:srgbClr val="FFFFFF"/>
          </a:effectRef>
          <a:fontRef idx="minor">
            <a:schemeClr val="tx1"/>
          </a:fontRef>
        </p:style>
      </p:cxn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linds(horizontal)">
                                      <p:cBhvr>
                                        <p:cTn id="11" dur="500"/>
                                        <p:tgtEl>
                                          <p:spTgt spid="5"/>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26630"/>
                                        </p:tgtEl>
                                        <p:attrNameLst>
                                          <p:attrName>style.visibility</p:attrName>
                                        </p:attrNameLst>
                                      </p:cBhvr>
                                      <p:to>
                                        <p:strVal val="visible"/>
                                      </p:to>
                                    </p:set>
                                    <p:anim calcmode="lin" valueType="num">
                                      <p:cBhvr additive="base">
                                        <p:cTn id="20" dur="500" fill="hold"/>
                                        <p:tgtEl>
                                          <p:spTgt spid="26630"/>
                                        </p:tgtEl>
                                        <p:attrNameLst>
                                          <p:attrName>ppt_x</p:attrName>
                                        </p:attrNameLst>
                                      </p:cBhvr>
                                      <p:tavLst>
                                        <p:tav tm="0">
                                          <p:val>
                                            <p:strVal val="#ppt_x"/>
                                          </p:val>
                                        </p:tav>
                                        <p:tav tm="100000">
                                          <p:val>
                                            <p:strVal val="#ppt_x"/>
                                          </p:val>
                                        </p:tav>
                                      </p:tavLst>
                                    </p:anim>
                                    <p:anim calcmode="lin" valueType="num">
                                      <p:cBhvr additive="base">
                                        <p:cTn id="21" dur="500" fill="hold"/>
                                        <p:tgtEl>
                                          <p:spTgt spid="266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bldLvl="0" animBg="1"/>
      <p:bldP spid="26630" grpId="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914400" y="635000"/>
            <a:ext cx="7315200" cy="2143125"/>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你喜欢看短的引言，还是一个长的引言？</a:t>
            </a:r>
          </a:p>
        </p:txBody>
      </p:sp>
      <p:sp>
        <p:nvSpPr>
          <p:cNvPr id="6" name="文本框 5"/>
          <p:cNvSpPr txBox="1"/>
          <p:nvPr>
            <p:custDataLst>
              <p:tags r:id="rId3"/>
            </p:custDataLst>
          </p:nvPr>
        </p:nvSpPr>
        <p:spPr>
          <a:xfrm>
            <a:off x="1828800" y="2785745"/>
            <a:ext cx="64008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短而简介的</a:t>
            </a:r>
          </a:p>
        </p:txBody>
      </p:sp>
      <p:sp>
        <p:nvSpPr>
          <p:cNvPr id="7" name="文本框 6"/>
          <p:cNvSpPr txBox="1"/>
          <p:nvPr>
            <p:custDataLst>
              <p:tags r:id="rId4"/>
            </p:custDataLst>
          </p:nvPr>
        </p:nvSpPr>
        <p:spPr>
          <a:xfrm>
            <a:off x="1828800" y="3642995"/>
            <a:ext cx="64008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长而详细的</a:t>
            </a:r>
          </a:p>
        </p:txBody>
      </p:sp>
      <p:sp>
        <p:nvSpPr>
          <p:cNvPr id="10" name="椭圆 9"/>
          <p:cNvSpPr>
            <a:spLocks noChangeAspect="1"/>
          </p:cNvSpPr>
          <p:nvPr>
            <p:custDataLst>
              <p:tags r:id="rId5"/>
            </p:custDataLst>
          </p:nvPr>
        </p:nvSpPr>
        <p:spPr>
          <a:xfrm>
            <a:off x="1114425" y="2849880"/>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marL="0" indent="0" algn="ctr"/>
            <a:r>
              <a:rPr lang="zh-CN" altLang="en-US" sz="1600">
                <a:solidFill>
                  <a:srgbClr val="FFFFFF"/>
                </a:solidFill>
                <a:latin typeface="微软雅黑" panose="020B0503020204020204" charset="-122"/>
                <a:ea typeface="微软雅黑" panose="020B0503020204020204" charset="-122"/>
              </a:rPr>
              <a:t>A</a:t>
            </a:r>
          </a:p>
        </p:txBody>
      </p:sp>
      <p:sp>
        <p:nvSpPr>
          <p:cNvPr id="11" name="椭圆 10"/>
          <p:cNvSpPr>
            <a:spLocks noChangeAspect="1"/>
          </p:cNvSpPr>
          <p:nvPr>
            <p:custDataLst>
              <p:tags r:id="rId6"/>
            </p:custDataLst>
          </p:nvPr>
        </p:nvSpPr>
        <p:spPr>
          <a:xfrm>
            <a:off x="1114425" y="3707130"/>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marL="0" indent="0" algn="ctr"/>
            <a:r>
              <a:rPr lang="zh-CN" altLang="en-US" sz="1600">
                <a:solidFill>
                  <a:srgbClr val="FFFFFF"/>
                </a:solidFill>
                <a:latin typeface="微软雅黑" panose="020B0503020204020204" charset="-122"/>
                <a:ea typeface="微软雅黑" panose="020B0503020204020204" charset="-122"/>
              </a:rPr>
              <a:t>B</a:t>
            </a:r>
          </a:p>
        </p:txBody>
      </p:sp>
      <p:sp>
        <p:nvSpPr>
          <p:cNvPr id="14" name="圆角矩形 13"/>
          <p:cNvSpPr/>
          <p:nvPr>
            <p:custDataLst>
              <p:tags r:id="rId7"/>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grpSp>
        <p:nvGrpSpPr>
          <p:cNvPr id="19" name="组合 18"/>
          <p:cNvGrpSpPr/>
          <p:nvPr>
            <p:custDataLst>
              <p:tags r:id="rId8"/>
            </p:custDataLst>
          </p:nvPr>
        </p:nvGrpSpPr>
        <p:grpSpPr>
          <a:xfrm>
            <a:off x="0" y="0"/>
            <a:ext cx="9144000" cy="635000"/>
            <a:chOff x="0" y="0"/>
            <a:chExt cx="14400" cy="1000"/>
          </a:xfrm>
        </p:grpSpPr>
        <p:sp>
          <p:nvSpPr>
            <p:cNvPr id="15" name="TitleBackground"/>
            <p:cNvSpPr/>
            <p:nvPr>
              <p:custDataLst>
                <p:tags r:id="rId10"/>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 name="ColorBlock"/>
            <p:cNvSpPr/>
            <p:nvPr>
              <p:custDataLst>
                <p:tags r:id="rId11"/>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7" name="TypeText"/>
            <p:cNvSpPr txBox="1"/>
            <p:nvPr>
              <p:custDataLst>
                <p:tags r:id="rId12"/>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投票</a:t>
              </a:r>
            </a:p>
          </p:txBody>
        </p:sp>
        <p:sp>
          <p:nvSpPr>
            <p:cNvPr id="18" name="TipText"/>
            <p:cNvSpPr txBox="1"/>
            <p:nvPr>
              <p:custDataLst>
                <p:tags r:id="rId13"/>
              </p:custDataLst>
            </p:nvPr>
          </p:nvSpPr>
          <p:spPr>
            <a:xfrm>
              <a:off x="188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最多可选1项</a:t>
              </a:r>
            </a:p>
          </p:txBody>
        </p:sp>
      </p:grpSp>
      <p:pic>
        <p:nvPicPr>
          <p:cNvPr id="4" name="图片 3" descr="tmpAF18"/>
          <p:cNvPicPr>
            <a:picLocks noChangeAspect="1"/>
          </p:cNvPicPr>
          <p:nvPr>
            <p:custDataLst>
              <p:tags r:id="rId9"/>
            </p:custDataLst>
          </p:nvPr>
        </p:nvPicPr>
        <p:blipFill>
          <a:blip r:embed="rId15"/>
          <a:stretch>
            <a:fillRect/>
          </a:stretch>
        </p:blipFill>
        <p:spPr>
          <a:xfrm>
            <a:off x="7594600" y="63500"/>
            <a:ext cx="1422400" cy="508000"/>
          </a:xfrm>
          <a:prstGeom prst="rect">
            <a:avLst/>
          </a:prstGeom>
        </p:spPr>
      </p:pic>
    </p:spTree>
    <p:custDataLst>
      <p:tags r:id="rId1"/>
    </p:custData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27652" name="矩形 9"/>
          <p:cNvSpPr>
            <a:spLocks noChangeArrowheads="1"/>
          </p:cNvSpPr>
          <p:nvPr/>
        </p:nvSpPr>
        <p:spPr bwMode="auto">
          <a:xfrm>
            <a:off x="827088" y="908050"/>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6.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正文怎么分段、怎么布局？</a:t>
            </a:r>
          </a:p>
        </p:txBody>
      </p:sp>
      <p:sp>
        <p:nvSpPr>
          <p:cNvPr id="11" name="矩形 10"/>
          <p:cNvSpPr/>
          <p:nvPr>
            <p:custDataLst>
              <p:tags r:id="rId4"/>
            </p:custDataLst>
          </p:nvPr>
        </p:nvSpPr>
        <p:spPr>
          <a:xfrm>
            <a:off x="827088" y="1484313"/>
            <a:ext cx="7200900" cy="720725"/>
          </a:xfrm>
          <a:prstGeom prst="rect">
            <a:avLst/>
          </a:prstGeom>
          <a:solidFill>
            <a:schemeClr val="accent1"/>
          </a:solidFill>
          <a:ln w="12700" cap="flat" cmpd="sng" algn="ctr">
            <a:noFill/>
            <a:prstDash val="solid"/>
            <a:miter lim="800000"/>
          </a:ln>
          <a:effectLst/>
        </p:spPr>
        <p:txBody>
          <a:bodyPr anchor="ctr"/>
          <a:lstStyle/>
          <a:p>
            <a:pPr defTabSz="457200" eaLnBrk="1" fontAlgn="auto" hangingPunct="1">
              <a:spcBef>
                <a:spcPts val="0"/>
              </a:spcBef>
              <a:spcAft>
                <a:spcPts val="0"/>
              </a:spcAft>
            </a:pPr>
            <a:r>
              <a:rPr kumimoji="0" lang="zh-CN" altLang="en-US" sz="2400" kern="0" dirty="0">
                <a:solidFill>
                  <a:srgbClr val="FFFFFF"/>
                </a:solidFill>
                <a:latin typeface="微软雅黑" panose="020B0503020204020204" charset="-122"/>
                <a:ea typeface="微软雅黑" panose="020B0503020204020204" charset="-122"/>
              </a:rPr>
              <a:t>逻辑，或者说程序的核心思想：模块化</a:t>
            </a:r>
          </a:p>
        </p:txBody>
      </p:sp>
      <p:pic>
        <p:nvPicPr>
          <p:cNvPr id="27654" name="图片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2276475"/>
            <a:ext cx="2160587" cy="172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5" name="图片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59113" y="2276475"/>
            <a:ext cx="2665412"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6" name="矩形 13"/>
          <p:cNvSpPr>
            <a:spLocks noChangeArrowheads="1"/>
          </p:cNvSpPr>
          <p:nvPr/>
        </p:nvSpPr>
        <p:spPr bwMode="auto">
          <a:xfrm>
            <a:off x="5867400" y="2420938"/>
            <a:ext cx="292608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1800">
                <a:solidFill>
                  <a:srgbClr val="000000"/>
                </a:solidFill>
                <a:latin typeface="微软雅黑" panose="020B0503020204020204" charset="-122"/>
                <a:ea typeface="微软雅黑" panose="020B0503020204020204" charset="-122"/>
              </a:rPr>
              <a:t>计算机语言的成功，</a:t>
            </a:r>
            <a:endParaRPr kumimoji="0" lang="en-US" altLang="zh-CN" sz="1800">
              <a:solidFill>
                <a:srgbClr val="000000"/>
              </a:solidFill>
              <a:latin typeface="微软雅黑" panose="020B0503020204020204" charset="-122"/>
              <a:ea typeface="微软雅黑" panose="020B0503020204020204" charset="-122"/>
            </a:endParaRPr>
          </a:p>
          <a:p>
            <a:pPr eaLnBrk="1" hangingPunct="1">
              <a:spcBef>
                <a:spcPts val="0"/>
              </a:spcBef>
              <a:spcAft>
                <a:spcPts val="0"/>
              </a:spcAft>
              <a:buFontTx/>
              <a:buNone/>
            </a:pPr>
            <a:r>
              <a:rPr kumimoji="0" lang="zh-CN" altLang="en-US" sz="1800">
                <a:solidFill>
                  <a:srgbClr val="000000"/>
                </a:solidFill>
                <a:latin typeface="微软雅黑" panose="020B0503020204020204" charset="-122"/>
                <a:ea typeface="微软雅黑" panose="020B0503020204020204" charset="-122"/>
              </a:rPr>
              <a:t>就在于模块化的函数调用。</a:t>
            </a:r>
            <a:endParaRPr kumimoji="0" lang="en-US" altLang="zh-CN" sz="1800">
              <a:solidFill>
                <a:srgbClr val="000000"/>
              </a:solidFill>
              <a:latin typeface="微软雅黑" panose="020B0503020204020204" charset="-122"/>
              <a:ea typeface="微软雅黑" panose="020B0503020204020204" charset="-122"/>
            </a:endParaRPr>
          </a:p>
          <a:p>
            <a:pPr eaLnBrk="1" hangingPunct="1">
              <a:spcBef>
                <a:spcPct val="0"/>
              </a:spcBef>
              <a:buFontTx/>
              <a:buNone/>
            </a:pPr>
            <a:endParaRPr kumimoji="0" lang="en-US" altLang="zh-CN" sz="1800">
              <a:solidFill>
                <a:srgbClr val="000000"/>
              </a:solidFill>
              <a:latin typeface="微软雅黑" panose="020B0503020204020204" charset="-122"/>
              <a:ea typeface="微软雅黑" panose="020B0503020204020204" charset="-122"/>
            </a:endParaRPr>
          </a:p>
          <a:p>
            <a:pPr eaLnBrk="1" hangingPunct="1">
              <a:spcBef>
                <a:spcPts val="0"/>
              </a:spcBef>
              <a:spcAft>
                <a:spcPts val="0"/>
              </a:spcAft>
              <a:buFontTx/>
              <a:buNone/>
            </a:pPr>
            <a:r>
              <a:rPr kumimoji="0" lang="zh-CN" altLang="en-US" sz="1800">
                <a:solidFill>
                  <a:srgbClr val="000000"/>
                </a:solidFill>
                <a:latin typeface="微软雅黑" panose="020B0503020204020204" charset="-122"/>
                <a:ea typeface="微软雅黑" panose="020B0503020204020204" charset="-122"/>
              </a:rPr>
              <a:t>科技写作的要则，</a:t>
            </a:r>
            <a:endParaRPr kumimoji="0" lang="en-US" altLang="zh-CN" sz="1800">
              <a:solidFill>
                <a:srgbClr val="000000"/>
              </a:solidFill>
              <a:latin typeface="微软雅黑" panose="020B0503020204020204" charset="-122"/>
              <a:ea typeface="微软雅黑" panose="020B0503020204020204" charset="-122"/>
            </a:endParaRPr>
          </a:p>
          <a:p>
            <a:pPr eaLnBrk="1" hangingPunct="1">
              <a:spcBef>
                <a:spcPts val="0"/>
              </a:spcBef>
              <a:buFontTx/>
              <a:buNone/>
            </a:pPr>
            <a:r>
              <a:rPr kumimoji="0" lang="zh-CN" altLang="en-US" sz="1800">
                <a:solidFill>
                  <a:srgbClr val="000000"/>
                </a:solidFill>
                <a:latin typeface="微软雅黑" panose="020B0503020204020204" charset="-122"/>
                <a:ea typeface="微软雅黑" panose="020B0503020204020204" charset="-122"/>
              </a:rPr>
              <a:t>在于子标题的分级</a:t>
            </a:r>
          </a:p>
        </p:txBody>
      </p:sp>
      <p:sp>
        <p:nvSpPr>
          <p:cNvPr id="15" name="矩形 14"/>
          <p:cNvSpPr/>
          <p:nvPr>
            <p:custDataLst>
              <p:tags r:id="rId5"/>
            </p:custDataLst>
          </p:nvPr>
        </p:nvSpPr>
        <p:spPr>
          <a:xfrm>
            <a:off x="884238" y="4797425"/>
            <a:ext cx="7915275" cy="1398588"/>
          </a:xfrm>
          <a:prstGeom prst="rect">
            <a:avLst/>
          </a:prstGeom>
          <a:solidFill>
            <a:schemeClr val="accent1"/>
          </a:solidFill>
          <a:ln w="12700" cap="flat" cmpd="sng" algn="ctr">
            <a:noFill/>
            <a:prstDash val="solid"/>
            <a:miter lim="800000"/>
          </a:ln>
          <a:effectLst/>
        </p:spPr>
        <p:txBody>
          <a:bodyPr anchor="ctr"/>
          <a:lstStyle/>
          <a:p>
            <a:pPr defTabSz="457200" eaLnBrk="1" fontAlgn="auto" hangingPunct="1">
              <a:spcBef>
                <a:spcPts val="0"/>
              </a:spcBef>
              <a:spcAft>
                <a:spcPts val="0"/>
              </a:spcAft>
            </a:pPr>
            <a:r>
              <a:rPr kumimoji="0" lang="zh-CN" altLang="en-US" sz="2400" kern="0" dirty="0">
                <a:solidFill>
                  <a:srgbClr val="FFFFFF"/>
                </a:solidFill>
                <a:latin typeface="微软雅黑" panose="020B0503020204020204" charset="-122"/>
                <a:ea typeface="微软雅黑" panose="020B0503020204020204" charset="-122"/>
              </a:rPr>
              <a:t>同一级的子标题，呈现并列关系或递进关系；</a:t>
            </a:r>
            <a:endParaRPr kumimoji="0" lang="en-US" altLang="zh-CN" sz="2400" kern="0" dirty="0">
              <a:solidFill>
                <a:srgbClr val="FFFFFF"/>
              </a:solidFill>
              <a:latin typeface="微软雅黑" panose="020B0503020204020204" charset="-122"/>
              <a:ea typeface="微软雅黑" panose="020B0503020204020204" charset="-122"/>
            </a:endParaRPr>
          </a:p>
          <a:p>
            <a:pPr defTabSz="457200" eaLnBrk="1" fontAlgn="auto" hangingPunct="1">
              <a:spcBef>
                <a:spcPts val="0"/>
              </a:spcBef>
              <a:spcAft>
                <a:spcPts val="0"/>
              </a:spcAft>
            </a:pPr>
            <a:r>
              <a:rPr kumimoji="0" lang="zh-CN" altLang="en-US" sz="2400" kern="0" dirty="0">
                <a:solidFill>
                  <a:srgbClr val="FFFFFF"/>
                </a:solidFill>
                <a:latin typeface="微软雅黑" panose="020B0503020204020204" charset="-122"/>
                <a:ea typeface="微软雅黑" panose="020B0503020204020204" charset="-122"/>
              </a:rPr>
              <a:t>不同级的子标题，呈现总分关系或组成关系；</a:t>
            </a:r>
          </a:p>
          <a:p>
            <a:pPr defTabSz="457200" eaLnBrk="1" fontAlgn="auto" hangingPunct="1">
              <a:spcBef>
                <a:spcPts val="0"/>
              </a:spcBef>
              <a:spcAft>
                <a:spcPts val="0"/>
              </a:spcAft>
            </a:pPr>
            <a:r>
              <a:rPr kumimoji="0" lang="zh-CN" altLang="en-US" sz="2400" kern="0" dirty="0">
                <a:solidFill>
                  <a:srgbClr val="FFFFFF"/>
                </a:solidFill>
                <a:latin typeface="微软雅黑" panose="020B0503020204020204" charset="-122"/>
                <a:ea typeface="微软雅黑" panose="020B0503020204020204" charset="-122"/>
              </a:rPr>
              <a:t>在正文的小节前，或末尾段落，需要一个概述或小结。</a:t>
            </a:r>
          </a:p>
        </p:txBody>
      </p:sp>
      <p:sp>
        <p:nvSpPr>
          <p:cNvPr id="2" name="Rectangle 2"/>
          <p:cNvSpPr>
            <a:spLocks noGrp="1" noChangeArrowheads="1"/>
          </p:cNvSpPr>
          <p:nvPr>
            <p:custDataLst>
              <p:tags r:id="rId6"/>
            </p:custDataLst>
          </p:nvPr>
        </p:nvSpPr>
        <p:spPr>
          <a:xfrm>
            <a:off x="323215" y="44450"/>
            <a:ext cx="835723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36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r>
              <a:rPr lang="zh-CN" altLang="en-US" sz="3600" b="1" dirty="0">
                <a:solidFill>
                  <a:srgbClr val="000000"/>
                </a:solidFill>
                <a:effectLst/>
                <a:latin typeface="微软雅黑" panose="020B0503020204020204" charset="-122"/>
                <a:ea typeface="微软雅黑" panose="020B0503020204020204" charset="-122"/>
                <a:cs typeface="微软雅黑" panose="020B0503020204020204" charset="-122"/>
                <a:sym typeface="+mn-ea"/>
              </a:rPr>
              <a:t>：</a:t>
            </a:r>
            <a:r>
              <a:rPr lang="zh-CN" altLang="en-US" sz="3600" b="1" dirty="0">
                <a:solidFill>
                  <a:srgbClr val="0033CC"/>
                </a:solidFill>
                <a:effectLst/>
                <a:latin typeface="微软雅黑" panose="020B0503020204020204" charset="-122"/>
                <a:ea typeface="微软雅黑" panose="020B0503020204020204" charset="-122"/>
                <a:cs typeface="微软雅黑" panose="020B0503020204020204" charset="-122"/>
                <a:sym typeface="+mn-ea"/>
              </a:rPr>
              <a:t>正文结构</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7654"/>
                                        </p:tgtEl>
                                        <p:attrNameLst>
                                          <p:attrName>style.visibility</p:attrName>
                                        </p:attrNameLst>
                                      </p:cBhvr>
                                      <p:to>
                                        <p:strVal val="visible"/>
                                      </p:to>
                                    </p:set>
                                    <p:animEffect transition="in" filter="blinds(horizontal)">
                                      <p:cBhvr>
                                        <p:cTn id="13" dur="500"/>
                                        <p:tgtEl>
                                          <p:spTgt spid="27654"/>
                                        </p:tgtEl>
                                      </p:cBhvr>
                                    </p:animEffect>
                                  </p:childTnLst>
                                </p:cTn>
                              </p:par>
                              <p:par>
                                <p:cTn id="14" presetID="3" presetClass="entr" presetSubtype="10" fill="hold" nodeType="withEffect">
                                  <p:stCondLst>
                                    <p:cond delay="0"/>
                                  </p:stCondLst>
                                  <p:childTnLst>
                                    <p:set>
                                      <p:cBhvr>
                                        <p:cTn id="15" dur="1" fill="hold">
                                          <p:stCondLst>
                                            <p:cond delay="0"/>
                                          </p:stCondLst>
                                        </p:cTn>
                                        <p:tgtEl>
                                          <p:spTgt spid="27655"/>
                                        </p:tgtEl>
                                        <p:attrNameLst>
                                          <p:attrName>style.visibility</p:attrName>
                                        </p:attrNameLst>
                                      </p:cBhvr>
                                      <p:to>
                                        <p:strVal val="visible"/>
                                      </p:to>
                                    </p:set>
                                    <p:animEffect transition="in" filter="blinds(horizontal)">
                                      <p:cBhvr>
                                        <p:cTn id="16" dur="500"/>
                                        <p:tgtEl>
                                          <p:spTgt spid="27655"/>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7656"/>
                                        </p:tgtEl>
                                        <p:attrNameLst>
                                          <p:attrName>style.visibility</p:attrName>
                                        </p:attrNameLst>
                                      </p:cBhvr>
                                      <p:to>
                                        <p:strVal val="visible"/>
                                      </p:to>
                                    </p:set>
                                    <p:animEffect transition="in" filter="blinds(horizontal)">
                                      <p:cBhvr>
                                        <p:cTn id="19" dur="500"/>
                                        <p:tgtEl>
                                          <p:spTgt spid="27656"/>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blinds(horizontal)">
                                      <p:cBhvr>
                                        <p:cTn id="2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27656" grpId="0"/>
      <p:bldP spid="27656" grpId="1"/>
      <p:bldP spid="15" grpId="0" animBg="1"/>
      <p:bldP spid="15" grpId="1" animBg="1"/>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4" name="矩形标注 25"/>
          <p:cNvSpPr/>
          <p:nvPr>
            <p:custDataLst>
              <p:tags r:id="rId4"/>
            </p:custDataLst>
          </p:nvPr>
        </p:nvSpPr>
        <p:spPr>
          <a:xfrm>
            <a:off x="5724525" y="3743325"/>
            <a:ext cx="1727200" cy="1917700"/>
          </a:xfrm>
          <a:prstGeom prst="wedgeRectCallout">
            <a:avLst>
              <a:gd name="adj1" fmla="val -24263"/>
              <a:gd name="adj2" fmla="val -62283"/>
            </a:avLst>
          </a:prstGeom>
          <a:solidFill>
            <a:schemeClr val="accent1"/>
          </a:solidFill>
          <a:ln w="12700" cap="flat" cmpd="sng" algn="ctr">
            <a:no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white"/>
              </a:solidFill>
              <a:latin typeface="微软雅黑" panose="020B0503020204020204" charset="-122"/>
              <a:ea typeface="微软雅黑" panose="020B0503020204020204" charset="-122"/>
            </a:endParaRPr>
          </a:p>
        </p:txBody>
      </p:sp>
      <p:sp>
        <p:nvSpPr>
          <p:cNvPr id="5" name="矩形标注 24"/>
          <p:cNvSpPr/>
          <p:nvPr>
            <p:custDataLst>
              <p:tags r:id="rId5"/>
            </p:custDataLst>
          </p:nvPr>
        </p:nvSpPr>
        <p:spPr>
          <a:xfrm>
            <a:off x="2268538" y="3741738"/>
            <a:ext cx="2951162" cy="1916112"/>
          </a:xfrm>
          <a:prstGeom prst="wedgeRectCallout">
            <a:avLst>
              <a:gd name="adj1" fmla="val -14122"/>
              <a:gd name="adj2" fmla="val -66257"/>
            </a:avLst>
          </a:prstGeom>
          <a:solidFill>
            <a:schemeClr val="accent1"/>
          </a:solidFill>
          <a:ln w="12700" cap="flat" cmpd="sng" algn="ctr">
            <a:no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white"/>
              </a:solidFill>
              <a:latin typeface="微软雅黑" panose="020B0503020204020204" charset="-122"/>
              <a:ea typeface="微软雅黑" panose="020B0503020204020204" charset="-122"/>
            </a:endParaRPr>
          </a:p>
        </p:txBody>
      </p:sp>
      <p:sp>
        <p:nvSpPr>
          <p:cNvPr id="28678" name="矩形 5"/>
          <p:cNvSpPr>
            <a:spLocks noChangeArrowheads="1"/>
          </p:cNvSpPr>
          <p:nvPr/>
        </p:nvSpPr>
        <p:spPr bwMode="auto">
          <a:xfrm>
            <a:off x="900113" y="1052513"/>
            <a:ext cx="8632825" cy="78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6.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正文怎么分段、怎么布局？</a:t>
            </a:r>
            <a:endPar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endParaRPr>
          </a:p>
          <a:p>
            <a:pPr eaLnBrk="1" hangingPunct="1">
              <a:spcBef>
                <a:spcPts val="0"/>
              </a:spcBef>
              <a:spcAft>
                <a:spcPts val="600"/>
              </a:spcAft>
              <a:buFontTx/>
              <a:buNone/>
            </a:pP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（例</a:t>
            </a: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1</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a:t>
            </a:r>
          </a:p>
        </p:txBody>
      </p:sp>
      <p:pic>
        <p:nvPicPr>
          <p:cNvPr id="28679" name="图片 6"/>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900113" y="3097213"/>
            <a:ext cx="857250" cy="4286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8680" name="图片 7"/>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2339975" y="3095625"/>
            <a:ext cx="2714625" cy="3333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8681" name="图片 9"/>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2339975" y="3816350"/>
            <a:ext cx="2009775" cy="257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8682" name="图片 10"/>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2339975" y="4535488"/>
            <a:ext cx="2714625" cy="304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8683" name="图片 11"/>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2339975" y="5256213"/>
            <a:ext cx="2695575" cy="2762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8684" name="图片 12"/>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5940425" y="3095625"/>
            <a:ext cx="2667000" cy="409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4" name="右箭头 18"/>
          <p:cNvSpPr/>
          <p:nvPr/>
        </p:nvSpPr>
        <p:spPr>
          <a:xfrm>
            <a:off x="1766888" y="3079750"/>
            <a:ext cx="573087" cy="287338"/>
          </a:xfrm>
          <a:prstGeom prst="rightArrow">
            <a:avLst/>
          </a:prstGeom>
          <a:solidFill>
            <a:srgbClr val="FFC000">
              <a:lumMod val="60000"/>
              <a:lumOff val="40000"/>
            </a:srgbClr>
          </a:solidFill>
          <a:ln w="12700" cap="flat" cmpd="sng" algn="ctr">
            <a:solidFill>
              <a:sysClr val="windowText" lastClr="000000"/>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white"/>
              </a:solidFill>
              <a:latin typeface="微软雅黑" panose="020B0503020204020204" charset="-122"/>
              <a:ea typeface="微软雅黑" panose="020B0503020204020204" charset="-122"/>
            </a:endParaRPr>
          </a:p>
        </p:txBody>
      </p:sp>
      <p:sp>
        <p:nvSpPr>
          <p:cNvPr id="15" name="右箭头 19"/>
          <p:cNvSpPr/>
          <p:nvPr/>
        </p:nvSpPr>
        <p:spPr>
          <a:xfrm>
            <a:off x="5076825" y="3079750"/>
            <a:ext cx="863600" cy="287338"/>
          </a:xfrm>
          <a:prstGeom prst="rightArrow">
            <a:avLst/>
          </a:prstGeom>
          <a:solidFill>
            <a:srgbClr val="FFC000">
              <a:lumMod val="60000"/>
              <a:lumOff val="40000"/>
            </a:srgbClr>
          </a:solidFill>
          <a:ln w="12700" cap="flat" cmpd="sng" algn="ctr">
            <a:solidFill>
              <a:sysClr val="windowText" lastClr="000000"/>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white"/>
              </a:solidFill>
              <a:latin typeface="微软雅黑" panose="020B0503020204020204" charset="-122"/>
              <a:ea typeface="微软雅黑" panose="020B0503020204020204" charset="-122"/>
            </a:endParaRPr>
          </a:p>
        </p:txBody>
      </p:sp>
      <p:pic>
        <p:nvPicPr>
          <p:cNvPr id="28687" name="图片 15"/>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5940425" y="3816350"/>
            <a:ext cx="1323975" cy="3429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8688" name="图片 16"/>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5940425" y="4535488"/>
            <a:ext cx="1285875" cy="3238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8" name="右箭头 26"/>
          <p:cNvSpPr/>
          <p:nvPr/>
        </p:nvSpPr>
        <p:spPr>
          <a:xfrm rot="5400000">
            <a:off x="3188335" y="4160520"/>
            <a:ext cx="462280" cy="288925"/>
          </a:xfrm>
          <a:prstGeom prst="rightArrow">
            <a:avLst/>
          </a:prstGeom>
          <a:solidFill>
            <a:srgbClr val="FFC000">
              <a:lumMod val="60000"/>
              <a:lumOff val="40000"/>
            </a:srgbClr>
          </a:solidFill>
          <a:ln w="12700" cap="flat" cmpd="sng" algn="ctr">
            <a:solidFill>
              <a:sysClr val="windowText" lastClr="000000"/>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white"/>
              </a:solidFill>
              <a:latin typeface="微软雅黑" panose="020B0503020204020204" charset="-122"/>
              <a:ea typeface="微软雅黑" panose="020B0503020204020204" charset="-122"/>
            </a:endParaRPr>
          </a:p>
        </p:txBody>
      </p:sp>
      <p:sp>
        <p:nvSpPr>
          <p:cNvPr id="19" name="右箭头 27"/>
          <p:cNvSpPr/>
          <p:nvPr/>
        </p:nvSpPr>
        <p:spPr>
          <a:xfrm rot="5400000">
            <a:off x="3221038" y="4913313"/>
            <a:ext cx="396875" cy="288925"/>
          </a:xfrm>
          <a:prstGeom prst="rightArrow">
            <a:avLst/>
          </a:prstGeom>
          <a:solidFill>
            <a:srgbClr val="FFC000">
              <a:lumMod val="60000"/>
              <a:lumOff val="40000"/>
            </a:srgbClr>
          </a:solidFill>
          <a:ln w="12700" cap="flat" cmpd="sng" algn="ctr">
            <a:solidFill>
              <a:sysClr val="windowText" lastClr="000000"/>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white"/>
              </a:solidFill>
              <a:latin typeface="微软雅黑" panose="020B0503020204020204" charset="-122"/>
              <a:ea typeface="微软雅黑" panose="020B0503020204020204" charset="-122"/>
            </a:endParaRPr>
          </a:p>
        </p:txBody>
      </p:sp>
      <p:sp>
        <p:nvSpPr>
          <p:cNvPr id="20" name="右箭头 28"/>
          <p:cNvSpPr/>
          <p:nvPr/>
        </p:nvSpPr>
        <p:spPr>
          <a:xfrm rot="5400000">
            <a:off x="6259513" y="4217988"/>
            <a:ext cx="396875" cy="288925"/>
          </a:xfrm>
          <a:prstGeom prst="rightArrow">
            <a:avLst/>
          </a:prstGeom>
          <a:solidFill>
            <a:srgbClr val="FFC000">
              <a:lumMod val="60000"/>
              <a:lumOff val="40000"/>
            </a:srgbClr>
          </a:solidFill>
          <a:ln w="12700" cap="flat" cmpd="sng" algn="ctr">
            <a:solidFill>
              <a:sysClr val="windowText" lastClr="000000"/>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white"/>
              </a:solidFill>
              <a:latin typeface="微软雅黑" panose="020B0503020204020204" charset="-122"/>
              <a:ea typeface="微软雅黑" panose="020B0503020204020204" charset="-122"/>
            </a:endParaRPr>
          </a:p>
        </p:txBody>
      </p:sp>
      <p:pic>
        <p:nvPicPr>
          <p:cNvPr id="28692" name="图片 20"/>
          <p:cNvPicPr>
            <a:picLocks noChangeAspect="1" noChangeArrowheads="1"/>
          </p:cNvPicPr>
          <p:nvPr/>
        </p:nvPicPr>
        <p:blipFill>
          <a:blip r:embed="rId16">
            <a:extLst>
              <a:ext uri="{28A0092B-C50C-407E-A947-70E740481C1C}">
                <a14:useLocalDpi xmlns:a14="http://schemas.microsoft.com/office/drawing/2010/main" val="0"/>
              </a:ext>
            </a:extLst>
          </a:blip>
          <a:srcRect l="24187" t="4008" r="25774" b="51277"/>
          <a:stretch>
            <a:fillRect/>
          </a:stretch>
        </p:blipFill>
        <p:spPr bwMode="auto">
          <a:xfrm>
            <a:off x="4500563" y="1047750"/>
            <a:ext cx="4319587"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p:cNvSpPr>
            <a:spLocks noGrp="1" noChangeArrowheads="1"/>
          </p:cNvSpPr>
          <p:nvPr>
            <p:custDataLst>
              <p:tags r:id="rId6"/>
            </p:custDataLst>
          </p:nvPr>
        </p:nvSpPr>
        <p:spPr>
          <a:xfrm>
            <a:off x="511810" y="44450"/>
            <a:ext cx="8168640"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36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r>
              <a:rPr lang="zh-CN" altLang="en-US" sz="3600" b="1" dirty="0">
                <a:solidFill>
                  <a:srgbClr val="000000"/>
                </a:solidFill>
                <a:effectLst/>
                <a:latin typeface="微软雅黑" panose="020B0503020204020204" charset="-122"/>
                <a:ea typeface="微软雅黑" panose="020B0503020204020204" charset="-122"/>
                <a:cs typeface="微软雅黑" panose="020B0503020204020204" charset="-122"/>
                <a:sym typeface="+mn-ea"/>
              </a:rPr>
              <a:t>：</a:t>
            </a:r>
            <a:r>
              <a:rPr lang="zh-CN" altLang="en-US" sz="3600" b="1" dirty="0">
                <a:solidFill>
                  <a:srgbClr val="0033CC"/>
                </a:solidFill>
                <a:effectLst/>
                <a:latin typeface="微软雅黑" panose="020B0503020204020204" charset="-122"/>
                <a:ea typeface="微软雅黑" panose="020B0503020204020204" charset="-122"/>
                <a:cs typeface="微软雅黑" panose="020B0503020204020204" charset="-122"/>
                <a:sym typeface="+mn-ea"/>
              </a:rPr>
              <a:t>正文结构</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679"/>
                                        </p:tgtEl>
                                        <p:attrNameLst>
                                          <p:attrName>style.visibility</p:attrName>
                                        </p:attrNameLst>
                                      </p:cBhvr>
                                      <p:to>
                                        <p:strVal val="visible"/>
                                      </p:to>
                                    </p:set>
                                    <p:animEffect transition="in" filter="blinds(horizontal)">
                                      <p:cBhvr>
                                        <p:cTn id="7" dur="500"/>
                                        <p:tgtEl>
                                          <p:spTgt spid="2867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8680"/>
                                        </p:tgtEl>
                                        <p:attrNameLst>
                                          <p:attrName>style.visibility</p:attrName>
                                        </p:attrNameLst>
                                      </p:cBhvr>
                                      <p:to>
                                        <p:strVal val="visible"/>
                                      </p:to>
                                    </p:set>
                                    <p:animEffect transition="in" filter="blinds(horizontal)">
                                      <p:cBhvr>
                                        <p:cTn id="17" dur="500"/>
                                        <p:tgtEl>
                                          <p:spTgt spid="28680"/>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8681"/>
                                        </p:tgtEl>
                                        <p:attrNameLst>
                                          <p:attrName>style.visibility</p:attrName>
                                        </p:attrNameLst>
                                      </p:cBhvr>
                                      <p:to>
                                        <p:strVal val="visible"/>
                                      </p:to>
                                    </p:set>
                                    <p:anim calcmode="lin" valueType="num">
                                      <p:cBhvr additive="base">
                                        <p:cTn id="28" dur="500" fill="hold"/>
                                        <p:tgtEl>
                                          <p:spTgt spid="28681"/>
                                        </p:tgtEl>
                                        <p:attrNameLst>
                                          <p:attrName>ppt_x</p:attrName>
                                        </p:attrNameLst>
                                      </p:cBhvr>
                                      <p:tavLst>
                                        <p:tav tm="0">
                                          <p:val>
                                            <p:strVal val="#ppt_x"/>
                                          </p:val>
                                        </p:tav>
                                        <p:tav tm="100000">
                                          <p:val>
                                            <p:strVal val="#ppt_x"/>
                                          </p:val>
                                        </p:tav>
                                      </p:tavLst>
                                    </p:anim>
                                    <p:anim calcmode="lin" valueType="num">
                                      <p:cBhvr additive="base">
                                        <p:cTn id="29" dur="500" fill="hold"/>
                                        <p:tgtEl>
                                          <p:spTgt spid="28681"/>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 calcmode="lin" valueType="num">
                                      <p:cBhvr additive="base">
                                        <p:cTn id="32" dur="500" fill="hold"/>
                                        <p:tgtEl>
                                          <p:spTgt spid="18"/>
                                        </p:tgtEl>
                                        <p:attrNameLst>
                                          <p:attrName>ppt_x</p:attrName>
                                        </p:attrNameLst>
                                      </p:cBhvr>
                                      <p:tavLst>
                                        <p:tav tm="0">
                                          <p:val>
                                            <p:strVal val="#ppt_x"/>
                                          </p:val>
                                        </p:tav>
                                        <p:tav tm="100000">
                                          <p:val>
                                            <p:strVal val="#ppt_x"/>
                                          </p:val>
                                        </p:tav>
                                      </p:tavLst>
                                    </p:anim>
                                    <p:anim calcmode="lin" valueType="num">
                                      <p:cBhvr additive="base">
                                        <p:cTn id="33"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28682"/>
                                        </p:tgtEl>
                                        <p:attrNameLst>
                                          <p:attrName>style.visibility</p:attrName>
                                        </p:attrNameLst>
                                      </p:cBhvr>
                                      <p:to>
                                        <p:strVal val="visible"/>
                                      </p:to>
                                    </p:set>
                                    <p:anim calcmode="lin" valueType="num">
                                      <p:cBhvr additive="base">
                                        <p:cTn id="38" dur="500" fill="hold"/>
                                        <p:tgtEl>
                                          <p:spTgt spid="28682"/>
                                        </p:tgtEl>
                                        <p:attrNameLst>
                                          <p:attrName>ppt_x</p:attrName>
                                        </p:attrNameLst>
                                      </p:cBhvr>
                                      <p:tavLst>
                                        <p:tav tm="0">
                                          <p:val>
                                            <p:strVal val="#ppt_x"/>
                                          </p:val>
                                        </p:tav>
                                        <p:tav tm="100000">
                                          <p:val>
                                            <p:strVal val="#ppt_x"/>
                                          </p:val>
                                        </p:tav>
                                      </p:tavLst>
                                    </p:anim>
                                    <p:anim calcmode="lin" valueType="num">
                                      <p:cBhvr additive="base">
                                        <p:cTn id="39" dur="500" fill="hold"/>
                                        <p:tgtEl>
                                          <p:spTgt spid="28682"/>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 calcmode="lin" valueType="num">
                                      <p:cBhvr additive="base">
                                        <p:cTn id="42" dur="500" fill="hold"/>
                                        <p:tgtEl>
                                          <p:spTgt spid="19"/>
                                        </p:tgtEl>
                                        <p:attrNameLst>
                                          <p:attrName>ppt_x</p:attrName>
                                        </p:attrNameLst>
                                      </p:cBhvr>
                                      <p:tavLst>
                                        <p:tav tm="0">
                                          <p:val>
                                            <p:strVal val="#ppt_x"/>
                                          </p:val>
                                        </p:tav>
                                        <p:tav tm="100000">
                                          <p:val>
                                            <p:strVal val="#ppt_x"/>
                                          </p:val>
                                        </p:tav>
                                      </p:tavLst>
                                    </p:anim>
                                    <p:anim calcmode="lin" valueType="num">
                                      <p:cBhvr additive="base">
                                        <p:cTn id="43"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28683"/>
                                        </p:tgtEl>
                                        <p:attrNameLst>
                                          <p:attrName>style.visibility</p:attrName>
                                        </p:attrNameLst>
                                      </p:cBhvr>
                                      <p:to>
                                        <p:strVal val="visible"/>
                                      </p:to>
                                    </p:set>
                                    <p:anim calcmode="lin" valueType="num">
                                      <p:cBhvr additive="base">
                                        <p:cTn id="48" dur="500" fill="hold"/>
                                        <p:tgtEl>
                                          <p:spTgt spid="28683"/>
                                        </p:tgtEl>
                                        <p:attrNameLst>
                                          <p:attrName>ppt_x</p:attrName>
                                        </p:attrNameLst>
                                      </p:cBhvr>
                                      <p:tavLst>
                                        <p:tav tm="0">
                                          <p:val>
                                            <p:strVal val="#ppt_x"/>
                                          </p:val>
                                        </p:tav>
                                        <p:tav tm="100000">
                                          <p:val>
                                            <p:strVal val="#ppt_x"/>
                                          </p:val>
                                        </p:tav>
                                      </p:tavLst>
                                    </p:anim>
                                    <p:anim calcmode="lin" valueType="num">
                                      <p:cBhvr additive="base">
                                        <p:cTn id="49" dur="500" fill="hold"/>
                                        <p:tgtEl>
                                          <p:spTgt spid="28683"/>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15"/>
                                        </p:tgtEl>
                                        <p:attrNameLst>
                                          <p:attrName>style.visibility</p:attrName>
                                        </p:attrNameLst>
                                      </p:cBhvr>
                                      <p:to>
                                        <p:strVal val="visible"/>
                                      </p:to>
                                    </p:set>
                                    <p:anim calcmode="lin" valueType="num">
                                      <p:cBhvr additive="base">
                                        <p:cTn id="54" dur="500" fill="hold"/>
                                        <p:tgtEl>
                                          <p:spTgt spid="15"/>
                                        </p:tgtEl>
                                        <p:attrNameLst>
                                          <p:attrName>ppt_x</p:attrName>
                                        </p:attrNameLst>
                                      </p:cBhvr>
                                      <p:tavLst>
                                        <p:tav tm="0">
                                          <p:val>
                                            <p:strVal val="#ppt_x"/>
                                          </p:val>
                                        </p:tav>
                                        <p:tav tm="100000">
                                          <p:val>
                                            <p:strVal val="#ppt_x"/>
                                          </p:val>
                                        </p:tav>
                                      </p:tavLst>
                                    </p:anim>
                                    <p:anim calcmode="lin" valueType="num">
                                      <p:cBhvr additive="base">
                                        <p:cTn id="55"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28684"/>
                                        </p:tgtEl>
                                        <p:attrNameLst>
                                          <p:attrName>style.visibility</p:attrName>
                                        </p:attrNameLst>
                                      </p:cBhvr>
                                      <p:to>
                                        <p:strVal val="visible"/>
                                      </p:to>
                                    </p:set>
                                    <p:animEffect transition="in" filter="blinds(horizontal)">
                                      <p:cBhvr>
                                        <p:cTn id="60" dur="500"/>
                                        <p:tgtEl>
                                          <p:spTgt spid="28684"/>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868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86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14" grpId="0" animBg="1"/>
      <p:bldP spid="14" grpId="1" animBg="1"/>
      <p:bldP spid="15" grpId="0" animBg="1"/>
      <p:bldP spid="15" grpId="1" animBg="1"/>
      <p:bldP spid="18" grpId="0" bldLvl="0" animBg="1"/>
      <p:bldP spid="18" grpId="1" animBg="1"/>
      <p:bldP spid="19" grpId="0" animBg="1"/>
      <p:bldP spid="19" grpId="1" animBg="1"/>
      <p:bldP spid="20" grpId="0" animBg="1"/>
      <p:bldP spid="20" grpId="1" animBg="1"/>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3"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2"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29700" name="矩形 3"/>
          <p:cNvSpPr>
            <a:spLocks noChangeArrowheads="1"/>
          </p:cNvSpPr>
          <p:nvPr/>
        </p:nvSpPr>
        <p:spPr bwMode="auto">
          <a:xfrm>
            <a:off x="827088" y="981075"/>
            <a:ext cx="8634412" cy="78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6.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正文怎么分段、怎么布局？</a:t>
            </a:r>
            <a:endPar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endParaRPr>
          </a:p>
          <a:p>
            <a:pPr eaLnBrk="1" hangingPunct="1">
              <a:spcBef>
                <a:spcPts val="0"/>
              </a:spcBef>
              <a:spcAft>
                <a:spcPts val="600"/>
              </a:spcAft>
              <a:buFontTx/>
              <a:buNone/>
            </a:pP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（例</a:t>
            </a: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2</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a:t>
            </a:r>
          </a:p>
        </p:txBody>
      </p:sp>
      <p:pic>
        <p:nvPicPr>
          <p:cNvPr id="29701" name="图片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38500" y="1557338"/>
            <a:ext cx="5610225"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539433" y="2997200"/>
            <a:ext cx="5185410" cy="2999740"/>
          </a:xfrm>
          <a:prstGeom prst="rect">
            <a:avLst/>
          </a:prstGeom>
        </p:spPr>
        <p:txBody>
          <a:bodyPr wrap="none">
            <a:spAutoFit/>
          </a:bodyPr>
          <a:lstStyle/>
          <a:p>
            <a:pPr defTabSz="457200" eaLnBrk="1" fontAlgn="auto" hangingPunct="1">
              <a:lnSpc>
                <a:spcPct val="150000"/>
              </a:lnSpc>
              <a:spcBef>
                <a:spcPts val="0"/>
              </a:spcBef>
              <a:spcAft>
                <a:spcPts val="0"/>
              </a:spcAft>
            </a:pPr>
            <a:r>
              <a:rPr kumimoji="0" lang="en-US" altLang="zh-CN" sz="1800" b="1" kern="100" dirty="0">
                <a:solidFill>
                  <a:srgbClr val="000000"/>
                </a:solidFill>
                <a:latin typeface="微软雅黑" panose="020B0503020204020204" charset="-122"/>
                <a:ea typeface="微软雅黑" panose="020B0503020204020204" charset="-122"/>
                <a:cs typeface="微软雅黑" panose="020B0503020204020204" charset="-122"/>
              </a:rPr>
              <a:t>1 </a:t>
            </a:r>
            <a:r>
              <a:rPr kumimoji="0" lang="zh-CN" altLang="zh-CN" sz="1800" b="1" kern="100" dirty="0">
                <a:solidFill>
                  <a:srgbClr val="000000"/>
                </a:solidFill>
                <a:latin typeface="微软雅黑" panose="020B0503020204020204" charset="-122"/>
                <a:ea typeface="微软雅黑" panose="020B0503020204020204" charset="-122"/>
                <a:cs typeface="微软雅黑" panose="020B0503020204020204" charset="-122"/>
              </a:rPr>
              <a:t>引 言</a:t>
            </a:r>
            <a:endParaRPr kumimoji="0" lang="en-US" altLang="zh-CN" sz="1800" b="1" kern="100" dirty="0">
              <a:solidFill>
                <a:srgbClr val="000000"/>
              </a:solidFill>
              <a:latin typeface="微软雅黑" panose="020B0503020204020204" charset="-122"/>
              <a:ea typeface="微软雅黑" panose="020B0503020204020204" charset="-122"/>
              <a:cs typeface="微软雅黑" panose="020B0503020204020204" charset="-122"/>
            </a:endParaRPr>
          </a:p>
          <a:p>
            <a:pPr defTabSz="457200" eaLnBrk="1" fontAlgn="auto" hangingPunct="1">
              <a:lnSpc>
                <a:spcPct val="150000"/>
              </a:lnSpc>
              <a:spcBef>
                <a:spcPts val="0"/>
              </a:spcBef>
              <a:spcAft>
                <a:spcPts val="0"/>
              </a:spcAft>
            </a:pPr>
            <a:endParaRPr kumimoji="0" lang="en-US" altLang="zh-CN" sz="1800" kern="100" dirty="0">
              <a:solidFill>
                <a:srgbClr val="000000"/>
              </a:solidFill>
              <a:latin typeface="微软雅黑" panose="020B0503020204020204" charset="-122"/>
              <a:ea typeface="微软雅黑" panose="020B0503020204020204" charset="-122"/>
              <a:cs typeface="微软雅黑" panose="020B0503020204020204" charset="-122"/>
            </a:endParaRPr>
          </a:p>
          <a:p>
            <a:pPr defTabSz="457200" eaLnBrk="1" fontAlgn="auto" hangingPunct="1">
              <a:lnSpc>
                <a:spcPct val="150000"/>
              </a:lnSpc>
              <a:spcBef>
                <a:spcPts val="0"/>
              </a:spcBef>
              <a:spcAft>
                <a:spcPts val="0"/>
              </a:spcAft>
            </a:pPr>
            <a:r>
              <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rPr>
              <a:t>2 </a:t>
            </a:r>
            <a:r>
              <a:rPr kumimoji="0" lang="zh-CN" altLang="zh-CN" sz="1800" dirty="0">
                <a:solidFill>
                  <a:srgbClr val="000000"/>
                </a:solidFill>
                <a:latin typeface="微软雅黑" panose="020B0503020204020204" charset="-122"/>
                <a:ea typeface="微软雅黑" panose="020B0503020204020204" charset="-122"/>
                <a:cs typeface="微软雅黑" panose="020B0503020204020204" charset="-122"/>
              </a:rPr>
              <a:t>基于石墨烯的功能化光纤复合结构及其制备技术</a:t>
            </a:r>
          </a:p>
          <a:p>
            <a:pPr defTabSz="457200" eaLnBrk="1" fontAlgn="auto" hangingPunct="1">
              <a:lnSpc>
                <a:spcPct val="150000"/>
              </a:lnSpc>
              <a:spcBef>
                <a:spcPts val="0"/>
              </a:spcBef>
              <a:spcAft>
                <a:spcPts val="0"/>
              </a:spcAft>
            </a:pPr>
            <a:endParaRPr kumimoji="0" lang="en-US" altLang="zh-CN" sz="1800" kern="100" dirty="0">
              <a:solidFill>
                <a:srgbClr val="000000"/>
              </a:solidFill>
              <a:latin typeface="微软雅黑" panose="020B0503020204020204" charset="-122"/>
              <a:ea typeface="微软雅黑" panose="020B0503020204020204" charset="-122"/>
              <a:cs typeface="微软雅黑" panose="020B0503020204020204" charset="-122"/>
            </a:endParaRPr>
          </a:p>
          <a:p>
            <a:pPr defTabSz="457200" eaLnBrk="1" fontAlgn="auto" hangingPunct="1">
              <a:lnSpc>
                <a:spcPct val="150000"/>
              </a:lnSpc>
              <a:spcBef>
                <a:spcPts val="0"/>
              </a:spcBef>
              <a:spcAft>
                <a:spcPts val="0"/>
              </a:spcAft>
            </a:pPr>
            <a:r>
              <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rPr>
              <a:t>3 </a:t>
            </a:r>
            <a:r>
              <a:rPr kumimoji="0" lang="zh-CN" altLang="zh-CN" sz="1800" dirty="0">
                <a:solidFill>
                  <a:srgbClr val="000000"/>
                </a:solidFill>
                <a:latin typeface="微软雅黑" panose="020B0503020204020204" charset="-122"/>
                <a:ea typeface="微软雅黑" panose="020B0503020204020204" charset="-122"/>
                <a:cs typeface="微软雅黑" panose="020B0503020204020204" charset="-122"/>
              </a:rPr>
              <a:t>基于石墨烯的多功能光纤传感器</a:t>
            </a:r>
            <a:endPar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defTabSz="457200" eaLnBrk="1" fontAlgn="auto" hangingPunct="1">
              <a:lnSpc>
                <a:spcPct val="150000"/>
              </a:lnSpc>
              <a:spcBef>
                <a:spcPts val="0"/>
              </a:spcBef>
              <a:spcAft>
                <a:spcPts val="0"/>
              </a:spcAft>
            </a:pPr>
            <a:endPar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endParaRPr>
          </a:p>
          <a:p>
            <a:pPr defTabSz="457200" eaLnBrk="1" fontAlgn="auto" hangingPunct="1">
              <a:lnSpc>
                <a:spcPct val="150000"/>
              </a:lnSpc>
              <a:spcBef>
                <a:spcPts val="0"/>
              </a:spcBef>
              <a:spcAft>
                <a:spcPts val="0"/>
              </a:spcAft>
            </a:pPr>
            <a:r>
              <a:rPr kumimoji="0" lang="en-US" altLang="zh-CN" sz="1800" dirty="0">
                <a:solidFill>
                  <a:srgbClr val="000000"/>
                </a:solidFill>
                <a:latin typeface="微软雅黑" panose="020B0503020204020204" charset="-122"/>
                <a:ea typeface="微软雅黑" panose="020B0503020204020204" charset="-122"/>
                <a:cs typeface="微软雅黑" panose="020B0503020204020204" charset="-122"/>
              </a:rPr>
              <a:t>4 </a:t>
            </a:r>
            <a:r>
              <a:rPr kumimoji="0" lang="zh-CN" altLang="zh-CN" sz="1800" dirty="0">
                <a:solidFill>
                  <a:srgbClr val="000000"/>
                </a:solidFill>
                <a:latin typeface="微软雅黑" panose="020B0503020204020204" charset="-122"/>
                <a:ea typeface="微软雅黑" panose="020B0503020204020204" charset="-122"/>
                <a:cs typeface="微软雅黑" panose="020B0503020204020204" charset="-122"/>
              </a:rPr>
              <a:t>基于石墨烯的光纤超快激光器及非线性器件</a:t>
            </a:r>
          </a:p>
        </p:txBody>
      </p:sp>
      <p:sp>
        <p:nvSpPr>
          <p:cNvPr id="7" name="左大括号 6"/>
          <p:cNvSpPr/>
          <p:nvPr/>
        </p:nvSpPr>
        <p:spPr>
          <a:xfrm>
            <a:off x="6043613" y="3740150"/>
            <a:ext cx="619125" cy="625475"/>
          </a:xfrm>
          <a:prstGeom prst="leftBrace">
            <a:avLst/>
          </a:prstGeom>
          <a:noFill/>
          <a:ln w="6350" cap="flat" cmpd="sng" algn="ctr">
            <a:solidFill>
              <a:srgbClr val="5B9BD5"/>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black"/>
              </a:solidFill>
              <a:latin typeface="微软雅黑" panose="020B0503020204020204" charset="-122"/>
              <a:ea typeface="微软雅黑" panose="020B0503020204020204" charset="-122"/>
            </a:endParaRPr>
          </a:p>
        </p:txBody>
      </p:sp>
      <p:sp>
        <p:nvSpPr>
          <p:cNvPr id="8" name="左大括号 7"/>
          <p:cNvSpPr/>
          <p:nvPr/>
        </p:nvSpPr>
        <p:spPr>
          <a:xfrm>
            <a:off x="4500563" y="4581525"/>
            <a:ext cx="619125" cy="623888"/>
          </a:xfrm>
          <a:prstGeom prst="leftBrace">
            <a:avLst/>
          </a:prstGeom>
          <a:noFill/>
          <a:ln w="6350" cap="flat" cmpd="sng" algn="ctr">
            <a:solidFill>
              <a:srgbClr val="5B9BD5"/>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black"/>
              </a:solidFill>
              <a:latin typeface="微软雅黑" panose="020B0503020204020204" charset="-122"/>
              <a:ea typeface="微软雅黑" panose="020B0503020204020204" charset="-122"/>
            </a:endParaRPr>
          </a:p>
        </p:txBody>
      </p:sp>
      <p:sp>
        <p:nvSpPr>
          <p:cNvPr id="10" name="左大括号 9"/>
          <p:cNvSpPr/>
          <p:nvPr/>
        </p:nvSpPr>
        <p:spPr>
          <a:xfrm>
            <a:off x="5608638" y="5445125"/>
            <a:ext cx="619125" cy="625475"/>
          </a:xfrm>
          <a:prstGeom prst="leftBrace">
            <a:avLst/>
          </a:prstGeom>
          <a:noFill/>
          <a:ln w="6350" cap="flat" cmpd="sng" algn="ctr">
            <a:solidFill>
              <a:srgbClr val="5B9BD5"/>
            </a:solidFill>
            <a:prstDash val="solid"/>
            <a:miter lim="800000"/>
          </a:ln>
          <a:effectLst/>
        </p:spPr>
        <p:txBody>
          <a:bodyPr anchor="ctr"/>
          <a:lstStyle/>
          <a:p>
            <a:pPr algn="ctr" defTabSz="457200" eaLnBrk="1" fontAlgn="auto" hangingPunct="1">
              <a:spcBef>
                <a:spcPts val="0"/>
              </a:spcBef>
              <a:spcAft>
                <a:spcPts val="0"/>
              </a:spcAft>
            </a:pPr>
            <a:endParaRPr kumimoji="0" lang="zh-CN" altLang="en-US" sz="1800" kern="0">
              <a:solidFill>
                <a:prstClr val="black"/>
              </a:solidFill>
              <a:latin typeface="微软雅黑" panose="020B0503020204020204" charset="-122"/>
              <a:ea typeface="微软雅黑" panose="020B0503020204020204" charset="-122"/>
            </a:endParaRPr>
          </a:p>
        </p:txBody>
      </p:sp>
      <p:sp>
        <p:nvSpPr>
          <p:cNvPr id="29706" name="矩形 10"/>
          <p:cNvSpPr>
            <a:spLocks noChangeArrowheads="1"/>
          </p:cNvSpPr>
          <p:nvPr>
            <p:custDataLst>
              <p:tags r:id="rId4"/>
            </p:custDataLst>
          </p:nvPr>
        </p:nvSpPr>
        <p:spPr bwMode="auto">
          <a:xfrm>
            <a:off x="6662738" y="3556000"/>
            <a:ext cx="1945640"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en-US" altLang="zh-CN" sz="1800">
                <a:solidFill>
                  <a:schemeClr val="dk1"/>
                </a:solidFill>
                <a:latin typeface="微软雅黑" panose="020B0503020204020204" charset="-122"/>
                <a:ea typeface="微软雅黑" panose="020B0503020204020204" charset="-122"/>
                <a:cs typeface="微软雅黑" panose="020B0503020204020204" charset="-122"/>
              </a:rPr>
              <a:t>2.1 </a:t>
            </a:r>
            <a:r>
              <a:rPr kumimoji="0" lang="zh-CN" altLang="en-US" sz="1800">
                <a:solidFill>
                  <a:schemeClr val="dk1"/>
                </a:solidFill>
                <a:latin typeface="微软雅黑" panose="020B0503020204020204" charset="-122"/>
                <a:ea typeface="微软雅黑" panose="020B0503020204020204" charset="-122"/>
                <a:cs typeface="微软雅黑" panose="020B0503020204020204" charset="-122"/>
              </a:rPr>
              <a:t>光纤制备</a:t>
            </a:r>
            <a:endParaRPr kumimoji="0" lang="en-US" altLang="zh-CN" sz="180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spcBef>
                <a:spcPts val="0"/>
              </a:spcBef>
              <a:spcAft>
                <a:spcPts val="0"/>
              </a:spcAft>
              <a:buFontTx/>
              <a:buNone/>
            </a:pPr>
            <a:r>
              <a:rPr kumimoji="0" lang="en-US" altLang="zh-CN" sz="1800">
                <a:solidFill>
                  <a:schemeClr val="dk1"/>
                </a:solidFill>
                <a:latin typeface="微软雅黑" panose="020B0503020204020204" charset="-122"/>
                <a:ea typeface="微软雅黑" panose="020B0503020204020204" charset="-122"/>
                <a:cs typeface="微软雅黑" panose="020B0503020204020204" charset="-122"/>
              </a:rPr>
              <a:t>2.2 </a:t>
            </a:r>
            <a:r>
              <a:rPr kumimoji="0" lang="zh-CN" altLang="en-US" sz="1800">
                <a:solidFill>
                  <a:schemeClr val="dk1"/>
                </a:solidFill>
                <a:latin typeface="微软雅黑" panose="020B0503020204020204" charset="-122"/>
                <a:ea typeface="微软雅黑" panose="020B0503020204020204" charset="-122"/>
                <a:cs typeface="微软雅黑" panose="020B0503020204020204" charset="-122"/>
              </a:rPr>
              <a:t>石墨烯制备</a:t>
            </a:r>
            <a:endParaRPr kumimoji="0" lang="en-US" altLang="zh-CN" sz="180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spcBef>
                <a:spcPts val="0"/>
              </a:spcBef>
              <a:buFontTx/>
              <a:buNone/>
            </a:pPr>
            <a:r>
              <a:rPr kumimoji="0" lang="en-US" altLang="zh-CN" sz="1800">
                <a:solidFill>
                  <a:schemeClr val="dk1"/>
                </a:solidFill>
                <a:latin typeface="微软雅黑" panose="020B0503020204020204" charset="-122"/>
                <a:ea typeface="微软雅黑" panose="020B0503020204020204" charset="-122"/>
                <a:cs typeface="微软雅黑" panose="020B0503020204020204" charset="-122"/>
              </a:rPr>
              <a:t>2.3 </a:t>
            </a:r>
            <a:r>
              <a:rPr kumimoji="0" lang="zh-CN" altLang="en-US" sz="1800">
                <a:solidFill>
                  <a:schemeClr val="dk1"/>
                </a:solidFill>
                <a:latin typeface="微软雅黑" panose="020B0503020204020204" charset="-122"/>
                <a:ea typeface="微软雅黑" panose="020B0503020204020204" charset="-122"/>
                <a:cs typeface="微软雅黑" panose="020B0503020204020204" charset="-122"/>
              </a:rPr>
              <a:t>二者如何组合</a:t>
            </a:r>
          </a:p>
        </p:txBody>
      </p:sp>
      <p:sp>
        <p:nvSpPr>
          <p:cNvPr id="29707" name="矩形 11"/>
          <p:cNvSpPr>
            <a:spLocks noChangeArrowheads="1"/>
          </p:cNvSpPr>
          <p:nvPr>
            <p:custDataLst>
              <p:tags r:id="rId5"/>
            </p:custDataLst>
          </p:nvPr>
        </p:nvSpPr>
        <p:spPr bwMode="auto">
          <a:xfrm>
            <a:off x="5119688" y="4410075"/>
            <a:ext cx="1717040"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en-US" altLang="zh-CN" sz="1800">
                <a:solidFill>
                  <a:schemeClr val="dk1"/>
                </a:solidFill>
                <a:latin typeface="微软雅黑" panose="020B0503020204020204" charset="-122"/>
                <a:ea typeface="微软雅黑" panose="020B0503020204020204" charset="-122"/>
                <a:cs typeface="微软雅黑" panose="020B0503020204020204" charset="-122"/>
              </a:rPr>
              <a:t>3.1 </a:t>
            </a:r>
            <a:r>
              <a:rPr kumimoji="0" lang="zh-CN" altLang="en-US" sz="1800">
                <a:solidFill>
                  <a:schemeClr val="dk1"/>
                </a:solidFill>
                <a:latin typeface="微软雅黑" panose="020B0503020204020204" charset="-122"/>
                <a:ea typeface="微软雅黑" panose="020B0503020204020204" charset="-122"/>
                <a:cs typeface="微软雅黑" panose="020B0503020204020204" charset="-122"/>
              </a:rPr>
              <a:t>物理量传感</a:t>
            </a:r>
            <a:endParaRPr kumimoji="0" lang="en-US" altLang="zh-CN" sz="180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spcBef>
                <a:spcPts val="0"/>
              </a:spcBef>
              <a:spcAft>
                <a:spcPts val="0"/>
              </a:spcAft>
              <a:buFontTx/>
              <a:buNone/>
            </a:pPr>
            <a:r>
              <a:rPr kumimoji="0" lang="en-US" altLang="zh-CN" sz="1800">
                <a:solidFill>
                  <a:schemeClr val="dk1"/>
                </a:solidFill>
                <a:latin typeface="微软雅黑" panose="020B0503020204020204" charset="-122"/>
                <a:ea typeface="微软雅黑" panose="020B0503020204020204" charset="-122"/>
                <a:cs typeface="微软雅黑" panose="020B0503020204020204" charset="-122"/>
              </a:rPr>
              <a:t>3.2 </a:t>
            </a:r>
            <a:r>
              <a:rPr kumimoji="0" lang="zh-CN" altLang="en-US" sz="1800">
                <a:solidFill>
                  <a:schemeClr val="dk1"/>
                </a:solidFill>
                <a:latin typeface="微软雅黑" panose="020B0503020204020204" charset="-122"/>
                <a:ea typeface="微软雅黑" panose="020B0503020204020204" charset="-122"/>
                <a:cs typeface="微软雅黑" panose="020B0503020204020204" charset="-122"/>
              </a:rPr>
              <a:t>化学量传感</a:t>
            </a:r>
            <a:endParaRPr kumimoji="0" lang="en-US" altLang="zh-CN" sz="180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spcBef>
                <a:spcPts val="0"/>
              </a:spcBef>
              <a:buFontTx/>
              <a:buNone/>
            </a:pPr>
            <a:r>
              <a:rPr kumimoji="0" lang="en-US" altLang="zh-CN" sz="1800">
                <a:solidFill>
                  <a:schemeClr val="dk1"/>
                </a:solidFill>
                <a:latin typeface="微软雅黑" panose="020B0503020204020204" charset="-122"/>
                <a:ea typeface="微软雅黑" panose="020B0503020204020204" charset="-122"/>
                <a:cs typeface="微软雅黑" panose="020B0503020204020204" charset="-122"/>
              </a:rPr>
              <a:t>3.3 </a:t>
            </a:r>
            <a:r>
              <a:rPr kumimoji="0" lang="zh-CN" altLang="en-US" sz="1800">
                <a:solidFill>
                  <a:schemeClr val="dk1"/>
                </a:solidFill>
                <a:latin typeface="微软雅黑" panose="020B0503020204020204" charset="-122"/>
                <a:ea typeface="微软雅黑" panose="020B0503020204020204" charset="-122"/>
                <a:cs typeface="微软雅黑" panose="020B0503020204020204" charset="-122"/>
              </a:rPr>
              <a:t>生物量传感</a:t>
            </a:r>
          </a:p>
        </p:txBody>
      </p:sp>
      <p:sp>
        <p:nvSpPr>
          <p:cNvPr id="29708" name="矩形 12"/>
          <p:cNvSpPr>
            <a:spLocks noChangeArrowheads="1"/>
          </p:cNvSpPr>
          <p:nvPr>
            <p:custDataLst>
              <p:tags r:id="rId6"/>
            </p:custDataLst>
          </p:nvPr>
        </p:nvSpPr>
        <p:spPr bwMode="auto">
          <a:xfrm>
            <a:off x="6183313" y="5295900"/>
            <a:ext cx="1945640"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en-US" altLang="zh-CN" sz="1800">
                <a:solidFill>
                  <a:schemeClr val="dk1"/>
                </a:solidFill>
                <a:latin typeface="微软雅黑" panose="020B0503020204020204" charset="-122"/>
                <a:ea typeface="微软雅黑" panose="020B0503020204020204" charset="-122"/>
                <a:cs typeface="微软雅黑" panose="020B0503020204020204" charset="-122"/>
              </a:rPr>
              <a:t>4.1 </a:t>
            </a:r>
            <a:r>
              <a:rPr kumimoji="0" lang="zh-CN" altLang="en-US" sz="1800">
                <a:solidFill>
                  <a:schemeClr val="dk1"/>
                </a:solidFill>
                <a:latin typeface="微软雅黑" panose="020B0503020204020204" charset="-122"/>
                <a:ea typeface="微软雅黑" panose="020B0503020204020204" charset="-122"/>
                <a:cs typeface="微软雅黑" panose="020B0503020204020204" charset="-122"/>
              </a:rPr>
              <a:t>调</a:t>
            </a:r>
            <a:r>
              <a:rPr kumimoji="0" lang="en-US" altLang="zh-CN" sz="1800">
                <a:solidFill>
                  <a:schemeClr val="dk1"/>
                </a:solidFill>
                <a:latin typeface="微软雅黑" panose="020B0503020204020204" charset="-122"/>
                <a:ea typeface="微软雅黑" panose="020B0503020204020204" charset="-122"/>
                <a:cs typeface="微软雅黑" panose="020B0503020204020204" charset="-122"/>
              </a:rPr>
              <a:t>Q</a:t>
            </a:r>
            <a:r>
              <a:rPr kumimoji="0" lang="zh-CN" altLang="en-US" sz="1800">
                <a:solidFill>
                  <a:schemeClr val="dk1"/>
                </a:solidFill>
                <a:latin typeface="微软雅黑" panose="020B0503020204020204" charset="-122"/>
                <a:ea typeface="微软雅黑" panose="020B0503020204020204" charset="-122"/>
                <a:cs typeface="微软雅黑" panose="020B0503020204020204" charset="-122"/>
              </a:rPr>
              <a:t>激光器</a:t>
            </a:r>
            <a:endParaRPr kumimoji="0" lang="en-US" altLang="zh-CN" sz="180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spcBef>
                <a:spcPts val="0"/>
              </a:spcBef>
              <a:spcAft>
                <a:spcPts val="0"/>
              </a:spcAft>
              <a:buFontTx/>
              <a:buNone/>
            </a:pPr>
            <a:r>
              <a:rPr kumimoji="0" lang="en-US" altLang="zh-CN" sz="1800">
                <a:solidFill>
                  <a:schemeClr val="dk1"/>
                </a:solidFill>
                <a:latin typeface="微软雅黑" panose="020B0503020204020204" charset="-122"/>
                <a:ea typeface="微软雅黑" panose="020B0503020204020204" charset="-122"/>
                <a:cs typeface="微软雅黑" panose="020B0503020204020204" charset="-122"/>
              </a:rPr>
              <a:t>4.2 </a:t>
            </a:r>
            <a:r>
              <a:rPr kumimoji="0" lang="zh-CN" altLang="en-US" sz="1800">
                <a:solidFill>
                  <a:schemeClr val="dk1"/>
                </a:solidFill>
                <a:latin typeface="微软雅黑" panose="020B0503020204020204" charset="-122"/>
                <a:ea typeface="微软雅黑" panose="020B0503020204020204" charset="-122"/>
                <a:cs typeface="微软雅黑" panose="020B0503020204020204" charset="-122"/>
              </a:rPr>
              <a:t>锁模激光器</a:t>
            </a:r>
            <a:endParaRPr kumimoji="0" lang="en-US" altLang="zh-CN" sz="1800">
              <a:solidFill>
                <a:schemeClr val="dk1"/>
              </a:solidFill>
              <a:latin typeface="微软雅黑" panose="020B0503020204020204" charset="-122"/>
              <a:ea typeface="微软雅黑" panose="020B0503020204020204" charset="-122"/>
              <a:cs typeface="微软雅黑" panose="020B0503020204020204" charset="-122"/>
            </a:endParaRPr>
          </a:p>
          <a:p>
            <a:pPr eaLnBrk="1" hangingPunct="1">
              <a:spcBef>
                <a:spcPts val="0"/>
              </a:spcBef>
              <a:buFontTx/>
              <a:buNone/>
            </a:pPr>
            <a:r>
              <a:rPr kumimoji="0" lang="en-US" altLang="zh-CN" sz="1800">
                <a:solidFill>
                  <a:schemeClr val="dk1"/>
                </a:solidFill>
                <a:latin typeface="微软雅黑" panose="020B0503020204020204" charset="-122"/>
                <a:ea typeface="微软雅黑" panose="020B0503020204020204" charset="-122"/>
                <a:cs typeface="微软雅黑" panose="020B0503020204020204" charset="-122"/>
              </a:rPr>
              <a:t>4.3 </a:t>
            </a:r>
            <a:r>
              <a:rPr kumimoji="0" lang="zh-CN" altLang="en-US" sz="1800">
                <a:solidFill>
                  <a:schemeClr val="dk1"/>
                </a:solidFill>
                <a:latin typeface="微软雅黑" panose="020B0503020204020204" charset="-122"/>
                <a:ea typeface="微软雅黑" panose="020B0503020204020204" charset="-122"/>
                <a:cs typeface="微软雅黑" panose="020B0503020204020204" charset="-122"/>
              </a:rPr>
              <a:t>非线性激光器</a:t>
            </a:r>
          </a:p>
        </p:txBody>
      </p:sp>
      <p:sp>
        <p:nvSpPr>
          <p:cNvPr id="4" name="Rectangle 2"/>
          <p:cNvSpPr>
            <a:spLocks noGrp="1" noChangeArrowheads="1"/>
          </p:cNvSpPr>
          <p:nvPr>
            <p:custDataLst>
              <p:tags r:id="rId7"/>
            </p:custDataLst>
          </p:nvPr>
        </p:nvSpPr>
        <p:spPr>
          <a:xfrm>
            <a:off x="510540" y="44450"/>
            <a:ext cx="8169910"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36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r>
              <a:rPr lang="zh-CN" altLang="en-US" sz="3600" b="1" dirty="0">
                <a:solidFill>
                  <a:srgbClr val="000000"/>
                </a:solidFill>
                <a:effectLst/>
                <a:latin typeface="微软雅黑" panose="020B0503020204020204" charset="-122"/>
                <a:ea typeface="微软雅黑" panose="020B0503020204020204" charset="-122"/>
                <a:cs typeface="微软雅黑" panose="020B0503020204020204" charset="-122"/>
                <a:sym typeface="+mn-ea"/>
              </a:rPr>
              <a:t>：</a:t>
            </a:r>
            <a:r>
              <a:rPr lang="zh-CN" altLang="en-US" sz="3600" b="1" dirty="0">
                <a:solidFill>
                  <a:srgbClr val="0033CC"/>
                </a:solidFill>
                <a:effectLst/>
                <a:latin typeface="微软雅黑" panose="020B0503020204020204" charset="-122"/>
                <a:ea typeface="微软雅黑" panose="020B0503020204020204" charset="-122"/>
                <a:cs typeface="微软雅黑" panose="020B0503020204020204" charset="-122"/>
                <a:sym typeface="+mn-ea"/>
              </a:rPr>
              <a:t>正文结构</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blinds(horizontal)">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blinds(horizontal)">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blinds(horizontal)">
                                      <p:cBhvr>
                                        <p:cTn id="22" dur="500"/>
                                        <p:tgtEl>
                                          <p:spTgt spid="6">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1+#ppt_w/2"/>
                                          </p:val>
                                        </p:tav>
                                        <p:tav tm="100000">
                                          <p:val>
                                            <p:strVal val="#ppt_x"/>
                                          </p:val>
                                        </p:tav>
                                      </p:tavLst>
                                    </p:anim>
                                    <p:anim calcmode="lin" valueType="num">
                                      <p:cBhvr additive="base">
                                        <p:cTn id="28" dur="500" fill="hold"/>
                                        <p:tgtEl>
                                          <p:spTgt spid="7"/>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29706"/>
                                        </p:tgtEl>
                                        <p:attrNameLst>
                                          <p:attrName>style.visibility</p:attrName>
                                        </p:attrNameLst>
                                      </p:cBhvr>
                                      <p:to>
                                        <p:strVal val="visible"/>
                                      </p:to>
                                    </p:set>
                                    <p:anim calcmode="lin" valueType="num">
                                      <p:cBhvr additive="base">
                                        <p:cTn id="31" dur="500" fill="hold"/>
                                        <p:tgtEl>
                                          <p:spTgt spid="29706"/>
                                        </p:tgtEl>
                                        <p:attrNameLst>
                                          <p:attrName>ppt_x</p:attrName>
                                        </p:attrNameLst>
                                      </p:cBhvr>
                                      <p:tavLst>
                                        <p:tav tm="0">
                                          <p:val>
                                            <p:strVal val="1+#ppt_w/2"/>
                                          </p:val>
                                        </p:tav>
                                        <p:tav tm="100000">
                                          <p:val>
                                            <p:strVal val="#ppt_x"/>
                                          </p:val>
                                        </p:tav>
                                      </p:tavLst>
                                    </p:anim>
                                    <p:anim calcmode="lin" valueType="num">
                                      <p:cBhvr additive="base">
                                        <p:cTn id="32" dur="500" fill="hold"/>
                                        <p:tgtEl>
                                          <p:spTgt spid="2970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29707"/>
                                        </p:tgtEl>
                                        <p:attrNameLst>
                                          <p:attrName>style.visibility</p:attrName>
                                        </p:attrNameLst>
                                      </p:cBhvr>
                                      <p:to>
                                        <p:strVal val="visible"/>
                                      </p:to>
                                    </p:set>
                                    <p:anim calcmode="lin" valueType="num">
                                      <p:cBhvr additive="base">
                                        <p:cTn id="37" dur="500" fill="hold"/>
                                        <p:tgtEl>
                                          <p:spTgt spid="29707"/>
                                        </p:tgtEl>
                                        <p:attrNameLst>
                                          <p:attrName>ppt_x</p:attrName>
                                        </p:attrNameLst>
                                      </p:cBhvr>
                                      <p:tavLst>
                                        <p:tav tm="0">
                                          <p:val>
                                            <p:strVal val="1+#ppt_w/2"/>
                                          </p:val>
                                        </p:tav>
                                        <p:tav tm="100000">
                                          <p:val>
                                            <p:strVal val="#ppt_x"/>
                                          </p:val>
                                        </p:tav>
                                      </p:tavLst>
                                    </p:anim>
                                    <p:anim calcmode="lin" valueType="num">
                                      <p:cBhvr additive="base">
                                        <p:cTn id="38" dur="500" fill="hold"/>
                                        <p:tgtEl>
                                          <p:spTgt spid="29707"/>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additive="base">
                                        <p:cTn id="41" dur="500" fill="hold"/>
                                        <p:tgtEl>
                                          <p:spTgt spid="8"/>
                                        </p:tgtEl>
                                        <p:attrNameLst>
                                          <p:attrName>ppt_x</p:attrName>
                                        </p:attrNameLst>
                                      </p:cBhvr>
                                      <p:tavLst>
                                        <p:tav tm="0">
                                          <p:val>
                                            <p:strVal val="1+#ppt_w/2"/>
                                          </p:val>
                                        </p:tav>
                                        <p:tav tm="100000">
                                          <p:val>
                                            <p:strVal val="#ppt_x"/>
                                          </p:val>
                                        </p:tav>
                                      </p:tavLst>
                                    </p:anim>
                                    <p:anim calcmode="lin" valueType="num">
                                      <p:cBhvr additive="base">
                                        <p:cTn id="42"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29708"/>
                                        </p:tgtEl>
                                        <p:attrNameLst>
                                          <p:attrName>style.visibility</p:attrName>
                                        </p:attrNameLst>
                                      </p:cBhvr>
                                      <p:to>
                                        <p:strVal val="visible"/>
                                      </p:to>
                                    </p:set>
                                    <p:anim calcmode="lin" valueType="num">
                                      <p:cBhvr additive="base">
                                        <p:cTn id="47" dur="500" fill="hold"/>
                                        <p:tgtEl>
                                          <p:spTgt spid="29708"/>
                                        </p:tgtEl>
                                        <p:attrNameLst>
                                          <p:attrName>ppt_x</p:attrName>
                                        </p:attrNameLst>
                                      </p:cBhvr>
                                      <p:tavLst>
                                        <p:tav tm="0">
                                          <p:val>
                                            <p:strVal val="1+#ppt_w/2"/>
                                          </p:val>
                                        </p:tav>
                                        <p:tav tm="100000">
                                          <p:val>
                                            <p:strVal val="#ppt_x"/>
                                          </p:val>
                                        </p:tav>
                                      </p:tavLst>
                                    </p:anim>
                                    <p:anim calcmode="lin" valueType="num">
                                      <p:cBhvr additive="base">
                                        <p:cTn id="48" dur="500" fill="hold"/>
                                        <p:tgtEl>
                                          <p:spTgt spid="29708"/>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 calcmode="lin" valueType="num">
                                      <p:cBhvr additive="base">
                                        <p:cTn id="51" dur="500" fill="hold"/>
                                        <p:tgtEl>
                                          <p:spTgt spid="10"/>
                                        </p:tgtEl>
                                        <p:attrNameLst>
                                          <p:attrName>ppt_x</p:attrName>
                                        </p:attrNameLst>
                                      </p:cBhvr>
                                      <p:tavLst>
                                        <p:tav tm="0">
                                          <p:val>
                                            <p:strVal val="1+#ppt_w/2"/>
                                          </p:val>
                                        </p:tav>
                                        <p:tav tm="100000">
                                          <p:val>
                                            <p:strVal val="#ppt_x"/>
                                          </p:val>
                                        </p:tav>
                                      </p:tavLst>
                                    </p:anim>
                                    <p:anim calcmode="lin" valueType="num">
                                      <p:cBhvr additive="base">
                                        <p:cTn id="5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10" grpId="0" animBg="1"/>
      <p:bldP spid="10" grpId="1" animBg="1"/>
      <p:bldP spid="29706" grpId="0"/>
      <p:bldP spid="29706" grpId="1"/>
      <p:bldP spid="29707" grpId="0"/>
      <p:bldP spid="29707" grpId="1"/>
      <p:bldP spid="29708" grpId="0"/>
      <p:bldP spid="29708" grpId="1"/>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2"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29700" name="矩形 3"/>
          <p:cNvSpPr>
            <a:spLocks noChangeArrowheads="1"/>
          </p:cNvSpPr>
          <p:nvPr/>
        </p:nvSpPr>
        <p:spPr bwMode="auto">
          <a:xfrm>
            <a:off x="683578" y="981075"/>
            <a:ext cx="8634412" cy="78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6.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正文怎么分段、怎么布局？</a:t>
            </a:r>
            <a:endPar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endParaRPr>
          </a:p>
          <a:p>
            <a:pPr eaLnBrk="1" hangingPunct="1">
              <a:spcBef>
                <a:spcPts val="0"/>
              </a:spcBef>
              <a:spcAft>
                <a:spcPts val="600"/>
              </a:spcAft>
              <a:buFontTx/>
              <a:buNone/>
            </a:pP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（例</a:t>
            </a: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2</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a:t>
            </a:r>
          </a:p>
        </p:txBody>
      </p:sp>
      <p:pic>
        <p:nvPicPr>
          <p:cNvPr id="3" name="图片 2"/>
          <p:cNvPicPr>
            <a:picLocks noChangeAspect="1"/>
          </p:cNvPicPr>
          <p:nvPr/>
        </p:nvPicPr>
        <p:blipFill>
          <a:blip r:embed="rId6"/>
          <a:stretch>
            <a:fillRect/>
          </a:stretch>
        </p:blipFill>
        <p:spPr>
          <a:xfrm>
            <a:off x="4867275" y="836930"/>
            <a:ext cx="4133215" cy="1680210"/>
          </a:xfrm>
          <a:prstGeom prst="rect">
            <a:avLst/>
          </a:prstGeom>
        </p:spPr>
      </p:pic>
      <p:pic>
        <p:nvPicPr>
          <p:cNvPr id="4" name="图片 3"/>
          <p:cNvPicPr>
            <a:picLocks noChangeAspect="1"/>
          </p:cNvPicPr>
          <p:nvPr/>
        </p:nvPicPr>
        <p:blipFill>
          <a:blip r:embed="rId7"/>
          <a:stretch>
            <a:fillRect/>
          </a:stretch>
        </p:blipFill>
        <p:spPr>
          <a:xfrm>
            <a:off x="683895" y="2398395"/>
            <a:ext cx="2032000" cy="2667000"/>
          </a:xfrm>
          <a:prstGeom prst="rect">
            <a:avLst/>
          </a:prstGeom>
        </p:spPr>
      </p:pic>
      <p:pic>
        <p:nvPicPr>
          <p:cNvPr id="5" name="图片 4"/>
          <p:cNvPicPr>
            <a:picLocks noChangeAspect="1"/>
          </p:cNvPicPr>
          <p:nvPr/>
        </p:nvPicPr>
        <p:blipFill>
          <a:blip r:embed="rId8"/>
          <a:srcRect b="55914"/>
          <a:stretch>
            <a:fillRect/>
          </a:stretch>
        </p:blipFill>
        <p:spPr>
          <a:xfrm>
            <a:off x="2809875" y="1406525"/>
            <a:ext cx="1993900" cy="1500505"/>
          </a:xfrm>
          <a:prstGeom prst="rect">
            <a:avLst/>
          </a:prstGeom>
        </p:spPr>
      </p:pic>
      <p:pic>
        <p:nvPicPr>
          <p:cNvPr id="12" name="图片 11"/>
          <p:cNvPicPr>
            <a:picLocks noChangeAspect="1"/>
          </p:cNvPicPr>
          <p:nvPr/>
        </p:nvPicPr>
        <p:blipFill>
          <a:blip r:embed="rId9"/>
          <a:stretch>
            <a:fillRect/>
          </a:stretch>
        </p:blipFill>
        <p:spPr>
          <a:xfrm>
            <a:off x="3152775" y="2867025"/>
            <a:ext cx="1308100" cy="482600"/>
          </a:xfrm>
          <a:prstGeom prst="rect">
            <a:avLst/>
          </a:prstGeom>
        </p:spPr>
      </p:pic>
      <p:pic>
        <p:nvPicPr>
          <p:cNvPr id="13" name="图片 12"/>
          <p:cNvPicPr>
            <a:picLocks noChangeAspect="1"/>
          </p:cNvPicPr>
          <p:nvPr/>
        </p:nvPicPr>
        <p:blipFill>
          <a:blip r:embed="rId10"/>
          <a:stretch>
            <a:fillRect/>
          </a:stretch>
        </p:blipFill>
        <p:spPr>
          <a:xfrm>
            <a:off x="3152775" y="3349625"/>
            <a:ext cx="1358900" cy="419100"/>
          </a:xfrm>
          <a:prstGeom prst="rect">
            <a:avLst/>
          </a:prstGeom>
        </p:spPr>
      </p:pic>
      <p:pic>
        <p:nvPicPr>
          <p:cNvPr id="14" name="图片 13"/>
          <p:cNvPicPr>
            <a:picLocks noChangeAspect="1"/>
          </p:cNvPicPr>
          <p:nvPr/>
        </p:nvPicPr>
        <p:blipFill>
          <a:blip r:embed="rId11"/>
          <a:stretch>
            <a:fillRect/>
          </a:stretch>
        </p:blipFill>
        <p:spPr>
          <a:xfrm>
            <a:off x="3152775" y="3768725"/>
            <a:ext cx="1384300" cy="571500"/>
          </a:xfrm>
          <a:prstGeom prst="rect">
            <a:avLst/>
          </a:prstGeom>
        </p:spPr>
      </p:pic>
      <p:pic>
        <p:nvPicPr>
          <p:cNvPr id="16" name="图片 15"/>
          <p:cNvPicPr>
            <a:picLocks noChangeAspect="1"/>
          </p:cNvPicPr>
          <p:nvPr/>
        </p:nvPicPr>
        <p:blipFill>
          <a:blip r:embed="rId12"/>
          <a:stretch>
            <a:fillRect/>
          </a:stretch>
        </p:blipFill>
        <p:spPr>
          <a:xfrm>
            <a:off x="4823460" y="3132455"/>
            <a:ext cx="1473200" cy="1066800"/>
          </a:xfrm>
          <a:prstGeom prst="rect">
            <a:avLst/>
          </a:prstGeom>
        </p:spPr>
      </p:pic>
      <p:pic>
        <p:nvPicPr>
          <p:cNvPr id="17" name="图片 16"/>
          <p:cNvPicPr>
            <a:picLocks noChangeAspect="1"/>
          </p:cNvPicPr>
          <p:nvPr/>
        </p:nvPicPr>
        <p:blipFill>
          <a:blip r:embed="rId13"/>
          <a:stretch>
            <a:fillRect/>
          </a:stretch>
        </p:blipFill>
        <p:spPr>
          <a:xfrm>
            <a:off x="4916805" y="4199255"/>
            <a:ext cx="1308100" cy="939800"/>
          </a:xfrm>
          <a:prstGeom prst="rect">
            <a:avLst/>
          </a:prstGeom>
        </p:spPr>
      </p:pic>
      <p:pic>
        <p:nvPicPr>
          <p:cNvPr id="18" name="图片 17"/>
          <p:cNvPicPr>
            <a:picLocks noChangeAspect="1"/>
          </p:cNvPicPr>
          <p:nvPr/>
        </p:nvPicPr>
        <p:blipFill>
          <a:blip r:embed="rId14"/>
          <a:stretch>
            <a:fillRect/>
          </a:stretch>
        </p:blipFill>
        <p:spPr>
          <a:xfrm>
            <a:off x="6296660" y="4575175"/>
            <a:ext cx="1524000" cy="1422400"/>
          </a:xfrm>
          <a:prstGeom prst="rect">
            <a:avLst/>
          </a:prstGeom>
        </p:spPr>
      </p:pic>
      <p:pic>
        <p:nvPicPr>
          <p:cNvPr id="19" name="图片 18"/>
          <p:cNvPicPr>
            <a:picLocks noChangeAspect="1"/>
          </p:cNvPicPr>
          <p:nvPr/>
        </p:nvPicPr>
        <p:blipFill>
          <a:blip r:embed="rId15"/>
          <a:stretch>
            <a:fillRect/>
          </a:stretch>
        </p:blipFill>
        <p:spPr>
          <a:xfrm>
            <a:off x="7651750" y="5339080"/>
            <a:ext cx="1485900" cy="1206500"/>
          </a:xfrm>
          <a:prstGeom prst="rect">
            <a:avLst/>
          </a:prstGeom>
        </p:spPr>
      </p:pic>
      <p:pic>
        <p:nvPicPr>
          <p:cNvPr id="6" name="内容占位符 5"/>
          <p:cNvPicPr>
            <a:picLocks noChangeAspect="1"/>
          </p:cNvPicPr>
          <p:nvPr/>
        </p:nvPicPr>
        <p:blipFill>
          <a:blip r:embed="rId16"/>
          <a:stretch>
            <a:fillRect/>
          </a:stretch>
        </p:blipFill>
        <p:spPr>
          <a:xfrm>
            <a:off x="1692275" y="5566410"/>
            <a:ext cx="3733800" cy="1036955"/>
          </a:xfrm>
          <a:prstGeom prst="rect">
            <a:avLst/>
          </a:prstGeom>
          <a:noFill/>
          <a:ln>
            <a:noFill/>
          </a:ln>
        </p:spPr>
      </p:pic>
      <p:sp>
        <p:nvSpPr>
          <p:cNvPr id="8" name="Rectangle 2"/>
          <p:cNvSpPr>
            <a:spLocks noGrp="1" noChangeArrowheads="1"/>
          </p:cNvSpPr>
          <p:nvPr>
            <p:custDataLst>
              <p:tags r:id="rId4"/>
            </p:custDataLst>
          </p:nvPr>
        </p:nvSpPr>
        <p:spPr>
          <a:xfrm>
            <a:off x="669290" y="44450"/>
            <a:ext cx="8011160"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36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r>
              <a:rPr lang="zh-CN" altLang="en-US" sz="3600" b="1" dirty="0">
                <a:solidFill>
                  <a:srgbClr val="0033CC"/>
                </a:solidFill>
                <a:effectLst/>
                <a:latin typeface="微软雅黑" panose="020B0503020204020204" charset="-122"/>
                <a:ea typeface="微软雅黑" panose="020B0503020204020204" charset="-122"/>
                <a:cs typeface="微软雅黑" panose="020B0503020204020204" charset="-122"/>
              </a:rPr>
              <a:t>正文结构</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par>
                                <p:cTn id="13" presetID="3" presetClass="entr" presetSubtype="1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par>
                                <p:cTn id="16" presetID="3" presetClass="entr" presetSubtype="1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blinds(horizontal)">
                                      <p:cBhvr>
                                        <p:cTn id="18" dur="500"/>
                                        <p:tgtEl>
                                          <p:spTgt spid="14"/>
                                        </p:tgtEl>
                                      </p:cBhvr>
                                    </p:animEffect>
                                  </p:childTnLst>
                                </p:cTn>
                              </p:par>
                              <p:par>
                                <p:cTn id="19" presetID="3" presetClass="entr" presetSubtype="1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linds(horizontal)">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blinds(horizontal)">
                                      <p:cBhvr>
                                        <p:cTn id="26" dur="500"/>
                                        <p:tgtEl>
                                          <p:spTgt spid="16"/>
                                        </p:tgtEl>
                                      </p:cBhvr>
                                    </p:animEffect>
                                  </p:childTnLst>
                                </p:cTn>
                              </p:par>
                              <p:par>
                                <p:cTn id="27" presetID="3" presetClass="entr" presetSubtype="1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blinds(horizontal)">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blinds(horizontal)">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blinds(horizontal)">
                                      <p:cBhvr>
                                        <p:cTn id="39" dur="500"/>
                                        <p:tgtEl>
                                          <p:spTgt spid="19"/>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blinds(horizontal)">
                                      <p:cBhvr>
                                        <p:cTn id="4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30724" name="矩形 3"/>
          <p:cNvSpPr>
            <a:spLocks noChangeArrowheads="1"/>
          </p:cNvSpPr>
          <p:nvPr/>
        </p:nvSpPr>
        <p:spPr bwMode="auto">
          <a:xfrm>
            <a:off x="966788" y="908050"/>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7.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子标题分完了，每一段怎么写？</a:t>
            </a:r>
          </a:p>
        </p:txBody>
      </p:sp>
      <p:sp>
        <p:nvSpPr>
          <p:cNvPr id="5" name="矩形 4"/>
          <p:cNvSpPr/>
          <p:nvPr>
            <p:custDataLst>
              <p:tags r:id="rId4"/>
            </p:custDataLst>
          </p:nvPr>
        </p:nvSpPr>
        <p:spPr>
          <a:xfrm>
            <a:off x="966788" y="1484313"/>
            <a:ext cx="7200900" cy="720725"/>
          </a:xfrm>
          <a:prstGeom prst="rect">
            <a:avLst/>
          </a:prstGeom>
          <a:solidFill>
            <a:schemeClr val="accent1"/>
          </a:solidFill>
          <a:ln w="12700" cap="flat" cmpd="sng" algn="ctr">
            <a:noFill/>
            <a:prstDash val="solid"/>
            <a:miter lim="800000"/>
          </a:ln>
          <a:effectLst/>
        </p:spPr>
        <p:txBody>
          <a:bodyPr anchor="ctr"/>
          <a:lstStyle/>
          <a:p>
            <a:pPr defTabSz="457200" eaLnBrk="1" fontAlgn="auto" hangingPunct="1">
              <a:spcBef>
                <a:spcPts val="0"/>
              </a:spcBef>
              <a:spcAft>
                <a:spcPts val="0"/>
              </a:spcAft>
            </a:pPr>
            <a:r>
              <a:rPr kumimoji="0" lang="zh-CN" altLang="en-US" sz="2400" kern="0" dirty="0">
                <a:solidFill>
                  <a:srgbClr val="FFFFFF"/>
                </a:solidFill>
                <a:latin typeface="微软雅黑" panose="020B0503020204020204" charset="-122"/>
                <a:ea typeface="微软雅黑" panose="020B0503020204020204" charset="-122"/>
                <a:cs typeface="微软雅黑" panose="020B0503020204020204" charset="-122"/>
              </a:rPr>
              <a:t>第一节课我们讲了：</a:t>
            </a:r>
            <a:r>
              <a:rPr kumimoji="0" lang="en-US" altLang="zh-CN" sz="2400" kern="0" dirty="0">
                <a:solidFill>
                  <a:srgbClr val="FFFFFF"/>
                </a:solidFill>
                <a:latin typeface="微软雅黑" panose="020B0503020204020204" charset="-122"/>
                <a:ea typeface="微软雅黑" panose="020B0503020204020204" charset="-122"/>
                <a:cs typeface="微软雅黑" panose="020B0503020204020204" charset="-122"/>
              </a:rPr>
              <a:t>flow and style faith</a:t>
            </a:r>
          </a:p>
        </p:txBody>
      </p:sp>
      <p:sp>
        <p:nvSpPr>
          <p:cNvPr id="30726" name="矩形 5"/>
          <p:cNvSpPr>
            <a:spLocks noChangeArrowheads="1"/>
          </p:cNvSpPr>
          <p:nvPr/>
        </p:nvSpPr>
        <p:spPr bwMode="auto">
          <a:xfrm>
            <a:off x="966788" y="2276475"/>
            <a:ext cx="7920037"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pPr>
            <a:r>
              <a:rPr kumimoji="0" lang="en-US" altLang="zh-CN" sz="1800" b="1">
                <a:solidFill>
                  <a:srgbClr val="0033CC"/>
                </a:solidFill>
                <a:latin typeface="微软雅黑" panose="020B0503020204020204" charset="-122"/>
                <a:ea typeface="微软雅黑" panose="020B0503020204020204" charset="-122"/>
                <a:cs typeface="微软雅黑" panose="020B0503020204020204" charset="-122"/>
              </a:rPr>
              <a:t>Flow</a:t>
            </a:r>
            <a:r>
              <a:rPr kumimoji="0" lang="zh-CN" altLang="en-US" sz="1800" b="1">
                <a:solidFill>
                  <a:srgbClr val="0033CC"/>
                </a:solidFill>
                <a:latin typeface="微软雅黑" panose="020B0503020204020204" charset="-122"/>
                <a:ea typeface="微软雅黑" panose="020B0503020204020204" charset="-122"/>
                <a:cs typeface="微软雅黑" panose="020B0503020204020204" charset="-122"/>
              </a:rPr>
              <a:t>就是指的以图讲话，</a:t>
            </a:r>
            <a:r>
              <a:rPr kumimoji="0" lang="en-US" altLang="zh-CN" sz="1800" b="1">
                <a:solidFill>
                  <a:srgbClr val="0033CC"/>
                </a:solidFill>
                <a:latin typeface="微软雅黑" panose="020B0503020204020204" charset="-122"/>
                <a:ea typeface="微软雅黑" panose="020B0503020204020204" charset="-122"/>
                <a:cs typeface="微软雅黑" panose="020B0503020204020204" charset="-122"/>
              </a:rPr>
              <a:t>style faith</a:t>
            </a:r>
            <a:r>
              <a:rPr kumimoji="0" lang="zh-CN" altLang="en-US" sz="1800" b="1">
                <a:solidFill>
                  <a:srgbClr val="0033CC"/>
                </a:solidFill>
                <a:latin typeface="微软雅黑" panose="020B0503020204020204" charset="-122"/>
                <a:ea typeface="微软雅黑" panose="020B0503020204020204" charset="-122"/>
                <a:cs typeface="微软雅黑" panose="020B0503020204020204" charset="-122"/>
              </a:rPr>
              <a:t>主要考虑图文并茂。</a:t>
            </a:r>
            <a:endParaRPr kumimoji="0" lang="en-US" altLang="zh-CN" sz="1800" b="1">
              <a:solidFill>
                <a:srgbClr val="0033CC"/>
              </a:solidFill>
              <a:latin typeface="微软雅黑" panose="020B0503020204020204" charset="-122"/>
              <a:ea typeface="微软雅黑" panose="020B0503020204020204" charset="-122"/>
              <a:cs typeface="微软雅黑" panose="020B0503020204020204" charset="-122"/>
            </a:endParaRPr>
          </a:p>
          <a:p>
            <a:pPr eaLnBrk="1" hangingPunct="1">
              <a:spcBef>
                <a:spcPts val="0"/>
              </a:spcBef>
            </a:pPr>
            <a:r>
              <a:rPr kumimoji="0" lang="zh-CN" altLang="en-US" sz="1800" b="1">
                <a:solidFill>
                  <a:srgbClr val="0033CC"/>
                </a:solidFill>
                <a:latin typeface="微软雅黑" panose="020B0503020204020204" charset="-122"/>
                <a:ea typeface="微软雅黑" panose="020B0503020204020204" charset="-122"/>
                <a:cs typeface="微软雅黑" panose="020B0503020204020204" charset="-122"/>
              </a:rPr>
              <a:t>结构上依然遵循总分原则，每段的第一句话标明本段主旨。</a:t>
            </a:r>
          </a:p>
        </p:txBody>
      </p:sp>
      <p:sp>
        <p:nvSpPr>
          <p:cNvPr id="30727" name="矩形 6"/>
          <p:cNvSpPr>
            <a:spLocks noChangeArrowheads="1"/>
          </p:cNvSpPr>
          <p:nvPr/>
        </p:nvSpPr>
        <p:spPr bwMode="auto">
          <a:xfrm>
            <a:off x="966788" y="3213100"/>
            <a:ext cx="7920037"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1800">
                <a:solidFill>
                  <a:srgbClr val="000000"/>
                </a:solidFill>
                <a:latin typeface="微软雅黑" panose="020B0503020204020204" charset="-122"/>
                <a:ea typeface="微软雅黑" panose="020B0503020204020204" charset="-122"/>
                <a:cs typeface="微软雅黑" panose="020B0503020204020204" charset="-122"/>
              </a:rPr>
              <a:t>例如：</a:t>
            </a:r>
            <a:endParaRPr kumimoji="0" lang="en-US" altLang="zh-CN" sz="1800">
              <a:solidFill>
                <a:srgbClr val="000000"/>
              </a:solidFill>
              <a:latin typeface="微软雅黑" panose="020B0503020204020204" charset="-122"/>
              <a:ea typeface="微软雅黑" panose="020B0503020204020204" charset="-122"/>
              <a:cs typeface="微软雅黑" panose="020B0503020204020204" charset="-122"/>
            </a:endParaRPr>
          </a:p>
          <a:p>
            <a:pPr eaLnBrk="1" hangingPunct="1">
              <a:spcBef>
                <a:spcPts val="0"/>
              </a:spcBef>
              <a:spcAft>
                <a:spcPts val="0"/>
              </a:spcAft>
              <a:buFontTx/>
              <a:buNone/>
            </a:pPr>
            <a:r>
              <a:rPr kumimoji="0" lang="en-US" altLang="zh-CN" sz="1800">
                <a:solidFill>
                  <a:srgbClr val="000000"/>
                </a:solidFill>
                <a:latin typeface="微软雅黑" panose="020B0503020204020204" charset="-122"/>
                <a:ea typeface="微软雅黑" panose="020B0503020204020204" charset="-122"/>
                <a:cs typeface="微软雅黑" panose="020B0503020204020204" charset="-122"/>
              </a:rPr>
              <a:t>	</a:t>
            </a:r>
            <a:r>
              <a:rPr kumimoji="0" lang="zh-CN" altLang="en-US" sz="1800">
                <a:solidFill>
                  <a:srgbClr val="000000"/>
                </a:solidFill>
                <a:latin typeface="微软雅黑" panose="020B0503020204020204" charset="-122"/>
                <a:ea typeface="微软雅黑" panose="020B0503020204020204" charset="-122"/>
                <a:cs typeface="微软雅黑" panose="020B0503020204020204" charset="-122"/>
              </a:rPr>
              <a:t>图</a:t>
            </a:r>
            <a:r>
              <a:rPr kumimoji="0" lang="en-US" altLang="zh-CN" sz="1800">
                <a:solidFill>
                  <a:srgbClr val="000000"/>
                </a:solidFill>
                <a:latin typeface="微软雅黑" panose="020B0503020204020204" charset="-122"/>
                <a:ea typeface="微软雅黑" panose="020B0503020204020204" charset="-122"/>
                <a:cs typeface="微软雅黑" panose="020B0503020204020204" charset="-122"/>
              </a:rPr>
              <a:t>1</a:t>
            </a:r>
            <a:r>
              <a:rPr kumimoji="0" lang="zh-CN" altLang="en-US" sz="1800">
                <a:solidFill>
                  <a:srgbClr val="000000"/>
                </a:solidFill>
                <a:latin typeface="微软雅黑" panose="020B0503020204020204" charset="-122"/>
                <a:ea typeface="微软雅黑" panose="020B0503020204020204" charset="-122"/>
                <a:cs typeface="微软雅黑" panose="020B0503020204020204" charset="-122"/>
              </a:rPr>
              <a:t>（</a:t>
            </a:r>
            <a:r>
              <a:rPr kumimoji="0" lang="en-US" altLang="zh-CN" sz="1800">
                <a:solidFill>
                  <a:srgbClr val="000000"/>
                </a:solidFill>
                <a:latin typeface="微软雅黑" panose="020B0503020204020204" charset="-122"/>
                <a:ea typeface="微软雅黑" panose="020B0503020204020204" charset="-122"/>
                <a:cs typeface="微软雅黑" panose="020B0503020204020204" charset="-122"/>
              </a:rPr>
              <a:t>a</a:t>
            </a:r>
            <a:r>
              <a:rPr kumimoji="0" lang="zh-CN" altLang="en-US" sz="1800">
                <a:solidFill>
                  <a:srgbClr val="000000"/>
                </a:solidFill>
                <a:latin typeface="微软雅黑" panose="020B0503020204020204" charset="-122"/>
                <a:ea typeface="微软雅黑" panose="020B0503020204020204" charset="-122"/>
                <a:cs typeface="微软雅黑" panose="020B0503020204020204" charset="-122"/>
              </a:rPr>
              <a:t>）展现了在</a:t>
            </a:r>
            <a:r>
              <a:rPr kumimoji="0" lang="en-US" altLang="zh-CN" sz="1800">
                <a:solidFill>
                  <a:srgbClr val="000000"/>
                </a:solidFill>
                <a:latin typeface="微软雅黑" panose="020B0503020204020204" charset="-122"/>
                <a:ea typeface="微软雅黑" panose="020B0503020204020204" charset="-122"/>
                <a:cs typeface="微软雅黑" panose="020B0503020204020204" charset="-122"/>
              </a:rPr>
              <a:t>2017</a:t>
            </a:r>
            <a:r>
              <a:rPr kumimoji="0" lang="zh-CN" altLang="en-US" sz="1800">
                <a:solidFill>
                  <a:srgbClr val="000000"/>
                </a:solidFill>
                <a:latin typeface="微软雅黑" panose="020B0503020204020204" charset="-122"/>
                <a:ea typeface="微软雅黑" panose="020B0503020204020204" charset="-122"/>
                <a:cs typeface="微软雅黑" panose="020B0503020204020204" charset="-122"/>
              </a:rPr>
              <a:t>年发表的一篇研究成果中，所描述的雷达正向散射成像的信息获取与处理流程</a:t>
            </a:r>
            <a:r>
              <a:rPr kumimoji="0" lang="en-US" altLang="zh-CN" sz="1800">
                <a:solidFill>
                  <a:srgbClr val="000000"/>
                </a:solidFill>
                <a:latin typeface="微软雅黑" panose="020B0503020204020204" charset="-122"/>
                <a:ea typeface="微软雅黑" panose="020B0503020204020204" charset="-122"/>
                <a:cs typeface="微软雅黑" panose="020B0503020204020204" charset="-122"/>
              </a:rPr>
              <a:t>[1]</a:t>
            </a:r>
            <a:r>
              <a:rPr kumimoji="0" lang="zh-CN" altLang="en-US" sz="1800">
                <a:solidFill>
                  <a:srgbClr val="000000"/>
                </a:solidFill>
                <a:latin typeface="微软雅黑" panose="020B0503020204020204" charset="-122"/>
                <a:ea typeface="微软雅黑" panose="020B0503020204020204" charset="-122"/>
                <a:cs typeface="微软雅黑" panose="020B0503020204020204" charset="-122"/>
              </a:rPr>
              <a:t>。</a:t>
            </a:r>
            <a:endParaRPr kumimoji="0" lang="en-US" altLang="zh-CN" sz="1800">
              <a:solidFill>
                <a:srgbClr val="000000"/>
              </a:solidFill>
              <a:latin typeface="微软雅黑" panose="020B0503020204020204" charset="-122"/>
              <a:ea typeface="微软雅黑" panose="020B0503020204020204" charset="-122"/>
              <a:cs typeface="微软雅黑" panose="020B0503020204020204" charset="-122"/>
            </a:endParaRPr>
          </a:p>
          <a:p>
            <a:pPr eaLnBrk="1" hangingPunct="1">
              <a:spcBef>
                <a:spcPts val="0"/>
              </a:spcBef>
              <a:spcAft>
                <a:spcPts val="0"/>
              </a:spcAft>
              <a:buFontTx/>
              <a:buNone/>
            </a:pPr>
            <a:r>
              <a:rPr kumimoji="0" lang="en-US" altLang="zh-CN" sz="1800">
                <a:solidFill>
                  <a:srgbClr val="000000"/>
                </a:solidFill>
                <a:latin typeface="微软雅黑" panose="020B0503020204020204" charset="-122"/>
                <a:ea typeface="微软雅黑" panose="020B0503020204020204" charset="-122"/>
                <a:cs typeface="微软雅黑" panose="020B0503020204020204" charset="-122"/>
              </a:rPr>
              <a:t>	</a:t>
            </a:r>
            <a:r>
              <a:rPr kumimoji="0" lang="zh-CN" altLang="en-US" sz="1800" b="1" u="sng">
                <a:solidFill>
                  <a:srgbClr val="0033CC"/>
                </a:solidFill>
                <a:latin typeface="微软雅黑" panose="020B0503020204020204" charset="-122"/>
                <a:ea typeface="微软雅黑" panose="020B0503020204020204" charset="-122"/>
                <a:cs typeface="微软雅黑" panose="020B0503020204020204" charset="-122"/>
              </a:rPr>
              <a:t>与传统的数据处理技术相比，其主要特点是，采取了深度学习策略，统计和分析成像数据信息，并进行去噪和拟合，以获得多维的特征信息</a:t>
            </a:r>
            <a:r>
              <a:rPr kumimoji="0" lang="en-US" altLang="zh-CN" sz="1800" b="1" u="sng">
                <a:solidFill>
                  <a:srgbClr val="0033CC"/>
                </a:solidFill>
                <a:latin typeface="微软雅黑" panose="020B0503020204020204" charset="-122"/>
                <a:ea typeface="微软雅黑" panose="020B0503020204020204" charset="-122"/>
                <a:cs typeface="微软雅黑" panose="020B0503020204020204" charset="-122"/>
              </a:rPr>
              <a:t>……</a:t>
            </a:r>
            <a:r>
              <a:rPr kumimoji="0" lang="zh-CN" altLang="en-US" sz="1800" b="1" u="sng">
                <a:solidFill>
                  <a:srgbClr val="0033CC"/>
                </a:solidFill>
                <a:latin typeface="微软雅黑" panose="020B0503020204020204" charset="-122"/>
                <a:ea typeface="微软雅黑" panose="020B0503020204020204" charset="-122"/>
                <a:cs typeface="微软雅黑" panose="020B0503020204020204" charset="-122"/>
              </a:rPr>
              <a:t>。</a:t>
            </a:r>
            <a:endParaRPr kumimoji="0" lang="en-US" altLang="zh-CN" sz="1800">
              <a:solidFill>
                <a:srgbClr val="000000"/>
              </a:solidFill>
              <a:latin typeface="微软雅黑" panose="020B0503020204020204" charset="-122"/>
              <a:ea typeface="微软雅黑" panose="020B0503020204020204" charset="-122"/>
              <a:cs typeface="微软雅黑" panose="020B0503020204020204" charset="-122"/>
            </a:endParaRPr>
          </a:p>
          <a:p>
            <a:pPr eaLnBrk="1" hangingPunct="1">
              <a:spcBef>
                <a:spcPts val="0"/>
              </a:spcBef>
              <a:spcAft>
                <a:spcPts val="0"/>
              </a:spcAft>
              <a:buFontTx/>
              <a:buNone/>
            </a:pPr>
            <a:r>
              <a:rPr kumimoji="0" lang="en-US" altLang="zh-CN" sz="1800">
                <a:solidFill>
                  <a:srgbClr val="000000"/>
                </a:solidFill>
                <a:latin typeface="微软雅黑" panose="020B0503020204020204" charset="-122"/>
                <a:ea typeface="微软雅黑" panose="020B0503020204020204" charset="-122"/>
                <a:cs typeface="微软雅黑" panose="020B0503020204020204" charset="-122"/>
              </a:rPr>
              <a:t>	</a:t>
            </a:r>
            <a:r>
              <a:rPr kumimoji="0" lang="zh-CN" altLang="en-US" sz="1800" u="sng">
                <a:solidFill>
                  <a:srgbClr val="0033CC"/>
                </a:solidFill>
                <a:latin typeface="微软雅黑" panose="020B0503020204020204" charset="-122"/>
                <a:ea typeface="微软雅黑" panose="020B0503020204020204" charset="-122"/>
                <a:cs typeface="微软雅黑" panose="020B0503020204020204" charset="-122"/>
              </a:rPr>
              <a:t>这种技术的突出优势有，</a:t>
            </a:r>
            <a:r>
              <a:rPr kumimoji="0" lang="en-US" altLang="zh-CN" sz="1800" u="sng">
                <a:solidFill>
                  <a:srgbClr val="0033CC"/>
                </a:solidFill>
                <a:latin typeface="微软雅黑" panose="020B0503020204020204" charset="-122"/>
                <a:ea typeface="微软雅黑" panose="020B0503020204020204" charset="-122"/>
                <a:cs typeface="微软雅黑" panose="020B0503020204020204" charset="-122"/>
              </a:rPr>
              <a:t>……</a:t>
            </a:r>
            <a:r>
              <a:rPr kumimoji="0" lang="zh-CN" altLang="en-US" sz="1800" u="sng">
                <a:solidFill>
                  <a:srgbClr val="0033CC"/>
                </a:solidFill>
                <a:latin typeface="微软雅黑" panose="020B0503020204020204" charset="-122"/>
                <a:ea typeface="微软雅黑" panose="020B0503020204020204" charset="-122"/>
                <a:cs typeface="微软雅黑" panose="020B0503020204020204" charset="-122"/>
              </a:rPr>
              <a:t>，如图</a:t>
            </a:r>
            <a:r>
              <a:rPr kumimoji="0" lang="en-US" altLang="zh-CN" sz="1800" u="sng">
                <a:solidFill>
                  <a:srgbClr val="0033CC"/>
                </a:solidFill>
                <a:latin typeface="微软雅黑" panose="020B0503020204020204" charset="-122"/>
                <a:ea typeface="微软雅黑" panose="020B0503020204020204" charset="-122"/>
                <a:cs typeface="微软雅黑" panose="020B0503020204020204" charset="-122"/>
              </a:rPr>
              <a:t>1</a:t>
            </a:r>
            <a:r>
              <a:rPr kumimoji="0" lang="zh-CN" altLang="en-US" sz="1800" u="sng">
                <a:solidFill>
                  <a:srgbClr val="0033CC"/>
                </a:solidFill>
                <a:latin typeface="微软雅黑" panose="020B0503020204020204" charset="-122"/>
                <a:ea typeface="微软雅黑" panose="020B0503020204020204" charset="-122"/>
                <a:cs typeface="微软雅黑" panose="020B0503020204020204" charset="-122"/>
              </a:rPr>
              <a:t>（</a:t>
            </a:r>
            <a:r>
              <a:rPr kumimoji="0" lang="en-US" altLang="zh-CN" sz="1800" u="sng">
                <a:solidFill>
                  <a:srgbClr val="0033CC"/>
                </a:solidFill>
                <a:latin typeface="微软雅黑" panose="020B0503020204020204" charset="-122"/>
                <a:ea typeface="微软雅黑" panose="020B0503020204020204" charset="-122"/>
                <a:cs typeface="微软雅黑" panose="020B0503020204020204" charset="-122"/>
              </a:rPr>
              <a:t>b</a:t>
            </a:r>
            <a:r>
              <a:rPr kumimoji="0" lang="zh-CN" altLang="en-US" sz="1800" u="sng">
                <a:solidFill>
                  <a:srgbClr val="0033CC"/>
                </a:solidFill>
                <a:latin typeface="微软雅黑" panose="020B0503020204020204" charset="-122"/>
                <a:ea typeface="微软雅黑" panose="020B0503020204020204" charset="-122"/>
                <a:cs typeface="微软雅黑" panose="020B0503020204020204" charset="-122"/>
              </a:rPr>
              <a:t>）所示，</a:t>
            </a:r>
            <a:r>
              <a:rPr kumimoji="0" lang="en-US" altLang="zh-CN" sz="1800" u="sng">
                <a:solidFill>
                  <a:srgbClr val="0033CC"/>
                </a:solidFill>
                <a:latin typeface="微软雅黑" panose="020B0503020204020204" charset="-122"/>
                <a:ea typeface="微软雅黑" panose="020B0503020204020204" charset="-122"/>
                <a:cs typeface="微软雅黑" panose="020B0503020204020204" charset="-122"/>
              </a:rPr>
              <a:t>……</a:t>
            </a:r>
            <a:r>
              <a:rPr kumimoji="0" lang="zh-CN" altLang="en-US" sz="1800" u="sng">
                <a:solidFill>
                  <a:srgbClr val="0033CC"/>
                </a:solidFill>
                <a:latin typeface="微软雅黑" panose="020B0503020204020204" charset="-122"/>
                <a:ea typeface="微软雅黑" panose="020B0503020204020204" charset="-122"/>
                <a:cs typeface="微软雅黑" panose="020B0503020204020204" charset="-122"/>
              </a:rPr>
              <a:t>，其指标为</a:t>
            </a:r>
            <a:r>
              <a:rPr kumimoji="0" lang="en-US" altLang="zh-CN" sz="1800" u="sng">
                <a:solidFill>
                  <a:srgbClr val="0033CC"/>
                </a:solidFill>
                <a:latin typeface="微软雅黑" panose="020B0503020204020204" charset="-122"/>
                <a:ea typeface="微软雅黑" panose="020B0503020204020204" charset="-122"/>
                <a:cs typeface="微软雅黑" panose="020B0503020204020204" charset="-122"/>
              </a:rPr>
              <a:t>……</a:t>
            </a:r>
            <a:r>
              <a:rPr kumimoji="0" lang="zh-CN" altLang="en-US" sz="1800" u="sng">
                <a:solidFill>
                  <a:srgbClr val="0033CC"/>
                </a:solidFill>
                <a:latin typeface="微软雅黑" panose="020B0503020204020204" charset="-122"/>
                <a:ea typeface="微软雅黑" panose="020B0503020204020204" charset="-122"/>
                <a:cs typeface="微软雅黑" panose="020B0503020204020204" charset="-122"/>
              </a:rPr>
              <a:t>。</a:t>
            </a:r>
            <a:endParaRPr kumimoji="0" lang="en-US" altLang="zh-CN" sz="1800">
              <a:solidFill>
                <a:srgbClr val="000000"/>
              </a:solidFill>
              <a:latin typeface="微软雅黑" panose="020B0503020204020204" charset="-122"/>
              <a:ea typeface="微软雅黑" panose="020B0503020204020204" charset="-122"/>
              <a:cs typeface="微软雅黑" panose="020B0503020204020204" charset="-122"/>
            </a:endParaRPr>
          </a:p>
          <a:p>
            <a:pPr eaLnBrk="1" hangingPunct="1">
              <a:spcBef>
                <a:spcPts val="0"/>
              </a:spcBef>
              <a:buFontTx/>
              <a:buNone/>
            </a:pPr>
            <a:r>
              <a:rPr kumimoji="0" lang="en-US" altLang="zh-CN" sz="1800">
                <a:solidFill>
                  <a:srgbClr val="000000"/>
                </a:solidFill>
                <a:latin typeface="微软雅黑" panose="020B0503020204020204" charset="-122"/>
                <a:ea typeface="微软雅黑" panose="020B0503020204020204" charset="-122"/>
                <a:cs typeface="微软雅黑" panose="020B0503020204020204" charset="-122"/>
              </a:rPr>
              <a:t>	</a:t>
            </a:r>
            <a:r>
              <a:rPr kumimoji="0" lang="zh-CN" altLang="en-US" sz="1800" u="sng">
                <a:solidFill>
                  <a:srgbClr val="0033CC"/>
                </a:solidFill>
                <a:latin typeface="微软雅黑" panose="020B0503020204020204" charset="-122"/>
                <a:ea typeface="微软雅黑" panose="020B0503020204020204" charset="-122"/>
                <a:cs typeface="微软雅黑" panose="020B0503020204020204" charset="-122"/>
              </a:rPr>
              <a:t>同时，在进行信号处理的过程中，也存在一些难以解决的问题，</a:t>
            </a:r>
            <a:r>
              <a:rPr kumimoji="0" lang="en-US" altLang="zh-CN" sz="1800" u="sng">
                <a:solidFill>
                  <a:srgbClr val="0033CC"/>
                </a:solidFill>
                <a:latin typeface="微软雅黑" panose="020B0503020204020204" charset="-122"/>
                <a:ea typeface="微软雅黑" panose="020B0503020204020204" charset="-122"/>
                <a:cs typeface="微软雅黑" panose="020B0503020204020204" charset="-122"/>
              </a:rPr>
              <a:t>……</a:t>
            </a:r>
            <a:r>
              <a:rPr kumimoji="0" lang="zh-CN" altLang="en-US" sz="1800" u="sng">
                <a:solidFill>
                  <a:srgbClr val="0033CC"/>
                </a:solidFill>
                <a:latin typeface="微软雅黑" panose="020B0503020204020204" charset="-122"/>
                <a:ea typeface="微软雅黑" panose="020B0503020204020204" charset="-122"/>
                <a:cs typeface="微软雅黑" panose="020B0503020204020204" charset="-122"/>
              </a:rPr>
              <a:t>。</a:t>
            </a:r>
            <a:endParaRPr kumimoji="0" lang="en-US" altLang="zh-CN" sz="1800" u="sng">
              <a:solidFill>
                <a:srgbClr val="0033CC"/>
              </a:solidFill>
              <a:latin typeface="微软雅黑" panose="020B0503020204020204" charset="-122"/>
              <a:ea typeface="微软雅黑" panose="020B0503020204020204" charset="-122"/>
              <a:cs typeface="微软雅黑" panose="020B0503020204020204" charset="-122"/>
            </a:endParaRPr>
          </a:p>
          <a:p>
            <a:pPr eaLnBrk="1" hangingPunct="1">
              <a:spcBef>
                <a:spcPct val="0"/>
              </a:spcBef>
              <a:buFontTx/>
              <a:buNone/>
            </a:pPr>
            <a:endParaRPr kumimoji="0" lang="en-US" altLang="zh-CN" sz="1800">
              <a:solidFill>
                <a:srgbClr val="000000"/>
              </a:solidFill>
              <a:latin typeface="微软雅黑" panose="020B0503020204020204" charset="-122"/>
              <a:ea typeface="微软雅黑" panose="020B0503020204020204" charset="-122"/>
              <a:cs typeface="微软雅黑" panose="020B0503020204020204" charset="-122"/>
            </a:endParaRPr>
          </a:p>
          <a:p>
            <a:pPr eaLnBrk="1" hangingPunct="1">
              <a:spcBef>
                <a:spcPct val="0"/>
              </a:spcBef>
              <a:buFontTx/>
              <a:buNone/>
            </a:pPr>
            <a:endParaRPr kumimoji="0" lang="en-US" altLang="zh-CN" sz="180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 name="Rectangle 2"/>
          <p:cNvSpPr>
            <a:spLocks noGrp="1" noChangeArrowheads="1"/>
          </p:cNvSpPr>
          <p:nvPr>
            <p:custDataLst>
              <p:tags r:id="rId5"/>
            </p:custDataLst>
          </p:nvPr>
        </p:nvSpPr>
        <p:spPr>
          <a:xfrm>
            <a:off x="616585" y="44450"/>
            <a:ext cx="806386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36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r>
              <a:rPr lang="zh-CN" altLang="en-US" sz="3600" b="1" dirty="0">
                <a:solidFill>
                  <a:srgbClr val="0033CC"/>
                </a:solidFill>
                <a:effectLst/>
                <a:latin typeface="微软雅黑" panose="020B0503020204020204" charset="-122"/>
                <a:ea typeface="微软雅黑" panose="020B0503020204020204" charset="-122"/>
                <a:cs typeface="微软雅黑" panose="020B0503020204020204" charset="-122"/>
              </a:rPr>
              <a:t>图</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26"/>
                                        </p:tgtEl>
                                        <p:attrNameLst>
                                          <p:attrName>style.visibility</p:attrName>
                                        </p:attrNameLst>
                                      </p:cBhvr>
                                      <p:to>
                                        <p:strVal val="visible"/>
                                      </p:to>
                                    </p:set>
                                    <p:animEffect transition="in" filter="blinds(horizontal)">
                                      <p:cBhvr>
                                        <p:cTn id="7" dur="500"/>
                                        <p:tgtEl>
                                          <p:spTgt spid="3072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0727">
                                            <p:txEl>
                                              <p:pRg st="0" end="0"/>
                                            </p:txEl>
                                          </p:spTgt>
                                        </p:tgtEl>
                                        <p:attrNameLst>
                                          <p:attrName>style.visibility</p:attrName>
                                        </p:attrNameLst>
                                      </p:cBhvr>
                                      <p:to>
                                        <p:strVal val="visible"/>
                                      </p:to>
                                    </p:set>
                                    <p:animEffect transition="in" filter="blinds(horizontal)">
                                      <p:cBhvr>
                                        <p:cTn id="12" dur="500"/>
                                        <p:tgtEl>
                                          <p:spTgt spid="307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0727">
                                            <p:txEl>
                                              <p:pRg st="1" end="1"/>
                                            </p:txEl>
                                          </p:spTgt>
                                        </p:tgtEl>
                                        <p:attrNameLst>
                                          <p:attrName>style.visibility</p:attrName>
                                        </p:attrNameLst>
                                      </p:cBhvr>
                                      <p:to>
                                        <p:strVal val="visible"/>
                                      </p:to>
                                    </p:set>
                                    <p:animEffect transition="in" filter="blinds(horizontal)">
                                      <p:cBhvr>
                                        <p:cTn id="17" dur="500"/>
                                        <p:tgtEl>
                                          <p:spTgt spid="3072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0727">
                                            <p:txEl>
                                              <p:pRg st="2" end="2"/>
                                            </p:txEl>
                                          </p:spTgt>
                                        </p:tgtEl>
                                        <p:attrNameLst>
                                          <p:attrName>style.visibility</p:attrName>
                                        </p:attrNameLst>
                                      </p:cBhvr>
                                      <p:to>
                                        <p:strVal val="visible"/>
                                      </p:to>
                                    </p:set>
                                    <p:animEffect transition="in" filter="blinds(horizontal)">
                                      <p:cBhvr>
                                        <p:cTn id="22" dur="500"/>
                                        <p:tgtEl>
                                          <p:spTgt spid="3072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0727">
                                            <p:txEl>
                                              <p:pRg st="3" end="3"/>
                                            </p:txEl>
                                          </p:spTgt>
                                        </p:tgtEl>
                                        <p:attrNameLst>
                                          <p:attrName>style.visibility</p:attrName>
                                        </p:attrNameLst>
                                      </p:cBhvr>
                                      <p:to>
                                        <p:strVal val="visible"/>
                                      </p:to>
                                    </p:set>
                                    <p:animEffect transition="in" filter="blinds(horizontal)">
                                      <p:cBhvr>
                                        <p:cTn id="27" dur="500"/>
                                        <p:tgtEl>
                                          <p:spTgt spid="30727">
                                            <p:txEl>
                                              <p:pRg st="3" end="3"/>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30727">
                                            <p:txEl>
                                              <p:pRg st="4" end="4"/>
                                            </p:txEl>
                                          </p:spTgt>
                                        </p:tgtEl>
                                        <p:attrNameLst>
                                          <p:attrName>style.visibility</p:attrName>
                                        </p:attrNameLst>
                                      </p:cBhvr>
                                      <p:to>
                                        <p:strVal val="visible"/>
                                      </p:to>
                                    </p:set>
                                    <p:animEffect transition="in" filter="blinds(horizontal)">
                                      <p:cBhvr>
                                        <p:cTn id="30" dur="500"/>
                                        <p:tgtEl>
                                          <p:spTgt spid="307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6" grpId="0"/>
      <p:bldP spid="30726" grpId="1"/>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2"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31749" name="矩形 4"/>
          <p:cNvSpPr>
            <a:spLocks noChangeArrowheads="1"/>
          </p:cNvSpPr>
          <p:nvPr/>
        </p:nvSpPr>
        <p:spPr bwMode="auto">
          <a:xfrm>
            <a:off x="827088" y="908050"/>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8.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既然是看图说话，怎么才能好好描述一个图？</a:t>
            </a:r>
          </a:p>
        </p:txBody>
      </p:sp>
      <p:sp>
        <p:nvSpPr>
          <p:cNvPr id="6" name="矩形 5"/>
          <p:cNvSpPr/>
          <p:nvPr>
            <p:custDataLst>
              <p:tags r:id="rId4"/>
            </p:custDataLst>
          </p:nvPr>
        </p:nvSpPr>
        <p:spPr>
          <a:xfrm>
            <a:off x="35560" y="1327150"/>
            <a:ext cx="8518525" cy="1498600"/>
          </a:xfrm>
          <a:prstGeom prst="rect">
            <a:avLst/>
          </a:prstGeom>
          <a:solidFill>
            <a:schemeClr val="accent1"/>
          </a:solidFill>
          <a:ln w="12700" cap="flat" cmpd="sng" algn="ctr">
            <a:noFill/>
            <a:prstDash val="solid"/>
            <a:miter lim="800000"/>
          </a:ln>
          <a:effectLst/>
        </p:spPr>
        <p:txBody>
          <a:bodyPr anchor="ctr"/>
          <a:lstStyle/>
          <a:p>
            <a:pPr defTabSz="457200" eaLnBrk="1" fontAlgn="auto" hangingPunct="1">
              <a:spcBef>
                <a:spcPts val="0"/>
              </a:spcBef>
              <a:spcAft>
                <a:spcPts val="0"/>
              </a:spcAft>
            </a:pPr>
            <a:r>
              <a:rPr kumimoji="0" lang="zh-CN" altLang="en-US" sz="1600" kern="0" dirty="0">
                <a:solidFill>
                  <a:srgbClr val="FFFFFF"/>
                </a:solidFill>
                <a:latin typeface="微软雅黑" panose="020B0503020204020204" charset="-122"/>
                <a:ea typeface="微软雅黑" panose="020B0503020204020204" charset="-122"/>
                <a:cs typeface="微软雅黑" panose="020B0503020204020204" charset="-122"/>
              </a:rPr>
              <a:t>专业写作中的图，主要分为三类：</a:t>
            </a:r>
            <a:endParaRPr kumimoji="0" lang="en-US" altLang="zh-CN" sz="1600" kern="0" dirty="0">
              <a:solidFill>
                <a:srgbClr val="FFFFFF"/>
              </a:solidFill>
              <a:latin typeface="微软雅黑" panose="020B0503020204020204" charset="-122"/>
              <a:ea typeface="微软雅黑" panose="020B0503020204020204" charset="-122"/>
              <a:cs typeface="微软雅黑" panose="020B0503020204020204" charset="-122"/>
            </a:endParaRPr>
          </a:p>
          <a:p>
            <a:pPr defTabSz="457200" eaLnBrk="1" fontAlgn="auto" hangingPunct="1">
              <a:spcBef>
                <a:spcPts val="0"/>
              </a:spcBef>
              <a:spcAft>
                <a:spcPts val="0"/>
              </a:spcAft>
            </a:pPr>
            <a:r>
              <a:rPr kumimoji="0" lang="zh-CN" altLang="en-US" sz="1600" kern="0" dirty="0">
                <a:solidFill>
                  <a:srgbClr val="FFFFFF"/>
                </a:solidFill>
                <a:latin typeface="微软雅黑" panose="020B0503020204020204" charset="-122"/>
                <a:ea typeface="微软雅黑" panose="020B0503020204020204" charset="-122"/>
                <a:cs typeface="微软雅黑" panose="020B0503020204020204" charset="-122"/>
              </a:rPr>
              <a:t>（</a:t>
            </a:r>
            <a:r>
              <a:rPr kumimoji="0" lang="en-US" altLang="zh-CN" sz="1600" kern="0" dirty="0">
                <a:solidFill>
                  <a:srgbClr val="FFFFFF"/>
                </a:solidFill>
                <a:latin typeface="微软雅黑" panose="020B0503020204020204" charset="-122"/>
                <a:ea typeface="微软雅黑" panose="020B0503020204020204" charset="-122"/>
                <a:cs typeface="微软雅黑" panose="020B0503020204020204" charset="-122"/>
              </a:rPr>
              <a:t>1</a:t>
            </a:r>
            <a:r>
              <a:rPr kumimoji="0" lang="zh-CN" altLang="en-US" sz="1600" kern="0" dirty="0">
                <a:solidFill>
                  <a:srgbClr val="FFFFFF"/>
                </a:solidFill>
                <a:latin typeface="微软雅黑" panose="020B0503020204020204" charset="-122"/>
                <a:ea typeface="微软雅黑" panose="020B0503020204020204" charset="-122"/>
                <a:cs typeface="微软雅黑" panose="020B0503020204020204" charset="-122"/>
              </a:rPr>
              <a:t>）概念图和照片，主要用于描述形象（特点，一般都比较好看，是判断作者态度和水平的一个窗口）；</a:t>
            </a:r>
            <a:endParaRPr kumimoji="0" lang="en-US" altLang="zh-CN" sz="1600" kern="0" dirty="0">
              <a:solidFill>
                <a:srgbClr val="FFFFFF"/>
              </a:solidFill>
              <a:latin typeface="微软雅黑" panose="020B0503020204020204" charset="-122"/>
              <a:ea typeface="微软雅黑" panose="020B0503020204020204" charset="-122"/>
              <a:cs typeface="微软雅黑" panose="020B0503020204020204" charset="-122"/>
            </a:endParaRPr>
          </a:p>
          <a:p>
            <a:pPr defTabSz="457200" eaLnBrk="1" fontAlgn="auto" hangingPunct="1">
              <a:spcBef>
                <a:spcPts val="0"/>
              </a:spcBef>
              <a:spcAft>
                <a:spcPts val="0"/>
              </a:spcAft>
            </a:pPr>
            <a:r>
              <a:rPr kumimoji="0" lang="zh-CN" altLang="en-US" sz="1600" kern="0" dirty="0">
                <a:solidFill>
                  <a:srgbClr val="FFFFFF"/>
                </a:solidFill>
                <a:latin typeface="微软雅黑" panose="020B0503020204020204" charset="-122"/>
                <a:ea typeface="微软雅黑" panose="020B0503020204020204" charset="-122"/>
                <a:cs typeface="微软雅黑" panose="020B0503020204020204" charset="-122"/>
              </a:rPr>
              <a:t>（</a:t>
            </a:r>
            <a:r>
              <a:rPr kumimoji="0" lang="en-US" altLang="zh-CN" sz="1600" kern="0" dirty="0">
                <a:solidFill>
                  <a:srgbClr val="FFFFFF"/>
                </a:solidFill>
                <a:latin typeface="微软雅黑" panose="020B0503020204020204" charset="-122"/>
                <a:ea typeface="微软雅黑" panose="020B0503020204020204" charset="-122"/>
                <a:cs typeface="微软雅黑" panose="020B0503020204020204" charset="-122"/>
              </a:rPr>
              <a:t>2</a:t>
            </a:r>
            <a:r>
              <a:rPr kumimoji="0" lang="zh-CN" altLang="en-US" sz="1600" kern="0" dirty="0">
                <a:solidFill>
                  <a:srgbClr val="FFFFFF"/>
                </a:solidFill>
                <a:latin typeface="微软雅黑" panose="020B0503020204020204" charset="-122"/>
                <a:ea typeface="微软雅黑" panose="020B0503020204020204" charset="-122"/>
                <a:cs typeface="微软雅黑" panose="020B0503020204020204" charset="-122"/>
              </a:rPr>
              <a:t>）过程图和程序图，主要用于展示逻辑（特点：一般作为核心阐述点之一，注重各种关系，连词的聚居地）；</a:t>
            </a:r>
            <a:endParaRPr kumimoji="0" lang="en-US" altLang="zh-CN" sz="1600" kern="0" dirty="0">
              <a:solidFill>
                <a:srgbClr val="FFFFFF"/>
              </a:solidFill>
              <a:latin typeface="微软雅黑" panose="020B0503020204020204" charset="-122"/>
              <a:ea typeface="微软雅黑" panose="020B0503020204020204" charset="-122"/>
              <a:cs typeface="微软雅黑" panose="020B0503020204020204" charset="-122"/>
            </a:endParaRPr>
          </a:p>
          <a:p>
            <a:pPr defTabSz="457200" eaLnBrk="1" fontAlgn="auto" hangingPunct="1">
              <a:spcBef>
                <a:spcPts val="0"/>
              </a:spcBef>
              <a:spcAft>
                <a:spcPts val="0"/>
              </a:spcAft>
            </a:pPr>
            <a:r>
              <a:rPr kumimoji="0" lang="zh-CN" altLang="en-US" sz="1600" kern="0" dirty="0">
                <a:solidFill>
                  <a:srgbClr val="FFFFFF"/>
                </a:solidFill>
                <a:latin typeface="微软雅黑" panose="020B0503020204020204" charset="-122"/>
                <a:ea typeface="微软雅黑" panose="020B0503020204020204" charset="-122"/>
                <a:cs typeface="微软雅黑" panose="020B0503020204020204" charset="-122"/>
              </a:rPr>
              <a:t>（</a:t>
            </a:r>
            <a:r>
              <a:rPr kumimoji="0" lang="en-US" altLang="zh-CN" sz="1600" kern="0" dirty="0">
                <a:solidFill>
                  <a:srgbClr val="FFFFFF"/>
                </a:solidFill>
                <a:latin typeface="微软雅黑" panose="020B0503020204020204" charset="-122"/>
                <a:ea typeface="微软雅黑" panose="020B0503020204020204" charset="-122"/>
                <a:cs typeface="微软雅黑" panose="020B0503020204020204" charset="-122"/>
              </a:rPr>
              <a:t>3</a:t>
            </a:r>
            <a:r>
              <a:rPr kumimoji="0" lang="zh-CN" altLang="en-US" sz="1600" kern="0" dirty="0">
                <a:solidFill>
                  <a:srgbClr val="FFFFFF"/>
                </a:solidFill>
                <a:latin typeface="微软雅黑" panose="020B0503020204020204" charset="-122"/>
                <a:ea typeface="微软雅黑" panose="020B0503020204020204" charset="-122"/>
                <a:cs typeface="微软雅黑" panose="020B0503020204020204" charset="-122"/>
              </a:rPr>
              <a:t>）数据图和统计图，主要用于说明定量（特点，坐标轴和单位）。</a:t>
            </a:r>
          </a:p>
        </p:txBody>
      </p:sp>
      <p:sp>
        <p:nvSpPr>
          <p:cNvPr id="31751" name="矩形 6"/>
          <p:cNvSpPr>
            <a:spLocks noChangeArrowheads="1"/>
          </p:cNvSpPr>
          <p:nvPr/>
        </p:nvSpPr>
        <p:spPr bwMode="auto">
          <a:xfrm>
            <a:off x="755333" y="6224905"/>
            <a:ext cx="7272337" cy="52197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2800" b="1">
                <a:solidFill>
                  <a:schemeClr val="bg1"/>
                </a:solidFill>
                <a:latin typeface="微软雅黑" panose="020B0503020204020204" charset="-122"/>
                <a:ea typeface="微软雅黑" panose="020B0503020204020204" charset="-122"/>
              </a:rPr>
              <a:t>每一幅图都应该要有标题，并在正文中呼应。</a:t>
            </a:r>
          </a:p>
        </p:txBody>
      </p:sp>
      <p:pic>
        <p:nvPicPr>
          <p:cNvPr id="4" name="图片 3"/>
          <p:cNvPicPr>
            <a:picLocks noChangeAspect="1"/>
          </p:cNvPicPr>
          <p:nvPr/>
        </p:nvPicPr>
        <p:blipFill>
          <a:blip r:embed="rId8"/>
          <a:stretch>
            <a:fillRect/>
          </a:stretch>
        </p:blipFill>
        <p:spPr>
          <a:xfrm>
            <a:off x="635" y="2853055"/>
            <a:ext cx="3303270" cy="1183640"/>
          </a:xfrm>
          <a:prstGeom prst="rect">
            <a:avLst/>
          </a:prstGeom>
        </p:spPr>
      </p:pic>
      <p:pic>
        <p:nvPicPr>
          <p:cNvPr id="5" name="图片 4"/>
          <p:cNvPicPr>
            <a:picLocks noChangeAspect="1"/>
          </p:cNvPicPr>
          <p:nvPr>
            <p:custDataLst>
              <p:tags r:id="rId5"/>
            </p:custDataLst>
          </p:nvPr>
        </p:nvPicPr>
        <p:blipFill>
          <a:blip r:embed="rId9"/>
          <a:stretch>
            <a:fillRect/>
          </a:stretch>
        </p:blipFill>
        <p:spPr>
          <a:xfrm>
            <a:off x="3420110" y="2997200"/>
            <a:ext cx="5466715" cy="2818130"/>
          </a:xfrm>
          <a:prstGeom prst="rect">
            <a:avLst/>
          </a:prstGeom>
        </p:spPr>
      </p:pic>
      <p:sp>
        <p:nvSpPr>
          <p:cNvPr id="8" name="Rectangle 2"/>
          <p:cNvSpPr>
            <a:spLocks noGrp="1" noChangeArrowheads="1"/>
          </p:cNvSpPr>
          <p:nvPr>
            <p:custDataLst>
              <p:tags r:id="rId6"/>
            </p:custDataLst>
          </p:nvPr>
        </p:nvSpPr>
        <p:spPr>
          <a:xfrm>
            <a:off x="616585" y="44450"/>
            <a:ext cx="806386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36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r>
              <a:rPr lang="zh-CN" altLang="en-US" sz="3600" b="1" dirty="0">
                <a:solidFill>
                  <a:srgbClr val="0033CC"/>
                </a:solidFill>
                <a:effectLst/>
                <a:latin typeface="微软雅黑" panose="020B0503020204020204" charset="-122"/>
                <a:ea typeface="微软雅黑" panose="020B0503020204020204" charset="-122"/>
                <a:cs typeface="微软雅黑" panose="020B0503020204020204" charset="-122"/>
              </a:rPr>
              <a:t>图</a:t>
            </a:r>
          </a:p>
        </p:txBody>
      </p:sp>
      <p:sp>
        <p:nvSpPr>
          <p:cNvPr id="9" name="文本框 8"/>
          <p:cNvSpPr txBox="1"/>
          <p:nvPr/>
        </p:nvSpPr>
        <p:spPr>
          <a:xfrm>
            <a:off x="6797675" y="6176645"/>
            <a:ext cx="3048000" cy="583565"/>
          </a:xfrm>
          <a:prstGeom prst="rect">
            <a:avLst/>
          </a:prstGeom>
          <a:noFill/>
        </p:spPr>
        <p:txBody>
          <a:bodyPr wrap="square" rtlCol="0">
            <a:spAutoFit/>
          </a:bodyPr>
          <a:lstStyle/>
          <a:p>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blinds(horizontal)">
                                      <p:cBhvr>
                                        <p:cTn id="7" dur="500"/>
                                        <p:tgtEl>
                                          <p:spTgt spid="6">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blinds(horizontal)">
                                      <p:cBhvr>
                                        <p:cTn id="10" dur="500"/>
                                        <p:tgtEl>
                                          <p:spTgt spid="6">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Effect transition="in" filter="blinds(horizontal)">
                                      <p:cBhvr>
                                        <p:cTn id="13" dur="500"/>
                                        <p:tgtEl>
                                          <p:spTgt spid="6">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1751"/>
                                        </p:tgtEl>
                                        <p:attrNameLst>
                                          <p:attrName>style.visibility</p:attrName>
                                        </p:attrNameLst>
                                      </p:cBhvr>
                                      <p:to>
                                        <p:strVal val="visible"/>
                                      </p:to>
                                    </p:set>
                                    <p:anim calcmode="lin" valueType="num">
                                      <p:cBhvr additive="base">
                                        <p:cTn id="18" dur="500" fill="hold"/>
                                        <p:tgtEl>
                                          <p:spTgt spid="31751"/>
                                        </p:tgtEl>
                                        <p:attrNameLst>
                                          <p:attrName>ppt_x</p:attrName>
                                        </p:attrNameLst>
                                      </p:cBhvr>
                                      <p:tavLst>
                                        <p:tav tm="0">
                                          <p:val>
                                            <p:strVal val="#ppt_x"/>
                                          </p:val>
                                        </p:tav>
                                        <p:tav tm="100000">
                                          <p:val>
                                            <p:strVal val="#ppt_x"/>
                                          </p:val>
                                        </p:tav>
                                      </p:tavLst>
                                    </p:anim>
                                    <p:anim calcmode="lin" valueType="num">
                                      <p:cBhvr additive="base">
                                        <p:cTn id="19" dur="500" fill="hold"/>
                                        <p:tgtEl>
                                          <p:spTgt spid="31751"/>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fill="hold"/>
                                        <p:tgtEl>
                                          <p:spTgt spid="4"/>
                                        </p:tgtEl>
                                        <p:attrNameLst>
                                          <p:attrName>ppt_x</p:attrName>
                                        </p:attrNameLst>
                                      </p:cBhvr>
                                      <p:tavLst>
                                        <p:tav tm="0">
                                          <p:val>
                                            <p:strVal val="#ppt_x"/>
                                          </p:val>
                                        </p:tav>
                                        <p:tav tm="100000">
                                          <p:val>
                                            <p:strVal val="#ppt_x"/>
                                          </p:val>
                                        </p:tav>
                                      </p:tavLst>
                                    </p:anim>
                                    <p:anim calcmode="lin" valueType="num">
                                      <p:cBhvr additive="base">
                                        <p:cTn id="2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1" grpId="0" bldLvl="0" animBg="1"/>
      <p:bldP spid="31751" grpId="1"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6"/>
          <a:stretch>
            <a:fillRect/>
          </a:stretch>
        </p:blipFill>
        <p:spPr>
          <a:xfrm>
            <a:off x="251460" y="908685"/>
            <a:ext cx="3392170" cy="4589145"/>
          </a:xfrm>
          <a:prstGeom prst="rect">
            <a:avLst/>
          </a:prstGeom>
        </p:spPr>
      </p:pic>
      <p:pic>
        <p:nvPicPr>
          <p:cNvPr id="4" name="图片 3"/>
          <p:cNvPicPr>
            <a:picLocks noChangeAspect="1"/>
          </p:cNvPicPr>
          <p:nvPr>
            <p:custDataLst>
              <p:tags r:id="rId2"/>
            </p:custDataLst>
          </p:nvPr>
        </p:nvPicPr>
        <p:blipFill>
          <a:blip r:embed="rId7"/>
          <a:stretch>
            <a:fillRect/>
          </a:stretch>
        </p:blipFill>
        <p:spPr>
          <a:xfrm>
            <a:off x="3707765" y="836930"/>
            <a:ext cx="5158105" cy="3277235"/>
          </a:xfrm>
          <a:prstGeom prst="rect">
            <a:avLst/>
          </a:prstGeom>
        </p:spPr>
      </p:pic>
      <p:sp>
        <p:nvSpPr>
          <p:cNvPr id="5" name="Rectangle 2"/>
          <p:cNvSpPr>
            <a:spLocks noGrp="1" noChangeArrowheads="1"/>
          </p:cNvSpPr>
          <p:nvPr>
            <p:custDataLst>
              <p:tags r:id="rId3"/>
            </p:custDataLst>
          </p:nvPr>
        </p:nvSpPr>
        <p:spPr>
          <a:xfrm>
            <a:off x="616585" y="44450"/>
            <a:ext cx="806386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36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r>
              <a:rPr lang="zh-CN" altLang="en-US" sz="3600" b="1" dirty="0">
                <a:solidFill>
                  <a:srgbClr val="0033CC"/>
                </a:solidFill>
                <a:effectLst/>
                <a:latin typeface="微软雅黑" panose="020B0503020204020204" charset="-122"/>
                <a:ea typeface="微软雅黑" panose="020B0503020204020204" charset="-122"/>
                <a:cs typeface="微软雅黑" panose="020B0503020204020204" charset="-122"/>
              </a:rPr>
              <a:t>图</a:t>
            </a:r>
          </a:p>
        </p:txBody>
      </p:sp>
      <p:sp>
        <p:nvSpPr>
          <p:cNvPr id="31751" name="矩形 6"/>
          <p:cNvSpPr>
            <a:spLocks noChangeArrowheads="1"/>
          </p:cNvSpPr>
          <p:nvPr>
            <p:custDataLst>
              <p:tags r:id="rId4"/>
            </p:custDataLst>
          </p:nvPr>
        </p:nvSpPr>
        <p:spPr bwMode="auto">
          <a:xfrm>
            <a:off x="1187133" y="5702935"/>
            <a:ext cx="7272337" cy="52197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2800" b="1">
                <a:solidFill>
                  <a:schemeClr val="bg1"/>
                </a:solidFill>
                <a:latin typeface="微软雅黑" panose="020B0503020204020204" charset="-122"/>
                <a:ea typeface="微软雅黑" panose="020B0503020204020204" charset="-122"/>
              </a:rPr>
              <a:t>图中曲线粗细、颜色、细节标注都是关键！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751"/>
                                        </p:tgtEl>
                                        <p:attrNameLst>
                                          <p:attrName>style.visibility</p:attrName>
                                        </p:attrNameLst>
                                      </p:cBhvr>
                                      <p:to>
                                        <p:strVal val="visible"/>
                                      </p:to>
                                    </p:set>
                                    <p:anim calcmode="lin" valueType="num">
                                      <p:cBhvr additive="base">
                                        <p:cTn id="7" dur="500" fill="hold"/>
                                        <p:tgtEl>
                                          <p:spTgt spid="31751"/>
                                        </p:tgtEl>
                                        <p:attrNameLst>
                                          <p:attrName>ppt_x</p:attrName>
                                        </p:attrNameLst>
                                      </p:cBhvr>
                                      <p:tavLst>
                                        <p:tav tm="0">
                                          <p:val>
                                            <p:strVal val="#ppt_x"/>
                                          </p:val>
                                        </p:tav>
                                        <p:tav tm="100000">
                                          <p:val>
                                            <p:strVal val="#ppt_x"/>
                                          </p:val>
                                        </p:tav>
                                      </p:tavLst>
                                    </p:anim>
                                    <p:anim calcmode="lin" valueType="num">
                                      <p:cBhvr additive="base">
                                        <p:cTn id="8" dur="500" fill="hold"/>
                                        <p:tgtEl>
                                          <p:spTgt spid="317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1" grpId="0" bldLvl="0" animBg="1"/>
      <p:bldP spid="31751" grpId="1" animBg="1"/>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32772" name="矩形 5"/>
          <p:cNvSpPr>
            <a:spLocks noChangeArrowheads="1"/>
          </p:cNvSpPr>
          <p:nvPr/>
        </p:nvSpPr>
        <p:spPr bwMode="auto">
          <a:xfrm>
            <a:off x="871538" y="893763"/>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8.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既然是看图说话，怎么才能好好描述一个图？</a:t>
            </a:r>
          </a:p>
        </p:txBody>
      </p:sp>
      <p:pic>
        <p:nvPicPr>
          <p:cNvPr id="32773" name="图片 1"/>
          <p:cNvPicPr>
            <a:picLocks noChangeAspect="1" noChangeArrowheads="1"/>
          </p:cNvPicPr>
          <p:nvPr/>
        </p:nvPicPr>
        <p:blipFill>
          <a:blip r:embed="rId7"/>
          <a:srcRect/>
          <a:stretch>
            <a:fillRect/>
          </a:stretch>
        </p:blipFill>
        <p:spPr bwMode="auto">
          <a:xfrm>
            <a:off x="1123950" y="1993900"/>
            <a:ext cx="7150735" cy="433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4" name="图片 9"/>
          <p:cNvPicPr>
            <a:picLocks noChangeAspect="1" noChangeArrowheads="1"/>
          </p:cNvPicPr>
          <p:nvPr/>
        </p:nvPicPr>
        <p:blipFill>
          <a:blip r:embed="rId8">
            <a:extLst>
              <a:ext uri="{28A0092B-C50C-407E-A947-70E740481C1C}">
                <a14:useLocalDpi xmlns:a14="http://schemas.microsoft.com/office/drawing/2010/main" val="0"/>
              </a:ext>
            </a:extLst>
          </a:blip>
          <a:srcRect t="21095" b="57538"/>
          <a:stretch>
            <a:fillRect/>
          </a:stretch>
        </p:blipFill>
        <p:spPr bwMode="auto">
          <a:xfrm>
            <a:off x="1059815" y="1298893"/>
            <a:ext cx="666115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a:spLocks noGrp="1" noChangeArrowheads="1"/>
          </p:cNvSpPr>
          <p:nvPr>
            <p:custDataLst>
              <p:tags r:id="rId4"/>
            </p:custDataLst>
          </p:nvPr>
        </p:nvSpPr>
        <p:spPr>
          <a:xfrm>
            <a:off x="616585" y="44450"/>
            <a:ext cx="806386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36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r>
              <a:rPr lang="zh-CN" altLang="en-US" sz="3600" b="1" dirty="0">
                <a:solidFill>
                  <a:srgbClr val="0033CC"/>
                </a:solidFill>
                <a:effectLst/>
                <a:latin typeface="微软雅黑" panose="020B0503020204020204" charset="-122"/>
                <a:ea typeface="微软雅黑" panose="020B0503020204020204" charset="-122"/>
                <a:cs typeface="微软雅黑" panose="020B0503020204020204" charset="-122"/>
              </a:rPr>
              <a:t>图</a:t>
            </a:r>
          </a:p>
        </p:txBody>
      </p:sp>
      <p:sp>
        <p:nvSpPr>
          <p:cNvPr id="31751" name="矩形 6"/>
          <p:cNvSpPr>
            <a:spLocks noChangeArrowheads="1"/>
          </p:cNvSpPr>
          <p:nvPr>
            <p:custDataLst>
              <p:tags r:id="rId5"/>
            </p:custDataLst>
          </p:nvPr>
        </p:nvSpPr>
        <p:spPr bwMode="auto">
          <a:xfrm>
            <a:off x="1199515" y="6224905"/>
            <a:ext cx="6828155" cy="52197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2800" b="1">
                <a:solidFill>
                  <a:schemeClr val="bg1"/>
                </a:solidFill>
                <a:latin typeface="微软雅黑" panose="020B0503020204020204" charset="-122"/>
                <a:ea typeface="微软雅黑" panose="020B0503020204020204" charset="-122"/>
              </a:rPr>
              <a:t>善用时间历程碑图，描述技术发展历史</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774"/>
                                        </p:tgtEl>
                                        <p:attrNameLst>
                                          <p:attrName>style.visibility</p:attrName>
                                        </p:attrNameLst>
                                      </p:cBhvr>
                                      <p:to>
                                        <p:strVal val="visible"/>
                                      </p:to>
                                    </p:set>
                                    <p:anim calcmode="lin" valueType="num">
                                      <p:cBhvr additive="base">
                                        <p:cTn id="7" dur="500" fill="hold"/>
                                        <p:tgtEl>
                                          <p:spTgt spid="32774"/>
                                        </p:tgtEl>
                                        <p:attrNameLst>
                                          <p:attrName>ppt_x</p:attrName>
                                        </p:attrNameLst>
                                      </p:cBhvr>
                                      <p:tavLst>
                                        <p:tav tm="0">
                                          <p:val>
                                            <p:strVal val="#ppt_x"/>
                                          </p:val>
                                        </p:tav>
                                        <p:tav tm="100000">
                                          <p:val>
                                            <p:strVal val="#ppt_x"/>
                                          </p:val>
                                        </p:tav>
                                      </p:tavLst>
                                    </p:anim>
                                    <p:anim calcmode="lin" valueType="num">
                                      <p:cBhvr additive="base">
                                        <p:cTn id="8" dur="500" fill="hold"/>
                                        <p:tgtEl>
                                          <p:spTgt spid="3277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2773"/>
                                        </p:tgtEl>
                                        <p:attrNameLst>
                                          <p:attrName>style.visibility</p:attrName>
                                        </p:attrNameLst>
                                      </p:cBhvr>
                                      <p:to>
                                        <p:strVal val="visible"/>
                                      </p:to>
                                    </p:set>
                                    <p:animEffect transition="in" filter="blinds(horizontal)">
                                      <p:cBhvr>
                                        <p:cTn id="13" dur="500"/>
                                        <p:tgtEl>
                                          <p:spTgt spid="3277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1751"/>
                                        </p:tgtEl>
                                        <p:attrNameLst>
                                          <p:attrName>style.visibility</p:attrName>
                                        </p:attrNameLst>
                                      </p:cBhvr>
                                      <p:to>
                                        <p:strVal val="visible"/>
                                      </p:to>
                                    </p:set>
                                    <p:anim calcmode="lin" valueType="num">
                                      <p:cBhvr additive="base">
                                        <p:cTn id="18" dur="500" fill="hold"/>
                                        <p:tgtEl>
                                          <p:spTgt spid="31751"/>
                                        </p:tgtEl>
                                        <p:attrNameLst>
                                          <p:attrName>ppt_x</p:attrName>
                                        </p:attrNameLst>
                                      </p:cBhvr>
                                      <p:tavLst>
                                        <p:tav tm="0">
                                          <p:val>
                                            <p:strVal val="#ppt_x"/>
                                          </p:val>
                                        </p:tav>
                                        <p:tav tm="100000">
                                          <p:val>
                                            <p:strVal val="#ppt_x"/>
                                          </p:val>
                                        </p:tav>
                                      </p:tavLst>
                                    </p:anim>
                                    <p:anim calcmode="lin" valueType="num">
                                      <p:cBhvr additive="base">
                                        <p:cTn id="19" dur="500" fill="hold"/>
                                        <p:tgtEl>
                                          <p:spTgt spid="317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1" grpId="0" bldLvl="0" animBg="1"/>
      <p:bldP spid="31751" grpId="1"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custDataLst>
              <p:tags r:id="rId1"/>
            </p:custDataLst>
          </p:nvPr>
        </p:nvSpPr>
        <p:spPr>
          <a:xfrm>
            <a:off x="616585" y="44450"/>
            <a:ext cx="806386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36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r>
              <a:rPr lang="zh-CN" altLang="en-US" sz="3600" b="1" dirty="0">
                <a:solidFill>
                  <a:srgbClr val="0033CC"/>
                </a:solidFill>
                <a:effectLst/>
                <a:latin typeface="微软雅黑" panose="020B0503020204020204" charset="-122"/>
                <a:ea typeface="微软雅黑" panose="020B0503020204020204" charset="-122"/>
                <a:cs typeface="微软雅黑" panose="020B0503020204020204" charset="-122"/>
              </a:rPr>
              <a:t>图</a:t>
            </a:r>
          </a:p>
        </p:txBody>
      </p:sp>
      <p:sp>
        <p:nvSpPr>
          <p:cNvPr id="32772" name="矩形 5"/>
          <p:cNvSpPr>
            <a:spLocks noChangeArrowheads="1"/>
          </p:cNvSpPr>
          <p:nvPr>
            <p:custDataLst>
              <p:tags r:id="rId2"/>
            </p:custDataLst>
          </p:nvPr>
        </p:nvSpPr>
        <p:spPr bwMode="auto">
          <a:xfrm>
            <a:off x="871538" y="893763"/>
            <a:ext cx="86344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400" b="1">
                <a:solidFill>
                  <a:srgbClr val="000000"/>
                </a:solidFill>
                <a:latin typeface="微软雅黑" panose="020B0503020204020204" charset="-122"/>
                <a:ea typeface="微软雅黑" panose="020B0503020204020204" charset="-122"/>
                <a:cs typeface="微软雅黑" panose="020B0503020204020204" charset="-122"/>
              </a:rPr>
              <a:t>9. </a:t>
            </a:r>
            <a:r>
              <a:rPr kumimoji="0" lang="zh-CN" altLang="en-US" sz="2400" b="1">
                <a:solidFill>
                  <a:srgbClr val="000000"/>
                </a:solidFill>
                <a:latin typeface="微软雅黑" panose="020B0503020204020204" charset="-122"/>
                <a:ea typeface="微软雅黑" panose="020B0503020204020204" charset="-122"/>
                <a:cs typeface="微软雅黑" panose="020B0503020204020204" charset="-122"/>
              </a:rPr>
              <a:t>作图的工具？</a:t>
            </a:r>
          </a:p>
        </p:txBody>
      </p:sp>
      <p:sp>
        <p:nvSpPr>
          <p:cNvPr id="31751" name="矩形 6"/>
          <p:cNvSpPr>
            <a:spLocks noChangeArrowheads="1"/>
          </p:cNvSpPr>
          <p:nvPr>
            <p:custDataLst>
              <p:tags r:id="rId3"/>
            </p:custDataLst>
          </p:nvPr>
        </p:nvSpPr>
        <p:spPr bwMode="auto">
          <a:xfrm>
            <a:off x="1187450" y="1629410"/>
            <a:ext cx="6828155" cy="95313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2800" b="1">
                <a:solidFill>
                  <a:schemeClr val="bg1"/>
                </a:solidFill>
                <a:latin typeface="微软雅黑" panose="020B0503020204020204" charset="-122"/>
                <a:ea typeface="微软雅黑" panose="020B0503020204020204" charset="-122"/>
              </a:rPr>
              <a:t>编程仿真类：</a:t>
            </a:r>
            <a:r>
              <a:rPr kumimoji="0" lang="en-US" altLang="zh-CN" sz="2800" b="1">
                <a:solidFill>
                  <a:schemeClr val="bg1"/>
                </a:solidFill>
                <a:latin typeface="微软雅黑" panose="020B0503020204020204" charset="-122"/>
                <a:ea typeface="微软雅黑" panose="020B0503020204020204" charset="-122"/>
              </a:rPr>
              <a:t>Matlab</a:t>
            </a:r>
            <a:r>
              <a:rPr kumimoji="0" lang="zh-CN" altLang="en-US" sz="2800" b="1">
                <a:solidFill>
                  <a:schemeClr val="bg1"/>
                </a:solidFill>
                <a:latin typeface="微软雅黑" panose="020B0503020204020204" charset="-122"/>
                <a:ea typeface="微软雅黑" panose="020B0503020204020204" charset="-122"/>
              </a:rPr>
              <a:t>，</a:t>
            </a:r>
            <a:r>
              <a:rPr kumimoji="0" lang="en-US" altLang="zh-CN" sz="2800" b="1">
                <a:solidFill>
                  <a:schemeClr val="bg1"/>
                </a:solidFill>
                <a:latin typeface="微软雅黑" panose="020B0503020204020204" charset="-122"/>
                <a:ea typeface="微软雅黑" panose="020B0503020204020204" charset="-122"/>
              </a:rPr>
              <a:t>Mathcad</a:t>
            </a:r>
            <a:r>
              <a:rPr kumimoji="0" lang="zh-CN" altLang="en-US" sz="2800" b="1">
                <a:solidFill>
                  <a:schemeClr val="bg1"/>
                </a:solidFill>
                <a:latin typeface="微软雅黑" panose="020B0503020204020204" charset="-122"/>
                <a:ea typeface="微软雅黑" panose="020B0503020204020204" charset="-122"/>
              </a:rPr>
              <a:t>，</a:t>
            </a:r>
            <a:r>
              <a:rPr kumimoji="0" lang="en-US" altLang="zh-CN" sz="2800" b="1">
                <a:solidFill>
                  <a:schemeClr val="bg1"/>
                </a:solidFill>
                <a:latin typeface="微软雅黑" panose="020B0503020204020204" charset="-122"/>
                <a:ea typeface="微软雅黑" panose="020B0503020204020204" charset="-122"/>
              </a:rPr>
              <a:t>Octave</a:t>
            </a:r>
            <a:r>
              <a:rPr kumimoji="0" lang="zh-CN" altLang="en-US" sz="2800" b="1">
                <a:solidFill>
                  <a:schemeClr val="bg1"/>
                </a:solidFill>
                <a:latin typeface="微软雅黑" panose="020B0503020204020204" charset="-122"/>
                <a:ea typeface="微软雅黑" panose="020B0503020204020204" charset="-122"/>
              </a:rPr>
              <a:t>，</a:t>
            </a:r>
            <a:r>
              <a:rPr kumimoji="0" lang="en-US" altLang="zh-CN" sz="2800" b="1">
                <a:solidFill>
                  <a:schemeClr val="bg1"/>
                </a:solidFill>
                <a:latin typeface="微软雅黑" panose="020B0503020204020204" charset="-122"/>
                <a:ea typeface="微软雅黑" panose="020B0503020204020204" charset="-122"/>
                <a:sym typeface="+mn-ea"/>
              </a:rPr>
              <a:t>Python</a:t>
            </a:r>
            <a:r>
              <a:rPr kumimoji="0" lang="zh-CN" altLang="en-US" sz="2800" b="1">
                <a:solidFill>
                  <a:schemeClr val="bg1"/>
                </a:solidFill>
                <a:latin typeface="微软雅黑" panose="020B0503020204020204" charset="-122"/>
                <a:ea typeface="微软雅黑" panose="020B0503020204020204" charset="-122"/>
                <a:sym typeface="+mn-ea"/>
              </a:rPr>
              <a:t>，</a:t>
            </a:r>
            <a:r>
              <a:rPr kumimoji="0" lang="en-US" altLang="zh-CN" sz="2800" b="1">
                <a:solidFill>
                  <a:schemeClr val="bg1"/>
                </a:solidFill>
                <a:latin typeface="微软雅黑" panose="020B0503020204020204" charset="-122"/>
                <a:ea typeface="微软雅黑" panose="020B0503020204020204" charset="-122"/>
                <a:sym typeface="+mn-ea"/>
              </a:rPr>
              <a:t>....</a:t>
            </a:r>
          </a:p>
        </p:txBody>
      </p:sp>
      <p:sp>
        <p:nvSpPr>
          <p:cNvPr id="2" name="矩形 6"/>
          <p:cNvSpPr>
            <a:spLocks noChangeArrowheads="1"/>
          </p:cNvSpPr>
          <p:nvPr>
            <p:custDataLst>
              <p:tags r:id="rId4"/>
            </p:custDataLst>
          </p:nvPr>
        </p:nvSpPr>
        <p:spPr bwMode="auto">
          <a:xfrm>
            <a:off x="1115695" y="2919095"/>
            <a:ext cx="6828155" cy="95313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2800" b="1">
                <a:solidFill>
                  <a:schemeClr val="bg1"/>
                </a:solidFill>
                <a:latin typeface="微软雅黑" panose="020B0503020204020204" charset="-122"/>
                <a:ea typeface="微软雅黑" panose="020B0503020204020204" charset="-122"/>
              </a:rPr>
              <a:t>文档工具：</a:t>
            </a:r>
            <a:r>
              <a:rPr kumimoji="0" lang="en-US" altLang="zh-CN" sz="2800" b="1">
                <a:solidFill>
                  <a:schemeClr val="bg1"/>
                </a:solidFill>
                <a:latin typeface="微软雅黑" panose="020B0503020204020204" charset="-122"/>
                <a:ea typeface="微软雅黑" panose="020B0503020204020204" charset="-122"/>
              </a:rPr>
              <a:t>Word</a:t>
            </a:r>
            <a:r>
              <a:rPr kumimoji="0" lang="zh-CN" altLang="en-US" sz="2800" b="1">
                <a:solidFill>
                  <a:schemeClr val="bg1"/>
                </a:solidFill>
                <a:latin typeface="微软雅黑" panose="020B0503020204020204" charset="-122"/>
                <a:ea typeface="微软雅黑" panose="020B0503020204020204" charset="-122"/>
              </a:rPr>
              <a:t>，</a:t>
            </a:r>
            <a:r>
              <a:rPr kumimoji="0" lang="en-US" altLang="zh-CN" sz="2800" b="1">
                <a:solidFill>
                  <a:schemeClr val="bg1"/>
                </a:solidFill>
                <a:latin typeface="微软雅黑" panose="020B0503020204020204" charset="-122"/>
                <a:ea typeface="微软雅黑" panose="020B0503020204020204" charset="-122"/>
              </a:rPr>
              <a:t>Visio</a:t>
            </a:r>
            <a:r>
              <a:rPr kumimoji="0" lang="zh-CN" altLang="en-US" sz="2800" b="1">
                <a:solidFill>
                  <a:schemeClr val="bg1"/>
                </a:solidFill>
                <a:latin typeface="微软雅黑" panose="020B0503020204020204" charset="-122"/>
                <a:ea typeface="微软雅黑" panose="020B0503020204020204" charset="-122"/>
              </a:rPr>
              <a:t>，</a:t>
            </a:r>
            <a:r>
              <a:rPr kumimoji="0" lang="en-US" altLang="zh-CN" sz="2800" b="1">
                <a:solidFill>
                  <a:schemeClr val="bg1"/>
                </a:solidFill>
                <a:latin typeface="微软雅黑" panose="020B0503020204020204" charset="-122"/>
                <a:ea typeface="微软雅黑" panose="020B0503020204020204" charset="-122"/>
              </a:rPr>
              <a:t>Powerpoint, Excel,....</a:t>
            </a:r>
          </a:p>
        </p:txBody>
      </p:sp>
      <p:sp>
        <p:nvSpPr>
          <p:cNvPr id="4" name="矩形 6"/>
          <p:cNvSpPr>
            <a:spLocks noChangeArrowheads="1"/>
          </p:cNvSpPr>
          <p:nvPr>
            <p:custDataLst>
              <p:tags r:id="rId5"/>
            </p:custDataLst>
          </p:nvPr>
        </p:nvSpPr>
        <p:spPr bwMode="auto">
          <a:xfrm>
            <a:off x="1043305" y="4365625"/>
            <a:ext cx="6828155" cy="95313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2800" b="1">
                <a:solidFill>
                  <a:schemeClr val="bg1"/>
                </a:solidFill>
                <a:latin typeface="微软雅黑" panose="020B0503020204020204" charset="-122"/>
                <a:ea typeface="微软雅黑" panose="020B0503020204020204" charset="-122"/>
              </a:rPr>
              <a:t>专业绘图工具：</a:t>
            </a:r>
            <a:r>
              <a:rPr kumimoji="0" lang="en-US" altLang="zh-CN" sz="2800" b="1">
                <a:solidFill>
                  <a:schemeClr val="bg1"/>
                </a:solidFill>
                <a:latin typeface="微软雅黑" panose="020B0503020204020204" charset="-122"/>
                <a:ea typeface="微软雅黑" panose="020B0503020204020204" charset="-122"/>
              </a:rPr>
              <a:t>Photoshop</a:t>
            </a:r>
            <a:r>
              <a:rPr kumimoji="0" lang="zh-CN" altLang="en-US" sz="2800" b="1">
                <a:solidFill>
                  <a:schemeClr val="bg1"/>
                </a:solidFill>
                <a:latin typeface="微软雅黑" panose="020B0503020204020204" charset="-122"/>
                <a:ea typeface="微软雅黑" panose="020B0503020204020204" charset="-122"/>
              </a:rPr>
              <a:t>，</a:t>
            </a:r>
            <a:r>
              <a:rPr kumimoji="0" lang="en-US" altLang="zh-CN" sz="2800" b="1">
                <a:solidFill>
                  <a:schemeClr val="bg1"/>
                </a:solidFill>
                <a:latin typeface="微软雅黑" panose="020B0503020204020204" charset="-122"/>
                <a:ea typeface="微软雅黑" panose="020B0503020204020204" charset="-122"/>
              </a:rPr>
              <a:t>Adobe  Illustrator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751"/>
                                        </p:tgtEl>
                                        <p:attrNameLst>
                                          <p:attrName>style.visibility</p:attrName>
                                        </p:attrNameLst>
                                      </p:cBhvr>
                                      <p:to>
                                        <p:strVal val="visible"/>
                                      </p:to>
                                    </p:set>
                                    <p:anim calcmode="lin" valueType="num">
                                      <p:cBhvr additive="base">
                                        <p:cTn id="7" dur="500" fill="hold"/>
                                        <p:tgtEl>
                                          <p:spTgt spid="31751"/>
                                        </p:tgtEl>
                                        <p:attrNameLst>
                                          <p:attrName>ppt_x</p:attrName>
                                        </p:attrNameLst>
                                      </p:cBhvr>
                                      <p:tavLst>
                                        <p:tav tm="0">
                                          <p:val>
                                            <p:strVal val="#ppt_x"/>
                                          </p:val>
                                        </p:tav>
                                        <p:tav tm="100000">
                                          <p:val>
                                            <p:strVal val="#ppt_x"/>
                                          </p:val>
                                        </p:tav>
                                      </p:tavLst>
                                    </p:anim>
                                    <p:anim calcmode="lin" valueType="num">
                                      <p:cBhvr additive="base">
                                        <p:cTn id="8" dur="500" fill="hold"/>
                                        <p:tgtEl>
                                          <p:spTgt spid="3175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1" grpId="0" bldLvl="0" animBg="1"/>
      <p:bldP spid="31751" grpId="1" animBg="1"/>
      <p:bldP spid="2" grpId="0" bldLvl="0" animBg="1"/>
      <p:bldP spid="2" grpId="1" animBg="1"/>
      <p:bldP spid="4" grpId="0" bldLvl="0" animBg="1"/>
      <p:bldP spid="4" grpId="1"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4"/>
          <a:stretch>
            <a:fillRect/>
          </a:stretch>
        </p:blipFill>
        <p:spPr>
          <a:xfrm>
            <a:off x="611505" y="1411605"/>
            <a:ext cx="3573145" cy="3338195"/>
          </a:xfrm>
          <a:prstGeom prst="rect">
            <a:avLst/>
          </a:prstGeom>
        </p:spPr>
      </p:pic>
      <p:sp>
        <p:nvSpPr>
          <p:cNvPr id="3" name="Rectangle 2"/>
          <p:cNvSpPr>
            <a:spLocks noGrp="1" noChangeArrowheads="1"/>
          </p:cNvSpPr>
          <p:nvPr>
            <p:custDataLst>
              <p:tags r:id="rId1"/>
            </p:custDataLst>
          </p:nvPr>
        </p:nvSpPr>
        <p:spPr>
          <a:xfrm>
            <a:off x="616585" y="44450"/>
            <a:ext cx="806386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36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r>
              <a:rPr lang="zh-CN" altLang="en-US" sz="3600" b="1" dirty="0">
                <a:solidFill>
                  <a:srgbClr val="0033CC"/>
                </a:solidFill>
                <a:effectLst/>
                <a:latin typeface="微软雅黑" panose="020B0503020204020204" charset="-122"/>
                <a:ea typeface="微软雅黑" panose="020B0503020204020204" charset="-122"/>
                <a:cs typeface="微软雅黑" panose="020B0503020204020204" charset="-122"/>
              </a:rPr>
              <a:t>图</a:t>
            </a:r>
          </a:p>
        </p:txBody>
      </p:sp>
      <p:sp>
        <p:nvSpPr>
          <p:cNvPr id="32772" name="矩形 5"/>
          <p:cNvSpPr>
            <a:spLocks noChangeArrowheads="1"/>
          </p:cNvSpPr>
          <p:nvPr>
            <p:custDataLst>
              <p:tags r:id="rId2"/>
            </p:custDataLst>
          </p:nvPr>
        </p:nvSpPr>
        <p:spPr bwMode="auto">
          <a:xfrm>
            <a:off x="871538" y="893763"/>
            <a:ext cx="86344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400" b="1">
                <a:solidFill>
                  <a:srgbClr val="000000"/>
                </a:solidFill>
                <a:latin typeface="微软雅黑" panose="020B0503020204020204" charset="-122"/>
                <a:ea typeface="微软雅黑" panose="020B0503020204020204" charset="-122"/>
                <a:cs typeface="微软雅黑" panose="020B0503020204020204" charset="-122"/>
              </a:rPr>
              <a:t>9. </a:t>
            </a:r>
            <a:r>
              <a:rPr kumimoji="0" lang="zh-CN" altLang="en-US" sz="2400" b="1">
                <a:solidFill>
                  <a:srgbClr val="000000"/>
                </a:solidFill>
                <a:latin typeface="微软雅黑" panose="020B0503020204020204" charset="-122"/>
                <a:ea typeface="微软雅黑" panose="020B0503020204020204" charset="-122"/>
                <a:cs typeface="微软雅黑" panose="020B0503020204020204" charset="-122"/>
              </a:rPr>
              <a:t>作图的工具？举例：</a:t>
            </a:r>
            <a:r>
              <a:rPr kumimoji="0" lang="en-US" altLang="zh-CN" sz="2400" b="1">
                <a:solidFill>
                  <a:srgbClr val="000000"/>
                </a:solidFill>
                <a:latin typeface="微软雅黑" panose="020B0503020204020204" charset="-122"/>
                <a:ea typeface="微软雅黑" panose="020B0503020204020204" charset="-122"/>
                <a:cs typeface="微软雅黑" panose="020B0503020204020204" charset="-122"/>
              </a:rPr>
              <a:t>Excel</a:t>
            </a:r>
            <a:r>
              <a:rPr kumimoji="0" lang="zh-CN" altLang="en-US" sz="2400" b="1">
                <a:solidFill>
                  <a:srgbClr val="000000"/>
                </a:solidFill>
                <a:latin typeface="微软雅黑" panose="020B0503020204020204" charset="-122"/>
                <a:ea typeface="微软雅黑" panose="020B0503020204020204" charset="-122"/>
                <a:cs typeface="微软雅黑" panose="020B0503020204020204" charset="-122"/>
              </a:rPr>
              <a:t>画甘特图与包络图</a:t>
            </a:r>
            <a:r>
              <a:rPr kumimoji="0" lang="en-US" altLang="zh-CN" sz="2400" b="1">
                <a:solidFill>
                  <a:srgbClr val="000000"/>
                </a:solidFill>
                <a:latin typeface="微软雅黑" panose="020B0503020204020204" charset="-122"/>
                <a:ea typeface="微软雅黑" panose="020B0503020204020204" charset="-122"/>
                <a:cs typeface="微软雅黑" panose="020B0503020204020204" charset="-122"/>
              </a:rPr>
              <a:t>/</a:t>
            </a:r>
            <a:r>
              <a:rPr kumimoji="0" lang="zh-CN" altLang="en-US" sz="2400" b="1">
                <a:solidFill>
                  <a:srgbClr val="000000"/>
                </a:solidFill>
                <a:latin typeface="微软雅黑" panose="020B0503020204020204" charset="-122"/>
                <a:ea typeface="微软雅黑" panose="020B0503020204020204" charset="-122"/>
                <a:cs typeface="微软雅黑" panose="020B0503020204020204" charset="-122"/>
              </a:rPr>
              <a:t>雷达图</a:t>
            </a:r>
          </a:p>
        </p:txBody>
      </p:sp>
      <p:pic>
        <p:nvPicPr>
          <p:cNvPr id="4" name="图片 3"/>
          <p:cNvPicPr>
            <a:picLocks noChangeAspect="1"/>
          </p:cNvPicPr>
          <p:nvPr/>
        </p:nvPicPr>
        <p:blipFill>
          <a:blip r:embed="rId5"/>
          <a:stretch>
            <a:fillRect/>
          </a:stretch>
        </p:blipFill>
        <p:spPr>
          <a:xfrm>
            <a:off x="4572000" y="1750060"/>
            <a:ext cx="4364355" cy="22021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33796" name="矩形 7"/>
          <p:cNvSpPr>
            <a:spLocks noChangeArrowheads="1"/>
          </p:cNvSpPr>
          <p:nvPr/>
        </p:nvSpPr>
        <p:spPr bwMode="auto">
          <a:xfrm>
            <a:off x="827088" y="909638"/>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8.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结论怎么写？</a:t>
            </a:r>
          </a:p>
        </p:txBody>
      </p:sp>
      <p:sp>
        <p:nvSpPr>
          <p:cNvPr id="11" name="矩形 10"/>
          <p:cNvSpPr/>
          <p:nvPr>
            <p:custDataLst>
              <p:tags r:id="rId4"/>
            </p:custDataLst>
          </p:nvPr>
        </p:nvSpPr>
        <p:spPr>
          <a:xfrm>
            <a:off x="827088" y="1341438"/>
            <a:ext cx="5040312" cy="431800"/>
          </a:xfrm>
          <a:prstGeom prst="rect">
            <a:avLst/>
          </a:prstGeom>
          <a:solidFill>
            <a:schemeClr val="accent3"/>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结论是摘要的呼应提炼，所以应该写的像摘要</a:t>
            </a:r>
          </a:p>
        </p:txBody>
      </p:sp>
      <p:sp>
        <p:nvSpPr>
          <p:cNvPr id="33798" name="矩形 11"/>
          <p:cNvSpPr>
            <a:spLocks noChangeArrowheads="1"/>
          </p:cNvSpPr>
          <p:nvPr/>
        </p:nvSpPr>
        <p:spPr bwMode="auto">
          <a:xfrm>
            <a:off x="5940425" y="1341438"/>
            <a:ext cx="90614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en-US" altLang="zh-CN" sz="1800">
                <a:solidFill>
                  <a:srgbClr val="000000"/>
                </a:solidFill>
                <a:latin typeface="微软雅黑" panose="020B0503020204020204" charset="-122"/>
                <a:ea typeface="微软雅黑" panose="020B0503020204020204" charset="-122"/>
                <a:cs typeface="微软雅黑" panose="020B0503020204020204" charset="-122"/>
              </a:rPr>
              <a:t>Why</a:t>
            </a:r>
            <a:r>
              <a:rPr kumimoji="0" lang="zh-CN" altLang="en-US" sz="1800">
                <a:solidFill>
                  <a:srgbClr val="000000"/>
                </a:solidFill>
                <a:latin typeface="微软雅黑" panose="020B0503020204020204" charset="-122"/>
                <a:ea typeface="微软雅黑" panose="020B0503020204020204" charset="-122"/>
                <a:cs typeface="微软雅黑" panose="020B0503020204020204" charset="-122"/>
              </a:rPr>
              <a:t>？</a:t>
            </a:r>
          </a:p>
        </p:txBody>
      </p:sp>
      <p:sp>
        <p:nvSpPr>
          <p:cNvPr id="13" name="矩形 12"/>
          <p:cNvSpPr/>
          <p:nvPr>
            <p:custDataLst>
              <p:tags r:id="rId5"/>
            </p:custDataLst>
          </p:nvPr>
        </p:nvSpPr>
        <p:spPr>
          <a:xfrm>
            <a:off x="5940425" y="1709738"/>
            <a:ext cx="3095625" cy="433387"/>
          </a:xfrm>
          <a:prstGeom prst="rect">
            <a:avLst/>
          </a:prstGeom>
          <a:solidFill>
            <a:schemeClr val="accent5">
              <a:lumMod val="50000"/>
            </a:schemeClr>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rgbClr val="FFFFFF"/>
                </a:solidFill>
                <a:latin typeface="微软雅黑" panose="020B0503020204020204" charset="-122"/>
                <a:ea typeface="微软雅黑" panose="020B0503020204020204" charset="-122"/>
              </a:rPr>
              <a:t>读者们靠结论记住你的文章</a:t>
            </a:r>
          </a:p>
        </p:txBody>
      </p:sp>
      <p:sp>
        <p:nvSpPr>
          <p:cNvPr id="33800" name="矩形 13"/>
          <p:cNvSpPr>
            <a:spLocks noChangeArrowheads="1"/>
          </p:cNvSpPr>
          <p:nvPr/>
        </p:nvSpPr>
        <p:spPr bwMode="auto">
          <a:xfrm>
            <a:off x="827088" y="2205038"/>
            <a:ext cx="315468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1800">
                <a:solidFill>
                  <a:srgbClr val="000000"/>
                </a:solidFill>
                <a:latin typeface="微软雅黑" panose="020B0503020204020204" charset="-122"/>
                <a:ea typeface="微软雅黑" panose="020B0503020204020204" charset="-122"/>
                <a:cs typeface="Times New Roman" panose="02020603050405020304" pitchFamily="18" charset="0"/>
              </a:rPr>
              <a:t>那和摘要有没有明显的区别？</a:t>
            </a:r>
          </a:p>
        </p:txBody>
      </p:sp>
      <p:sp>
        <p:nvSpPr>
          <p:cNvPr id="15" name="矩形 14"/>
          <p:cNvSpPr/>
          <p:nvPr>
            <p:custDataLst>
              <p:tags r:id="rId6"/>
            </p:custDataLst>
          </p:nvPr>
        </p:nvSpPr>
        <p:spPr>
          <a:xfrm>
            <a:off x="3851275" y="2349500"/>
            <a:ext cx="4176713" cy="431800"/>
          </a:xfrm>
          <a:prstGeom prst="rect">
            <a:avLst/>
          </a:prstGeom>
          <a:solidFill>
            <a:srgbClr val="FFC000">
              <a:lumMod val="75000"/>
            </a:srgbClr>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chemeClr val="lt1"/>
                </a:solidFill>
                <a:latin typeface="微软雅黑" panose="020B0503020204020204" charset="-122"/>
                <a:ea typeface="微软雅黑" panose="020B0503020204020204" charset="-122"/>
              </a:rPr>
              <a:t>有，区别在于结论具有</a:t>
            </a:r>
            <a:r>
              <a:rPr kumimoji="0" lang="zh-CN" altLang="en-US" sz="1800" b="1" kern="0" dirty="0">
                <a:solidFill>
                  <a:schemeClr val="lt1"/>
                </a:solidFill>
                <a:latin typeface="微软雅黑" panose="020B0503020204020204" charset="-122"/>
                <a:ea typeface="微软雅黑" panose="020B0503020204020204" charset="-122"/>
              </a:rPr>
              <a:t>展望性</a:t>
            </a:r>
          </a:p>
        </p:txBody>
      </p:sp>
      <p:pic>
        <p:nvPicPr>
          <p:cNvPr id="33802" name="图片 15"/>
          <p:cNvPicPr>
            <a:picLocks noChangeAspect="1" noChangeArrowheads="1"/>
          </p:cNvPicPr>
          <p:nvPr/>
        </p:nvPicPr>
        <p:blipFill>
          <a:blip r:embed="rId9"/>
          <a:srcRect/>
          <a:stretch>
            <a:fillRect/>
          </a:stretch>
        </p:blipFill>
        <p:spPr bwMode="auto">
          <a:xfrm>
            <a:off x="1835150" y="2987675"/>
            <a:ext cx="6049963" cy="366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p:cNvSpPr>
            <a:spLocks noGrp="1" noChangeArrowheads="1"/>
          </p:cNvSpPr>
          <p:nvPr>
            <p:custDataLst>
              <p:tags r:id="rId7"/>
            </p:custDataLst>
          </p:nvPr>
        </p:nvSpPr>
        <p:spPr>
          <a:xfrm>
            <a:off x="432435" y="44450"/>
            <a:ext cx="824801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36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r>
              <a:rPr lang="zh-CN" altLang="en-US" sz="3600" b="1" dirty="0">
                <a:solidFill>
                  <a:srgbClr val="0033CC"/>
                </a:solidFill>
                <a:effectLst/>
                <a:latin typeface="微软雅黑" panose="020B0503020204020204" charset="-122"/>
                <a:ea typeface="微软雅黑" panose="020B0503020204020204" charset="-122"/>
                <a:cs typeface="微软雅黑" panose="020B0503020204020204" charset="-122"/>
              </a:rPr>
              <a:t>结论</a:t>
            </a:r>
          </a:p>
        </p:txBody>
      </p:sp>
    </p:spTree>
    <p:custDataLst>
      <p:tags r:id="rId1"/>
    </p:custData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PhAnim="0">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34820" name="矩形 16"/>
          <p:cNvSpPr>
            <a:spLocks noChangeArrowheads="1"/>
          </p:cNvSpPr>
          <p:nvPr/>
        </p:nvSpPr>
        <p:spPr bwMode="auto">
          <a:xfrm>
            <a:off x="827088" y="981075"/>
            <a:ext cx="86344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600"/>
              </a:spcAft>
              <a:buFontTx/>
              <a:buNone/>
            </a:pPr>
            <a:r>
              <a:rPr kumimoji="0" lang="en-US" altLang="zh-CN" sz="2000" b="1">
                <a:solidFill>
                  <a:srgbClr val="000000"/>
                </a:solidFill>
                <a:latin typeface="微软雅黑" panose="020B0503020204020204" charset="-122"/>
                <a:ea typeface="微软雅黑" panose="020B0503020204020204" charset="-122"/>
                <a:cs typeface="微软雅黑" panose="020B0503020204020204" charset="-122"/>
              </a:rPr>
              <a:t>9. </a:t>
            </a:r>
            <a:r>
              <a:rPr kumimoji="0" lang="zh-CN" altLang="en-US" sz="2000" b="1">
                <a:solidFill>
                  <a:srgbClr val="000000"/>
                </a:solidFill>
                <a:latin typeface="微软雅黑" panose="020B0503020204020204" charset="-122"/>
                <a:ea typeface="微软雅黑" panose="020B0503020204020204" charset="-122"/>
                <a:cs typeface="微软雅黑" panose="020B0503020204020204" charset="-122"/>
              </a:rPr>
              <a:t>参考文献的融入和交叉引用</a:t>
            </a:r>
          </a:p>
        </p:txBody>
      </p:sp>
      <p:sp>
        <p:nvSpPr>
          <p:cNvPr id="34821" name="矩形 17"/>
          <p:cNvSpPr>
            <a:spLocks noChangeArrowheads="1"/>
          </p:cNvSpPr>
          <p:nvPr>
            <p:custDataLst>
              <p:tags r:id="rId4"/>
            </p:custDataLst>
          </p:nvPr>
        </p:nvSpPr>
        <p:spPr bwMode="auto">
          <a:xfrm>
            <a:off x="827088" y="1557338"/>
            <a:ext cx="8183880"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1800">
                <a:solidFill>
                  <a:schemeClr val="dk1"/>
                </a:solidFill>
                <a:latin typeface="微软雅黑" panose="020B0503020204020204" charset="-122"/>
                <a:ea typeface="微软雅黑" panose="020B0503020204020204" charset="-122"/>
              </a:rPr>
              <a:t>我们都注意到了，相比于别的文体，科技文献最重要的特征之一就是</a:t>
            </a:r>
            <a:r>
              <a:rPr kumimoji="0" lang="zh-CN" altLang="en-US" sz="1800" b="1">
                <a:solidFill>
                  <a:schemeClr val="dk1"/>
                </a:solidFill>
                <a:latin typeface="微软雅黑" panose="020B0503020204020204" charset="-122"/>
                <a:ea typeface="微软雅黑" panose="020B0503020204020204" charset="-122"/>
              </a:rPr>
              <a:t>参考文献</a:t>
            </a:r>
            <a:r>
              <a:rPr kumimoji="0" lang="zh-CN" altLang="en-US" sz="1800">
                <a:solidFill>
                  <a:schemeClr val="dk1"/>
                </a:solidFill>
                <a:latin typeface="微软雅黑" panose="020B0503020204020204" charset="-122"/>
                <a:ea typeface="微软雅黑" panose="020B0503020204020204" charset="-122"/>
              </a:rPr>
              <a:t>。</a:t>
            </a:r>
            <a:endParaRPr kumimoji="0" lang="en-US" altLang="zh-CN" sz="1800">
              <a:solidFill>
                <a:schemeClr val="dk1"/>
              </a:solidFill>
              <a:latin typeface="微软雅黑" panose="020B0503020204020204" charset="-122"/>
              <a:ea typeface="微软雅黑" panose="020B0503020204020204" charset="-122"/>
            </a:endParaRPr>
          </a:p>
          <a:p>
            <a:pPr eaLnBrk="1" hangingPunct="1">
              <a:spcBef>
                <a:spcPct val="0"/>
              </a:spcBef>
              <a:buFontTx/>
              <a:buNone/>
            </a:pPr>
            <a:endParaRPr kumimoji="0" lang="en-US" altLang="zh-CN" sz="1800">
              <a:solidFill>
                <a:schemeClr val="dk1"/>
              </a:solidFill>
              <a:latin typeface="微软雅黑" panose="020B0503020204020204" charset="-122"/>
              <a:ea typeface="微软雅黑" panose="020B0503020204020204" charset="-122"/>
            </a:endParaRPr>
          </a:p>
          <a:p>
            <a:pPr eaLnBrk="1" hangingPunct="1">
              <a:spcBef>
                <a:spcPts val="0"/>
              </a:spcBef>
              <a:buFontTx/>
              <a:buNone/>
            </a:pPr>
            <a:r>
              <a:rPr kumimoji="0" lang="zh-CN" altLang="en-US" sz="1800">
                <a:solidFill>
                  <a:schemeClr val="dk1"/>
                </a:solidFill>
                <a:latin typeface="微软雅黑" panose="020B0503020204020204" charset="-122"/>
                <a:ea typeface="微软雅黑" panose="020B0503020204020204" charset="-122"/>
              </a:rPr>
              <a:t>参考文献</a:t>
            </a:r>
            <a:r>
              <a:rPr kumimoji="0" lang="zh-CN" altLang="en-US" sz="1800" b="1">
                <a:solidFill>
                  <a:schemeClr val="dk1"/>
                </a:solidFill>
                <a:latin typeface="微软雅黑" panose="020B0503020204020204" charset="-122"/>
                <a:ea typeface="微软雅黑" panose="020B0503020204020204" charset="-122"/>
              </a:rPr>
              <a:t>一般是公开发表的</a:t>
            </a:r>
            <a:r>
              <a:rPr kumimoji="0" lang="zh-CN" altLang="en-US" sz="1800">
                <a:solidFill>
                  <a:schemeClr val="dk1"/>
                </a:solidFill>
                <a:latin typeface="微软雅黑" panose="020B0503020204020204" charset="-122"/>
                <a:ea typeface="微软雅黑" panose="020B0503020204020204" charset="-122"/>
              </a:rPr>
              <a:t>，大致分为如下几类：</a:t>
            </a:r>
            <a:endParaRPr kumimoji="0" lang="en-US" altLang="zh-CN" sz="1800">
              <a:solidFill>
                <a:schemeClr val="dk1"/>
              </a:solidFill>
              <a:latin typeface="微软雅黑" panose="020B0503020204020204" charset="-122"/>
              <a:ea typeface="微软雅黑" panose="020B0503020204020204" charset="-122"/>
            </a:endParaRPr>
          </a:p>
          <a:p>
            <a:pPr eaLnBrk="1" hangingPunct="1">
              <a:spcBef>
                <a:spcPct val="0"/>
              </a:spcBef>
              <a:buFontTx/>
              <a:buNone/>
            </a:pPr>
            <a:endParaRPr kumimoji="0" lang="en-US" altLang="zh-CN" sz="1800">
              <a:solidFill>
                <a:schemeClr val="dk1"/>
              </a:solidFill>
              <a:latin typeface="微软雅黑" panose="020B0503020204020204" charset="-122"/>
              <a:ea typeface="微软雅黑" panose="020B0503020204020204" charset="-122"/>
            </a:endParaRPr>
          </a:p>
        </p:txBody>
      </p:sp>
      <p:sp>
        <p:nvSpPr>
          <p:cNvPr id="19" name="矩形 18"/>
          <p:cNvSpPr/>
          <p:nvPr/>
        </p:nvSpPr>
        <p:spPr>
          <a:xfrm>
            <a:off x="1547813" y="2636838"/>
            <a:ext cx="1439862" cy="504825"/>
          </a:xfrm>
          <a:prstGeom prst="rect">
            <a:avLst/>
          </a:prstGeom>
          <a:solidFill>
            <a:srgbClr val="5B9BD5">
              <a:lumMod val="60000"/>
              <a:lumOff val="40000"/>
            </a:srgbClr>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rgbClr val="000000"/>
                </a:solidFill>
                <a:latin typeface="微软雅黑" panose="020B0503020204020204" charset="-122"/>
                <a:ea typeface="微软雅黑" panose="020B0503020204020204" charset="-122"/>
                <a:cs typeface="微软雅黑" panose="020B0503020204020204" charset="-122"/>
              </a:rPr>
              <a:t>期刊论文 </a:t>
            </a:r>
            <a:r>
              <a:rPr kumimoji="0" lang="en-US" altLang="zh-CN" sz="1800" kern="0" dirty="0">
                <a:solidFill>
                  <a:srgbClr val="000000"/>
                </a:solidFill>
                <a:latin typeface="微软雅黑" panose="020B0503020204020204" charset="-122"/>
                <a:ea typeface="微软雅黑" panose="020B0503020204020204" charset="-122"/>
                <a:cs typeface="微软雅黑" panose="020B0503020204020204" charset="-122"/>
              </a:rPr>
              <a:t>[J]</a:t>
            </a:r>
          </a:p>
        </p:txBody>
      </p:sp>
      <p:sp>
        <p:nvSpPr>
          <p:cNvPr id="20" name="矩形 19"/>
          <p:cNvSpPr/>
          <p:nvPr/>
        </p:nvSpPr>
        <p:spPr>
          <a:xfrm>
            <a:off x="1547813" y="3284538"/>
            <a:ext cx="1439862" cy="504825"/>
          </a:xfrm>
          <a:prstGeom prst="rect">
            <a:avLst/>
          </a:prstGeom>
          <a:solidFill>
            <a:srgbClr val="5B9BD5">
              <a:lumMod val="60000"/>
              <a:lumOff val="40000"/>
            </a:srgbClr>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rgbClr val="000000"/>
                </a:solidFill>
                <a:latin typeface="微软雅黑" panose="020B0503020204020204" charset="-122"/>
                <a:ea typeface="微软雅黑" panose="020B0503020204020204" charset="-122"/>
                <a:cs typeface="微软雅黑" panose="020B0503020204020204" charset="-122"/>
              </a:rPr>
              <a:t>会议论文 </a:t>
            </a:r>
            <a:r>
              <a:rPr kumimoji="0" lang="en-US" altLang="zh-CN" sz="1800" kern="0" dirty="0">
                <a:solidFill>
                  <a:srgbClr val="000000"/>
                </a:solidFill>
                <a:latin typeface="微软雅黑" panose="020B0503020204020204" charset="-122"/>
                <a:ea typeface="微软雅黑" panose="020B0503020204020204" charset="-122"/>
                <a:cs typeface="微软雅黑" panose="020B0503020204020204" charset="-122"/>
              </a:rPr>
              <a:t>[C]</a:t>
            </a:r>
          </a:p>
        </p:txBody>
      </p:sp>
      <p:sp>
        <p:nvSpPr>
          <p:cNvPr id="21" name="矩形 20"/>
          <p:cNvSpPr/>
          <p:nvPr/>
        </p:nvSpPr>
        <p:spPr>
          <a:xfrm>
            <a:off x="1547813" y="3933825"/>
            <a:ext cx="1439862" cy="503238"/>
          </a:xfrm>
          <a:prstGeom prst="rect">
            <a:avLst/>
          </a:prstGeom>
          <a:solidFill>
            <a:srgbClr val="5B9BD5">
              <a:lumMod val="60000"/>
              <a:lumOff val="40000"/>
            </a:srgbClr>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rgbClr val="000000"/>
                </a:solidFill>
                <a:latin typeface="微软雅黑" panose="020B0503020204020204" charset="-122"/>
                <a:ea typeface="微软雅黑" panose="020B0503020204020204" charset="-122"/>
                <a:cs typeface="微软雅黑" panose="020B0503020204020204" charset="-122"/>
              </a:rPr>
              <a:t>学位论文 </a:t>
            </a:r>
            <a:r>
              <a:rPr kumimoji="0" lang="en-US" altLang="zh-CN" sz="1800" kern="0" dirty="0">
                <a:solidFill>
                  <a:srgbClr val="000000"/>
                </a:solidFill>
                <a:latin typeface="微软雅黑" panose="020B0503020204020204" charset="-122"/>
                <a:ea typeface="微软雅黑" panose="020B0503020204020204" charset="-122"/>
                <a:cs typeface="微软雅黑" panose="020B0503020204020204" charset="-122"/>
              </a:rPr>
              <a:t>[D]</a:t>
            </a:r>
          </a:p>
        </p:txBody>
      </p:sp>
      <p:sp>
        <p:nvSpPr>
          <p:cNvPr id="22" name="矩形 21"/>
          <p:cNvSpPr/>
          <p:nvPr/>
        </p:nvSpPr>
        <p:spPr>
          <a:xfrm>
            <a:off x="3708400" y="2636838"/>
            <a:ext cx="1439863" cy="1152525"/>
          </a:xfrm>
          <a:prstGeom prst="rect">
            <a:avLst/>
          </a:prstGeom>
          <a:solidFill>
            <a:srgbClr val="ED7D31">
              <a:lumMod val="60000"/>
              <a:lumOff val="40000"/>
            </a:srgbClr>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rgbClr val="000000"/>
                </a:solidFill>
                <a:latin typeface="微软雅黑" panose="020B0503020204020204" charset="-122"/>
                <a:ea typeface="微软雅黑" panose="020B0503020204020204" charset="-122"/>
                <a:cs typeface="微软雅黑" panose="020B0503020204020204" charset="-122"/>
              </a:rPr>
              <a:t>图书和</a:t>
            </a:r>
            <a:endParaRPr kumimoji="0" lang="en-US" altLang="zh-CN" sz="1800" kern="0" dirty="0">
              <a:solidFill>
                <a:srgbClr val="000000"/>
              </a:solidFill>
              <a:latin typeface="微软雅黑" panose="020B0503020204020204" charset="-122"/>
              <a:ea typeface="微软雅黑" panose="020B0503020204020204" charset="-122"/>
              <a:cs typeface="微软雅黑" panose="020B0503020204020204" charset="-122"/>
            </a:endParaRPr>
          </a:p>
          <a:p>
            <a:pPr algn="ctr" defTabSz="457200" eaLnBrk="1" fontAlgn="auto" hangingPunct="1">
              <a:spcBef>
                <a:spcPts val="0"/>
              </a:spcBef>
              <a:spcAft>
                <a:spcPts val="0"/>
              </a:spcAft>
            </a:pPr>
            <a:r>
              <a:rPr kumimoji="0" lang="zh-CN" altLang="en-US" sz="1800" kern="0" dirty="0">
                <a:solidFill>
                  <a:srgbClr val="000000"/>
                </a:solidFill>
                <a:latin typeface="微软雅黑" panose="020B0503020204020204" charset="-122"/>
                <a:ea typeface="微软雅黑" panose="020B0503020204020204" charset="-122"/>
                <a:cs typeface="微软雅黑" panose="020B0503020204020204" charset="-122"/>
              </a:rPr>
              <a:t>图书章节 </a:t>
            </a:r>
            <a:r>
              <a:rPr kumimoji="0" lang="en-US" altLang="zh-CN" sz="1800" kern="0" dirty="0">
                <a:solidFill>
                  <a:srgbClr val="000000"/>
                </a:solidFill>
                <a:latin typeface="微软雅黑" panose="020B0503020204020204" charset="-122"/>
                <a:ea typeface="微软雅黑" panose="020B0503020204020204" charset="-122"/>
                <a:cs typeface="微软雅黑" panose="020B0503020204020204" charset="-122"/>
              </a:rPr>
              <a:t>[M]</a:t>
            </a:r>
          </a:p>
        </p:txBody>
      </p:sp>
      <p:sp>
        <p:nvSpPr>
          <p:cNvPr id="23" name="矩形 22"/>
          <p:cNvSpPr/>
          <p:nvPr/>
        </p:nvSpPr>
        <p:spPr>
          <a:xfrm>
            <a:off x="5867400" y="2636838"/>
            <a:ext cx="1441450" cy="1152525"/>
          </a:xfrm>
          <a:prstGeom prst="rect">
            <a:avLst/>
          </a:prstGeom>
          <a:solidFill>
            <a:srgbClr val="A5A5A5">
              <a:lumMod val="60000"/>
              <a:lumOff val="40000"/>
            </a:srgbClr>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rgbClr val="000000"/>
                </a:solidFill>
                <a:latin typeface="微软雅黑" panose="020B0503020204020204" charset="-122"/>
                <a:ea typeface="微软雅黑" panose="020B0503020204020204" charset="-122"/>
                <a:cs typeface="微软雅黑" panose="020B0503020204020204" charset="-122"/>
              </a:rPr>
              <a:t>报刊和</a:t>
            </a:r>
            <a:endParaRPr kumimoji="0" lang="en-US" altLang="zh-CN" sz="1800" kern="0" dirty="0">
              <a:solidFill>
                <a:srgbClr val="000000"/>
              </a:solidFill>
              <a:latin typeface="微软雅黑" panose="020B0503020204020204" charset="-122"/>
              <a:ea typeface="微软雅黑" panose="020B0503020204020204" charset="-122"/>
              <a:cs typeface="微软雅黑" panose="020B0503020204020204" charset="-122"/>
            </a:endParaRPr>
          </a:p>
          <a:p>
            <a:pPr algn="ctr" defTabSz="457200" eaLnBrk="1" fontAlgn="auto" hangingPunct="1">
              <a:spcBef>
                <a:spcPts val="0"/>
              </a:spcBef>
              <a:spcAft>
                <a:spcPts val="0"/>
              </a:spcAft>
            </a:pPr>
            <a:r>
              <a:rPr kumimoji="0" lang="zh-CN" altLang="en-US" sz="1800" kern="0" dirty="0">
                <a:solidFill>
                  <a:srgbClr val="000000"/>
                </a:solidFill>
                <a:latin typeface="微软雅黑" panose="020B0503020204020204" charset="-122"/>
                <a:ea typeface="微软雅黑" panose="020B0503020204020204" charset="-122"/>
                <a:cs typeface="微软雅黑" panose="020B0503020204020204" charset="-122"/>
              </a:rPr>
              <a:t>新闻 </a:t>
            </a:r>
            <a:r>
              <a:rPr kumimoji="0" lang="en-US" altLang="zh-CN" sz="1800" kern="0" dirty="0">
                <a:solidFill>
                  <a:srgbClr val="000000"/>
                </a:solidFill>
                <a:latin typeface="微软雅黑" panose="020B0503020204020204" charset="-122"/>
                <a:ea typeface="微软雅黑" panose="020B0503020204020204" charset="-122"/>
                <a:cs typeface="微软雅黑" panose="020B0503020204020204" charset="-122"/>
              </a:rPr>
              <a:t>[N]</a:t>
            </a:r>
          </a:p>
        </p:txBody>
      </p:sp>
      <p:sp>
        <p:nvSpPr>
          <p:cNvPr id="24" name="矩形 23"/>
          <p:cNvSpPr/>
          <p:nvPr/>
        </p:nvSpPr>
        <p:spPr>
          <a:xfrm>
            <a:off x="5867400" y="4005263"/>
            <a:ext cx="1441450" cy="503237"/>
          </a:xfrm>
          <a:prstGeom prst="rect">
            <a:avLst/>
          </a:prstGeom>
          <a:solidFill>
            <a:srgbClr val="A5A5A5">
              <a:lumMod val="60000"/>
              <a:lumOff val="40000"/>
            </a:srgbClr>
          </a:solidFill>
          <a:ln w="12700" cap="flat" cmpd="sng" algn="ctr">
            <a:noFill/>
            <a:prstDash val="solid"/>
            <a:miter lim="800000"/>
          </a:ln>
          <a:effectLst/>
        </p:spPr>
        <p:txBody>
          <a:bodyPr anchor="ctr"/>
          <a:lstStyle/>
          <a:p>
            <a:pPr algn="ctr" defTabSz="457200" eaLnBrk="1" fontAlgn="auto" hangingPunct="1">
              <a:spcBef>
                <a:spcPts val="0"/>
              </a:spcBef>
              <a:spcAft>
                <a:spcPts val="0"/>
              </a:spcAft>
            </a:pPr>
            <a:r>
              <a:rPr kumimoji="0" lang="zh-CN" altLang="en-US" sz="1800" kern="0" dirty="0">
                <a:solidFill>
                  <a:srgbClr val="000000"/>
                </a:solidFill>
                <a:latin typeface="微软雅黑" panose="020B0503020204020204" charset="-122"/>
                <a:ea typeface="微软雅黑" panose="020B0503020204020204" charset="-122"/>
                <a:cs typeface="微软雅黑" panose="020B0503020204020204" charset="-122"/>
              </a:rPr>
              <a:t>专利 </a:t>
            </a:r>
            <a:r>
              <a:rPr kumimoji="0" lang="en-US" altLang="zh-CN" sz="1800" kern="0" dirty="0">
                <a:solidFill>
                  <a:srgbClr val="000000"/>
                </a:solidFill>
                <a:latin typeface="微软雅黑" panose="020B0503020204020204" charset="-122"/>
                <a:ea typeface="微软雅黑" panose="020B0503020204020204" charset="-122"/>
                <a:cs typeface="微软雅黑" panose="020B0503020204020204" charset="-122"/>
              </a:rPr>
              <a:t>[P]</a:t>
            </a:r>
          </a:p>
        </p:txBody>
      </p:sp>
      <p:sp>
        <p:nvSpPr>
          <p:cNvPr id="34828" name="矩形 24"/>
          <p:cNvSpPr>
            <a:spLocks noChangeArrowheads="1"/>
          </p:cNvSpPr>
          <p:nvPr>
            <p:custDataLst>
              <p:tags r:id="rId5"/>
            </p:custDataLst>
          </p:nvPr>
        </p:nvSpPr>
        <p:spPr bwMode="auto">
          <a:xfrm>
            <a:off x="831850" y="4724400"/>
            <a:ext cx="5440680"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1800">
                <a:solidFill>
                  <a:schemeClr val="dk1"/>
                </a:solidFill>
                <a:latin typeface="微软雅黑" panose="020B0503020204020204" charset="-122"/>
                <a:ea typeface="微软雅黑" panose="020B0503020204020204" charset="-122"/>
              </a:rPr>
              <a:t>在哪里引用别人的研究成果呢？</a:t>
            </a:r>
            <a:endParaRPr kumimoji="0" lang="en-US" altLang="zh-CN" sz="1800">
              <a:solidFill>
                <a:schemeClr val="dk1"/>
              </a:solidFill>
              <a:latin typeface="微软雅黑" panose="020B0503020204020204" charset="-122"/>
              <a:ea typeface="微软雅黑" panose="020B0503020204020204" charset="-122"/>
            </a:endParaRPr>
          </a:p>
          <a:p>
            <a:pPr eaLnBrk="1" hangingPunct="1">
              <a:spcBef>
                <a:spcPts val="0"/>
              </a:spcBef>
              <a:spcAft>
                <a:spcPts val="0"/>
              </a:spcAft>
              <a:buFontTx/>
              <a:buNone/>
            </a:pPr>
            <a:r>
              <a:rPr kumimoji="0" lang="zh-CN" altLang="en-US" sz="1800">
                <a:solidFill>
                  <a:schemeClr val="dk1"/>
                </a:solidFill>
                <a:latin typeface="微软雅黑" panose="020B0503020204020204" charset="-122"/>
                <a:ea typeface="微软雅黑" panose="020B0503020204020204" charset="-122"/>
              </a:rPr>
              <a:t>对研究性论述，一般参考文献都集中在引言里</a:t>
            </a:r>
            <a:endParaRPr kumimoji="0" lang="en-US" altLang="zh-CN" sz="1800">
              <a:solidFill>
                <a:schemeClr val="dk1"/>
              </a:solidFill>
              <a:latin typeface="微软雅黑" panose="020B0503020204020204" charset="-122"/>
              <a:ea typeface="微软雅黑" panose="020B0503020204020204" charset="-122"/>
            </a:endParaRPr>
          </a:p>
          <a:p>
            <a:pPr eaLnBrk="1" hangingPunct="1">
              <a:spcBef>
                <a:spcPts val="0"/>
              </a:spcBef>
              <a:buFontTx/>
              <a:buNone/>
            </a:pPr>
            <a:r>
              <a:rPr kumimoji="0" lang="zh-CN" altLang="en-US" sz="1800">
                <a:solidFill>
                  <a:schemeClr val="dk1"/>
                </a:solidFill>
                <a:latin typeface="微软雅黑" panose="020B0503020204020204" charset="-122"/>
                <a:ea typeface="微软雅黑" panose="020B0503020204020204" charset="-122"/>
              </a:rPr>
              <a:t>对综述性论述，分布在全文，但一般不出现在结论里</a:t>
            </a:r>
          </a:p>
        </p:txBody>
      </p:sp>
      <p:sp>
        <p:nvSpPr>
          <p:cNvPr id="34829" name="矩形 25"/>
          <p:cNvSpPr>
            <a:spLocks noChangeArrowheads="1"/>
          </p:cNvSpPr>
          <p:nvPr>
            <p:custDataLst>
              <p:tags r:id="rId6"/>
            </p:custDataLst>
          </p:nvPr>
        </p:nvSpPr>
        <p:spPr bwMode="auto">
          <a:xfrm>
            <a:off x="827088" y="5876925"/>
            <a:ext cx="544068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spcAft>
                <a:spcPts val="0"/>
              </a:spcAft>
              <a:buFontTx/>
              <a:buNone/>
            </a:pPr>
            <a:r>
              <a:rPr kumimoji="0" lang="zh-CN" altLang="en-US" sz="1800">
                <a:solidFill>
                  <a:schemeClr val="dk1"/>
                </a:solidFill>
                <a:latin typeface="微软雅黑" panose="020B0503020204020204" charset="-122"/>
                <a:ea typeface="微软雅黑" panose="020B0503020204020204" charset="-122"/>
              </a:rPr>
              <a:t>一个问题：引用了参考文献，就可以抄写原文了吗？</a:t>
            </a:r>
            <a:endParaRPr kumimoji="0" lang="en-US" altLang="zh-CN" sz="1800">
              <a:solidFill>
                <a:schemeClr val="dk1"/>
              </a:solidFill>
              <a:latin typeface="微软雅黑" panose="020B0503020204020204" charset="-122"/>
              <a:ea typeface="微软雅黑" panose="020B0503020204020204" charset="-122"/>
            </a:endParaRPr>
          </a:p>
          <a:p>
            <a:pPr eaLnBrk="1" hangingPunct="1">
              <a:spcBef>
                <a:spcPts val="0"/>
              </a:spcBef>
              <a:buFontTx/>
              <a:buNone/>
            </a:pPr>
            <a:r>
              <a:rPr kumimoji="0" lang="zh-CN" altLang="en-US" sz="1800">
                <a:solidFill>
                  <a:schemeClr val="dk1"/>
                </a:solidFill>
                <a:latin typeface="微软雅黑" panose="020B0503020204020204" charset="-122"/>
                <a:ea typeface="微软雅黑" panose="020B0503020204020204" charset="-122"/>
              </a:rPr>
              <a:t>一个引用原则：</a:t>
            </a:r>
            <a:r>
              <a:rPr kumimoji="0" lang="zh-CN" altLang="en-US" sz="1800" b="1">
                <a:solidFill>
                  <a:schemeClr val="dk1"/>
                </a:solidFill>
                <a:latin typeface="微软雅黑" panose="020B0503020204020204" charset="-122"/>
                <a:ea typeface="微软雅黑" panose="020B0503020204020204" charset="-122"/>
              </a:rPr>
              <a:t>转述</a:t>
            </a:r>
            <a:r>
              <a:rPr kumimoji="0" lang="zh-CN" altLang="en-US" sz="1800">
                <a:solidFill>
                  <a:schemeClr val="dk1"/>
                </a:solidFill>
                <a:latin typeface="微软雅黑" panose="020B0503020204020204" charset="-122"/>
                <a:ea typeface="微软雅黑" panose="020B0503020204020204" charset="-122"/>
              </a:rPr>
              <a:t>。</a:t>
            </a:r>
          </a:p>
        </p:txBody>
      </p:sp>
      <p:sp>
        <p:nvSpPr>
          <p:cNvPr id="2" name="Rectangle 2"/>
          <p:cNvSpPr>
            <a:spLocks noGrp="1" noChangeArrowheads="1"/>
          </p:cNvSpPr>
          <p:nvPr>
            <p:custDataLst>
              <p:tags r:id="rId7"/>
            </p:custDataLst>
          </p:nvPr>
        </p:nvSpPr>
        <p:spPr>
          <a:xfrm>
            <a:off x="332105" y="44450"/>
            <a:ext cx="8590915" cy="79248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spcAft>
                <a:spcPts val="0"/>
              </a:spcAft>
            </a:pPr>
            <a:r>
              <a:rPr lang="zh-CN" altLang="en-US" sz="3600" b="1" dirty="0">
                <a:solidFill>
                  <a:srgbClr val="000000"/>
                </a:solidFill>
                <a:effectLst/>
                <a:latin typeface="微软雅黑" panose="020B0503020204020204" charset="-122"/>
                <a:ea typeface="微软雅黑" panose="020B0503020204020204" charset="-122"/>
                <a:cs typeface="微软雅黑" panose="020B0503020204020204" charset="-122"/>
              </a:rPr>
              <a:t>第二章 文献综述论文撰写：</a:t>
            </a:r>
            <a:r>
              <a:rPr lang="zh-CN" altLang="en-US" sz="3600" b="1" dirty="0">
                <a:solidFill>
                  <a:srgbClr val="0033CC"/>
                </a:solidFill>
                <a:effectLst/>
                <a:latin typeface="微软雅黑" panose="020B0503020204020204" charset="-122"/>
                <a:ea typeface="微软雅黑" panose="020B0503020204020204" charset="-122"/>
                <a:cs typeface="微软雅黑" panose="020B0503020204020204" charset="-122"/>
              </a:rPr>
              <a:t>参考文献</a:t>
            </a:r>
          </a:p>
        </p:txBody>
      </p:sp>
    </p:spTree>
    <p:custDataLst>
      <p:tags r:id="rId1"/>
    </p:custData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3" name="内容占位符 2"/>
          <p:cNvSpPr>
            <a:spLocks noGrp="1"/>
          </p:cNvSpPr>
          <p:nvPr>
            <p:ph sz="half" idx="4294967295"/>
            <p:custDataLst>
              <p:tags r:id="rId4"/>
            </p:custDataLst>
          </p:nvPr>
        </p:nvSpPr>
        <p:spPr>
          <a:xfrm>
            <a:off x="395605" y="1129665"/>
            <a:ext cx="3885565" cy="4598670"/>
          </a:xfrm>
        </p:spPr>
        <p:txBody>
          <a:bodyPr>
            <a:normAutofit fontScale="90000" lnSpcReduction="10000"/>
          </a:bodyPr>
          <a:lstStyle/>
          <a:p>
            <a:pPr marL="0" lvl="1" algn="l" defTabSz="685800">
              <a:buClrTx/>
              <a:buSzTx/>
              <a:buNone/>
              <a:tabLst>
                <a:tab pos="1207135" algn="l"/>
              </a:tabLst>
            </a:pPr>
            <a:r>
              <a:rPr lang="zh-CN" altLang="en-US" sz="2000">
                <a:solidFill>
                  <a:srgbClr val="0033CC"/>
                </a:solidFill>
                <a:latin typeface="微软雅黑" panose="020B0503020204020204" charset="-122"/>
                <a:ea typeface="微软雅黑" panose="020B0503020204020204" charset="-122"/>
                <a:cs typeface="微软雅黑" panose="020B0503020204020204" charset="-122"/>
                <a:sym typeface="+mn-ea"/>
              </a:rPr>
              <a:t>SCI主编讲论文发表那些事</a:t>
            </a:r>
            <a:r>
              <a:rPr lang="zh-CN" altLang="en-US" sz="2000">
                <a:solidFill>
                  <a:srgbClr val="0033CC"/>
                </a:solidFill>
                <a:latin typeface="微软雅黑" panose="020B0503020204020204" charset="-122"/>
                <a:ea typeface="微软雅黑" panose="020B0503020204020204" charset="-122"/>
                <a:cs typeface="微软雅黑" panose="020B0503020204020204" charset="-122"/>
              </a:rPr>
              <a:t>（知乎）</a:t>
            </a:r>
          </a:p>
          <a:p>
            <a:pPr lvl="1"/>
            <a:r>
              <a:rPr lang="zh-CN" altLang="en-US"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盖瑞斯·戴克（Gareth Dyke）博士是一位高产的顶尖科学家，在过去20年中，共发表了280多篇SCI论文，其中5篇论文发表在《自然》和《科学》上，他也是是著名出版社“泰勒和弗朗西斯”旗下杂志《历史生物学》的主编。</a:t>
            </a:r>
          </a:p>
          <a:p>
            <a:pPr lvl="1"/>
            <a:r>
              <a:rPr lang="zh-CN" altLang="en-US" sz="2000">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https://www.zhihu.com/zvideo/1256256378407886848</a:t>
            </a:r>
          </a:p>
        </p:txBody>
      </p:sp>
      <p:pic>
        <p:nvPicPr>
          <p:cNvPr id="7" name="内容占位符 6"/>
          <p:cNvPicPr>
            <a:picLocks noGrp="1" noChangeAspect="1"/>
          </p:cNvPicPr>
          <p:nvPr>
            <p:ph sz="half" idx="4294967295"/>
          </p:nvPr>
        </p:nvPicPr>
        <p:blipFill>
          <a:blip r:embed="rId8"/>
          <a:stretch>
            <a:fillRect/>
          </a:stretch>
        </p:blipFill>
        <p:spPr>
          <a:xfrm>
            <a:off x="5434330" y="4043045"/>
            <a:ext cx="3370580" cy="2602865"/>
          </a:xfrm>
          <a:prstGeom prst="rect">
            <a:avLst/>
          </a:prstGeom>
        </p:spPr>
      </p:pic>
      <p:pic>
        <p:nvPicPr>
          <p:cNvPr id="8" name="图片 7"/>
          <p:cNvPicPr>
            <a:picLocks noChangeAspect="1"/>
          </p:cNvPicPr>
          <p:nvPr/>
        </p:nvPicPr>
        <p:blipFill>
          <a:blip r:embed="rId9"/>
          <a:stretch>
            <a:fillRect/>
          </a:stretch>
        </p:blipFill>
        <p:spPr>
          <a:xfrm>
            <a:off x="5434330" y="2010410"/>
            <a:ext cx="3131820" cy="1782445"/>
          </a:xfrm>
          <a:prstGeom prst="rect">
            <a:avLst/>
          </a:prstGeom>
        </p:spPr>
      </p:pic>
      <p:pic>
        <p:nvPicPr>
          <p:cNvPr id="9" name="图片 8"/>
          <p:cNvPicPr>
            <a:picLocks noChangeAspect="1"/>
          </p:cNvPicPr>
          <p:nvPr/>
        </p:nvPicPr>
        <p:blipFill>
          <a:blip r:embed="rId10"/>
          <a:stretch>
            <a:fillRect/>
          </a:stretch>
        </p:blipFill>
        <p:spPr>
          <a:xfrm>
            <a:off x="7461250" y="20955"/>
            <a:ext cx="1574800" cy="1739900"/>
          </a:xfrm>
          <a:prstGeom prst="rect">
            <a:avLst/>
          </a:prstGeom>
        </p:spPr>
      </p:pic>
      <p:sp>
        <p:nvSpPr>
          <p:cNvPr id="2" name="标题 1"/>
          <p:cNvSpPr>
            <a:spLocks noGrp="1"/>
          </p:cNvSpPr>
          <p:nvPr>
            <p:custDataLst>
              <p:tags r:id="rId5"/>
            </p:custDataLst>
          </p:nvPr>
        </p:nvSpPr>
        <p:spPr>
          <a:xfrm>
            <a:off x="1200150" y="20638"/>
            <a:ext cx="7943850" cy="815975"/>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a:solidFill>
                  <a:schemeClr val="dk2">
                    <a:lumMod val="25000"/>
                  </a:schemeClr>
                </a:solidFill>
                <a:latin typeface="微软雅黑" panose="020B0503020204020204" charset="-122"/>
                <a:ea typeface="微软雅黑" panose="020B0503020204020204" charset="-122"/>
                <a:cs typeface="微软雅黑" panose="020B0503020204020204" charset="-122"/>
              </a:rPr>
              <a:t>推荐视频链接（</a:t>
            </a:r>
            <a:r>
              <a:rPr lang="en-US" altLang="zh-CN">
                <a:solidFill>
                  <a:schemeClr val="dk2">
                    <a:lumMod val="25000"/>
                  </a:schemeClr>
                </a:solidFill>
                <a:latin typeface="微软雅黑" panose="020B0503020204020204" charset="-122"/>
                <a:ea typeface="微软雅黑" panose="020B0503020204020204" charset="-122"/>
                <a:cs typeface="微软雅黑" panose="020B0503020204020204" charset="-122"/>
              </a:rPr>
              <a:t>1</a:t>
            </a:r>
            <a:r>
              <a:rPr lang="zh-CN" altLang="en-US">
                <a:solidFill>
                  <a:schemeClr val="dk2">
                    <a:lumMod val="25000"/>
                  </a:schemeClr>
                </a:solidFill>
                <a:latin typeface="微软雅黑" panose="020B0503020204020204" charset="-122"/>
                <a:ea typeface="微软雅黑" panose="020B0503020204020204" charset="-122"/>
                <a:cs typeface="微软雅黑" panose="020B0503020204020204" charset="-122"/>
              </a:rPr>
              <a:t>）</a:t>
            </a:r>
          </a:p>
        </p:txBody>
      </p:sp>
      <p:sp>
        <p:nvSpPr>
          <p:cNvPr id="5" name="灯片编号占位符 4"/>
          <p:cNvSpPr>
            <a:spLocks noGrp="1"/>
          </p:cNvSpPr>
          <p:nvPr>
            <p:custDataLst>
              <p:tags r:id="rId6"/>
            </p:custDataLst>
          </p:nvPr>
        </p:nvSpPr>
        <p:spPr>
          <a:xfrm>
            <a:off x="7131050" y="6381750"/>
            <a:ext cx="1905000" cy="457200"/>
          </a:xfrm>
          <a:prstGeom prst="rect">
            <a:avLst/>
          </a:prstGeom>
          <a:noFill/>
          <a:ln w="9525">
            <a:noFill/>
            <a:miter lim="800000"/>
          </a:ln>
          <a:effectLst/>
        </p:spPr>
        <p:txBody>
          <a:bodyPr vert="horz" wrap="square" lIns="91440" tIns="45720" rIns="91440" bIns="45720" numCol="1" anchor="t" anchorCtr="0" compatLnSpc="1"/>
          <a:lstStyle>
            <a:defPPr>
              <a:defRPr lang="zh-CN"/>
            </a:defPPr>
            <a:lvl1pPr marL="0" algn="r" defTabSz="914400" rtl="0" eaLnBrk="1" latinLnBrk="0" hangingPunct="1">
              <a:defRPr kumimoji="0"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0"/>
              </a:spcAft>
            </a:pPr>
            <a:fld id="{5CBBD23F-9B29-440D-B579-84D3B0F72E85}" type="slidenum">
              <a:rPr lang="en-US" altLang="zh-CN">
                <a:solidFill>
                  <a:schemeClr val="dk1"/>
                </a:solidFill>
                <a:latin typeface="微软雅黑" panose="020B0503020204020204" charset="-122"/>
                <a:ea typeface="微软雅黑" panose="020B0503020204020204" charset="-122"/>
              </a:rPr>
              <a:t>89</a:t>
            </a:fld>
            <a:endParaRPr lang="en-US" altLang="zh-CN">
              <a:solidFill>
                <a:schemeClr val="dk1"/>
              </a:solidFill>
              <a:latin typeface="微软雅黑" panose="020B0503020204020204" charset="-122"/>
              <a:ea typeface="微软雅黑" panose="020B0503020204020204" charset="-122"/>
            </a:endParaRPr>
          </a:p>
        </p:txBody>
      </p:sp>
    </p:spTree>
    <p:custDataLst>
      <p:tags r:id="rId1"/>
    </p:custData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3"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4" name="内容占位符 3"/>
          <p:cNvSpPr>
            <a:spLocks noGrp="1"/>
          </p:cNvSpPr>
          <p:nvPr>
            <p:ph sz="half" idx="4294967295"/>
            <p:custDataLst>
              <p:tags r:id="rId4"/>
            </p:custDataLst>
          </p:nvPr>
        </p:nvSpPr>
        <p:spPr>
          <a:xfrm>
            <a:off x="611505" y="1124585"/>
            <a:ext cx="7487285" cy="4598670"/>
          </a:xfrm>
        </p:spPr>
        <p:txBody>
          <a:bodyPr/>
          <a:lstStyle/>
          <a:p>
            <a:pPr marL="0" lvl="1" algn="l">
              <a:buClrTx/>
              <a:buSzTx/>
              <a:buNone/>
            </a:pPr>
            <a:r>
              <a:rPr lang="zh-CN" altLang="en-US" sz="2000">
                <a:solidFill>
                  <a:srgbClr val="0033CC"/>
                </a:solidFill>
                <a:latin typeface="微软雅黑" panose="020B0503020204020204" charset="-122"/>
                <a:ea typeface="微软雅黑" panose="020B0503020204020204" charset="-122"/>
                <a:cs typeface="微软雅黑" panose="020B0503020204020204" charset="-122"/>
              </a:rPr>
              <a:t>【本科生请进】清华博士学姐教你如何写好文献综述</a:t>
            </a:r>
          </a:p>
          <a:p>
            <a:pPr lvl="1"/>
            <a:r>
              <a:rPr lang="zh-CN" altLang="en-US">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https://www.bilibili.com/video/BV1sJ411e7mv?from=search&amp;seid=1357076816941607132</a:t>
            </a:r>
          </a:p>
        </p:txBody>
      </p:sp>
      <p:pic>
        <p:nvPicPr>
          <p:cNvPr id="6" name="内容占位符 5"/>
          <p:cNvPicPr>
            <a:picLocks noGrp="1" noChangeAspect="1"/>
          </p:cNvPicPr>
          <p:nvPr>
            <p:ph sz="half" idx="4294967295"/>
          </p:nvPr>
        </p:nvPicPr>
        <p:blipFill>
          <a:blip r:embed="rId8"/>
          <a:stretch>
            <a:fillRect/>
          </a:stretch>
        </p:blipFill>
        <p:spPr>
          <a:xfrm>
            <a:off x="1259840" y="2420620"/>
            <a:ext cx="4839970" cy="3867150"/>
          </a:xfrm>
          <a:prstGeom prst="rect">
            <a:avLst/>
          </a:prstGeom>
        </p:spPr>
      </p:pic>
      <p:pic>
        <p:nvPicPr>
          <p:cNvPr id="7" name="图片 6"/>
          <p:cNvPicPr>
            <a:picLocks noChangeAspect="1"/>
          </p:cNvPicPr>
          <p:nvPr/>
        </p:nvPicPr>
        <p:blipFill>
          <a:blip r:embed="rId9"/>
          <a:stretch>
            <a:fillRect/>
          </a:stretch>
        </p:blipFill>
        <p:spPr>
          <a:xfrm>
            <a:off x="6659880" y="2924810"/>
            <a:ext cx="1714500" cy="1968500"/>
          </a:xfrm>
          <a:prstGeom prst="rect">
            <a:avLst/>
          </a:prstGeom>
        </p:spPr>
      </p:pic>
      <p:sp>
        <p:nvSpPr>
          <p:cNvPr id="2" name="标题 1"/>
          <p:cNvSpPr>
            <a:spLocks noGrp="1"/>
          </p:cNvSpPr>
          <p:nvPr>
            <p:custDataLst>
              <p:tags r:id="rId5"/>
            </p:custDataLst>
          </p:nvPr>
        </p:nvSpPr>
        <p:spPr>
          <a:xfrm>
            <a:off x="1200150" y="20638"/>
            <a:ext cx="7943850" cy="815975"/>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a:solidFill>
                  <a:schemeClr val="dk2">
                    <a:lumMod val="25000"/>
                  </a:schemeClr>
                </a:solidFill>
                <a:latin typeface="微软雅黑" panose="020B0503020204020204" charset="-122"/>
                <a:ea typeface="微软雅黑" panose="020B0503020204020204" charset="-122"/>
                <a:cs typeface="微软雅黑" panose="020B0503020204020204" charset="-122"/>
                <a:sym typeface="+mn-ea"/>
              </a:rPr>
              <a:t>推荐视频链接（</a:t>
            </a:r>
            <a:r>
              <a:rPr lang="en-US" altLang="zh-CN">
                <a:solidFill>
                  <a:schemeClr val="dk2">
                    <a:lumMod val="25000"/>
                  </a:schemeClr>
                </a:solidFill>
                <a:latin typeface="微软雅黑" panose="020B0503020204020204" charset="-122"/>
                <a:ea typeface="微软雅黑" panose="020B0503020204020204" charset="-122"/>
                <a:cs typeface="微软雅黑" panose="020B0503020204020204" charset="-122"/>
                <a:sym typeface="+mn-ea"/>
              </a:rPr>
              <a:t>2</a:t>
            </a:r>
            <a:r>
              <a:rPr lang="zh-CN" altLang="en-US">
                <a:solidFill>
                  <a:schemeClr val="dk2">
                    <a:lumMod val="25000"/>
                  </a:schemeClr>
                </a:solidFill>
                <a:latin typeface="微软雅黑" panose="020B0503020204020204" charset="-122"/>
                <a:ea typeface="微软雅黑" panose="020B0503020204020204" charset="-122"/>
                <a:cs typeface="微软雅黑" panose="020B0503020204020204" charset="-122"/>
                <a:sym typeface="+mn-ea"/>
              </a:rPr>
              <a:t>）</a:t>
            </a:r>
          </a:p>
        </p:txBody>
      </p:sp>
      <p:sp>
        <p:nvSpPr>
          <p:cNvPr id="5" name="灯片编号占位符 4"/>
          <p:cNvSpPr>
            <a:spLocks noGrp="1"/>
          </p:cNvSpPr>
          <p:nvPr>
            <p:custDataLst>
              <p:tags r:id="rId6"/>
            </p:custDataLst>
          </p:nvPr>
        </p:nvSpPr>
        <p:spPr>
          <a:xfrm>
            <a:off x="7131050" y="6381750"/>
            <a:ext cx="1905000" cy="457200"/>
          </a:xfrm>
          <a:prstGeom prst="rect">
            <a:avLst/>
          </a:prstGeom>
          <a:noFill/>
          <a:ln w="9525">
            <a:noFill/>
            <a:miter lim="800000"/>
          </a:ln>
          <a:effectLst/>
        </p:spPr>
        <p:txBody>
          <a:bodyPr vert="horz" wrap="square" lIns="91440" tIns="45720" rIns="91440" bIns="45720" numCol="1" anchor="t" anchorCtr="0" compatLnSpc="1"/>
          <a:lstStyle>
            <a:defPPr>
              <a:defRPr lang="zh-CN"/>
            </a:defPPr>
            <a:lvl1pPr marL="0" algn="r" defTabSz="914400" rtl="0" eaLnBrk="1" latinLnBrk="0" hangingPunct="1">
              <a:defRPr kumimoji="0"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0"/>
              </a:spcAft>
            </a:pPr>
            <a:fld id="{5CBBD23F-9B29-440D-B579-84D3B0F72E85}" type="slidenum">
              <a:rPr lang="en-US" altLang="zh-CN">
                <a:solidFill>
                  <a:schemeClr val="dk1"/>
                </a:solidFill>
                <a:latin typeface="微软雅黑" panose="020B0503020204020204" charset="-122"/>
                <a:ea typeface="微软雅黑" panose="020B0503020204020204" charset="-122"/>
              </a:rPr>
              <a:t>90</a:t>
            </a:fld>
            <a:endParaRPr lang="en-US" altLang="zh-CN">
              <a:solidFill>
                <a:schemeClr val="dk1"/>
              </a:solidFill>
              <a:latin typeface="微软雅黑" panose="020B0503020204020204" charset="-122"/>
              <a:ea typeface="微软雅黑" panose="020B0503020204020204" charset="-122"/>
            </a:endParaRPr>
          </a:p>
        </p:txBody>
      </p:sp>
    </p:spTree>
    <p:custDataLst>
      <p:tags r:id="rId1"/>
    </p:custData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4"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350" dirty="0">
              <a:solidFill>
                <a:schemeClr val="lt1"/>
              </a:solidFill>
              <a:highlight>
                <a:srgbClr val="1171F1"/>
              </a:highlight>
              <a:latin typeface="微软雅黑" panose="020B0503020204020204" charset="-122"/>
              <a:ea typeface="微软雅黑" panose="020B0503020204020204" charset="-122"/>
            </a:endParaRPr>
          </a:p>
        </p:txBody>
      </p:sp>
      <p:sp>
        <p:nvSpPr>
          <p:cNvPr id="3" name="内容占位符 2"/>
          <p:cNvSpPr>
            <a:spLocks noGrp="1"/>
          </p:cNvSpPr>
          <p:nvPr>
            <p:ph sz="half" idx="4294967295"/>
            <p:custDataLst>
              <p:tags r:id="rId4"/>
            </p:custDataLst>
          </p:nvPr>
        </p:nvSpPr>
        <p:spPr>
          <a:xfrm>
            <a:off x="611505" y="1052195"/>
            <a:ext cx="7832725" cy="4598670"/>
          </a:xfrm>
        </p:spPr>
        <p:txBody>
          <a:bodyPr/>
          <a:lstStyle/>
          <a:p>
            <a:pPr marL="0" lvl="1" algn="l">
              <a:buClrTx/>
              <a:buSzTx/>
              <a:buNone/>
            </a:pPr>
            <a:r>
              <a:rPr lang="zh-CN" altLang="en-US" sz="2000">
                <a:solidFill>
                  <a:srgbClr val="0033CC"/>
                </a:solidFill>
                <a:latin typeface="微软雅黑" panose="020B0503020204020204" charset="-122"/>
                <a:ea typeface="微软雅黑" panose="020B0503020204020204" charset="-122"/>
                <a:cs typeface="微软雅黑" panose="020B0503020204020204" charset="-122"/>
              </a:rPr>
              <a:t>【干货】如何写综述，浙大博士谈个人经验</a:t>
            </a:r>
          </a:p>
          <a:p>
            <a:pPr lvl="1"/>
            <a:r>
              <a:rPr lang="zh-CN" altLang="en-US">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https://www.bilibili.com/video/BV1g7411b7kc?from=search&amp;seid=1357076816941607132</a:t>
            </a:r>
          </a:p>
        </p:txBody>
      </p:sp>
      <p:pic>
        <p:nvPicPr>
          <p:cNvPr id="6" name="内容占位符 5"/>
          <p:cNvPicPr>
            <a:picLocks noGrp="1" noChangeAspect="1"/>
          </p:cNvPicPr>
          <p:nvPr>
            <p:ph sz="half" idx="4294967295"/>
          </p:nvPr>
        </p:nvPicPr>
        <p:blipFill>
          <a:blip r:embed="rId8"/>
          <a:stretch>
            <a:fillRect/>
          </a:stretch>
        </p:blipFill>
        <p:spPr>
          <a:xfrm>
            <a:off x="683260" y="2708910"/>
            <a:ext cx="4147820" cy="3227705"/>
          </a:xfrm>
          <a:prstGeom prst="rect">
            <a:avLst/>
          </a:prstGeom>
        </p:spPr>
      </p:pic>
      <p:pic>
        <p:nvPicPr>
          <p:cNvPr id="7" name="图片 6"/>
          <p:cNvPicPr>
            <a:picLocks noChangeAspect="1"/>
          </p:cNvPicPr>
          <p:nvPr/>
        </p:nvPicPr>
        <p:blipFill>
          <a:blip r:embed="rId9"/>
          <a:stretch>
            <a:fillRect/>
          </a:stretch>
        </p:blipFill>
        <p:spPr>
          <a:xfrm>
            <a:off x="6948805" y="2639695"/>
            <a:ext cx="1676400" cy="1841500"/>
          </a:xfrm>
          <a:prstGeom prst="rect">
            <a:avLst/>
          </a:prstGeom>
        </p:spPr>
      </p:pic>
      <p:pic>
        <p:nvPicPr>
          <p:cNvPr id="8" name="图片 7"/>
          <p:cNvPicPr>
            <a:picLocks noChangeAspect="1"/>
          </p:cNvPicPr>
          <p:nvPr/>
        </p:nvPicPr>
        <p:blipFill>
          <a:blip r:embed="rId10"/>
          <a:stretch>
            <a:fillRect/>
          </a:stretch>
        </p:blipFill>
        <p:spPr>
          <a:xfrm>
            <a:off x="5243830" y="4596765"/>
            <a:ext cx="3792220" cy="2029460"/>
          </a:xfrm>
          <a:prstGeom prst="rect">
            <a:avLst/>
          </a:prstGeom>
        </p:spPr>
      </p:pic>
      <p:sp>
        <p:nvSpPr>
          <p:cNvPr id="2" name="标题 1"/>
          <p:cNvSpPr>
            <a:spLocks noGrp="1"/>
          </p:cNvSpPr>
          <p:nvPr>
            <p:custDataLst>
              <p:tags r:id="rId5"/>
            </p:custDataLst>
          </p:nvPr>
        </p:nvSpPr>
        <p:spPr>
          <a:xfrm>
            <a:off x="1200150" y="20638"/>
            <a:ext cx="7943850" cy="815975"/>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a:solidFill>
                  <a:schemeClr val="dk2">
                    <a:lumMod val="25000"/>
                  </a:schemeClr>
                </a:solidFill>
                <a:latin typeface="微软雅黑" panose="020B0503020204020204" charset="-122"/>
                <a:ea typeface="微软雅黑" panose="020B0503020204020204" charset="-122"/>
                <a:cs typeface="微软雅黑" panose="020B0503020204020204" charset="-122"/>
                <a:sym typeface="+mn-ea"/>
              </a:rPr>
              <a:t>推荐视频链接（</a:t>
            </a:r>
            <a:r>
              <a:rPr lang="en-US" altLang="zh-CN">
                <a:solidFill>
                  <a:schemeClr val="dk2">
                    <a:lumMod val="25000"/>
                  </a:schemeClr>
                </a:solidFill>
                <a:latin typeface="微软雅黑" panose="020B0503020204020204" charset="-122"/>
                <a:ea typeface="微软雅黑" panose="020B0503020204020204" charset="-122"/>
                <a:cs typeface="微软雅黑" panose="020B0503020204020204" charset="-122"/>
                <a:sym typeface="+mn-ea"/>
              </a:rPr>
              <a:t>3</a:t>
            </a:r>
            <a:r>
              <a:rPr lang="zh-CN" altLang="en-US">
                <a:solidFill>
                  <a:schemeClr val="dk2">
                    <a:lumMod val="25000"/>
                  </a:schemeClr>
                </a:solidFill>
                <a:latin typeface="微软雅黑" panose="020B0503020204020204" charset="-122"/>
                <a:ea typeface="微软雅黑" panose="020B0503020204020204" charset="-122"/>
                <a:cs typeface="微软雅黑" panose="020B0503020204020204" charset="-122"/>
                <a:sym typeface="+mn-ea"/>
              </a:rPr>
              <a:t>）</a:t>
            </a:r>
          </a:p>
        </p:txBody>
      </p:sp>
      <p:sp>
        <p:nvSpPr>
          <p:cNvPr id="5" name="灯片编号占位符 4"/>
          <p:cNvSpPr>
            <a:spLocks noGrp="1"/>
          </p:cNvSpPr>
          <p:nvPr>
            <p:custDataLst>
              <p:tags r:id="rId6"/>
            </p:custDataLst>
          </p:nvPr>
        </p:nvSpPr>
        <p:spPr>
          <a:xfrm>
            <a:off x="7131050" y="6381750"/>
            <a:ext cx="1905000" cy="457200"/>
          </a:xfrm>
          <a:prstGeom prst="rect">
            <a:avLst/>
          </a:prstGeom>
          <a:noFill/>
          <a:ln w="9525">
            <a:noFill/>
            <a:miter lim="800000"/>
          </a:ln>
          <a:effectLst/>
        </p:spPr>
        <p:txBody>
          <a:bodyPr vert="horz" wrap="square" lIns="91440" tIns="45720" rIns="91440" bIns="45720" numCol="1" anchor="t" anchorCtr="0" compatLnSpc="1"/>
          <a:lstStyle>
            <a:defPPr>
              <a:defRPr lang="zh-CN"/>
            </a:defPPr>
            <a:lvl1pPr marL="0" algn="r" defTabSz="914400" rtl="0" eaLnBrk="1" latinLnBrk="0" hangingPunct="1">
              <a:defRPr kumimoji="0"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0"/>
              </a:spcAft>
            </a:pPr>
            <a:fld id="{5CBBD23F-9B29-440D-B579-84D3B0F72E85}" type="slidenum">
              <a:rPr lang="en-US" altLang="zh-CN">
                <a:solidFill>
                  <a:schemeClr val="dk1"/>
                </a:solidFill>
                <a:latin typeface="微软雅黑" panose="020B0503020204020204" charset="-122"/>
                <a:ea typeface="微软雅黑" panose="020B0503020204020204" charset="-122"/>
              </a:rPr>
              <a:t>91</a:t>
            </a:fld>
            <a:endParaRPr lang="en-US" altLang="zh-CN">
              <a:solidFill>
                <a:schemeClr val="dk1"/>
              </a:solidFill>
              <a:latin typeface="微软雅黑" panose="020B0503020204020204" charset="-122"/>
              <a:ea typeface="微软雅黑" panose="020B0503020204020204" charset="-122"/>
            </a:endParaRPr>
          </a:p>
        </p:txBody>
      </p:sp>
    </p:spTree>
    <p:custDataLst>
      <p:tags r:id="rId1"/>
    </p:custData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a:t>推荐课外书目（</a:t>
            </a:r>
            <a:r>
              <a:rPr lang="en-US" altLang="zh-CN"/>
              <a:t>1</a:t>
            </a:r>
            <a:r>
              <a:rPr lang="zh-CN" altLang="en-US"/>
              <a:t>）</a:t>
            </a:r>
          </a:p>
        </p:txBody>
      </p:sp>
      <p:sp>
        <p:nvSpPr>
          <p:cNvPr id="3" name="内容占位符 2"/>
          <p:cNvSpPr>
            <a:spLocks noGrp="1"/>
          </p:cNvSpPr>
          <p:nvPr>
            <p:ph idx="1"/>
          </p:nvPr>
        </p:nvSpPr>
        <p:spPr>
          <a:xfrm>
            <a:off x="502285" y="824230"/>
            <a:ext cx="5857240" cy="4843780"/>
          </a:xfrm>
        </p:spPr>
        <p:txBody>
          <a:bodyPr/>
          <a:lstStyle/>
          <a:p>
            <a:r>
              <a:rPr lang="zh-CN" altLang="en-US" sz="1800"/>
              <a:t>《这就是工科写作》</a:t>
            </a:r>
          </a:p>
          <a:p>
            <a:pPr lvl="1"/>
            <a:r>
              <a:rPr lang="zh-CN" altLang="en-US" sz="1600"/>
              <a:t>涉及各类文体的格式规范、如何塑造适合工科类文本的文风、如何遣词造句和排版布局等内容</a:t>
            </a:r>
          </a:p>
          <a:p>
            <a:pPr lvl="1"/>
            <a:r>
              <a:rPr lang="zh-CN" altLang="en-US" sz="1600"/>
              <a:t>23个实例演练、82条重点总结</a:t>
            </a:r>
          </a:p>
          <a:p>
            <a:pPr lvl="1"/>
            <a:r>
              <a:rPr lang="zh-CN" altLang="en-US" sz="1600"/>
              <a:t>提供从动笔写作到呈现文本全过程的指导，帮助工程师更高效地与同事沟通、清晰地将专业技术知识传递给读者，从而实现职场提升</a:t>
            </a:r>
          </a:p>
          <a:p>
            <a:pPr lvl="1"/>
            <a:r>
              <a:rPr lang="zh-CN" altLang="en-US" sz="1600"/>
              <a:t>也可以帮助工科学生写出条理清晰的论文和报告，助力他们在学术道路上的发展。</a:t>
            </a:r>
          </a:p>
          <a:p>
            <a:pPr lvl="0"/>
            <a:r>
              <a:rPr lang="zh-CN" altLang="en-US" sz="1865"/>
              <a:t>七个章节</a:t>
            </a:r>
          </a:p>
          <a:p>
            <a:pPr lvl="1"/>
            <a:r>
              <a:rPr lang="zh-CN" altLang="en-US" sz="1600"/>
              <a:t>“导言”“技术写作的类型”“好的写作风格”“词汇”“句子、标点符号与段落”“书面信息的形象”和“写作、发表与出版”。</a:t>
            </a:r>
          </a:p>
        </p:txBody>
      </p:sp>
      <p:pic>
        <p:nvPicPr>
          <p:cNvPr id="100" name="图片 99"/>
          <p:cNvPicPr/>
          <p:nvPr>
            <p:custDataLst>
              <p:tags r:id="rId1"/>
            </p:custDataLst>
          </p:nvPr>
        </p:nvPicPr>
        <p:blipFill>
          <a:blip r:embed="rId3"/>
          <a:srcRect l="23539" t="3760" r="25128" b="7301"/>
          <a:stretch>
            <a:fillRect/>
          </a:stretch>
        </p:blipFill>
        <p:spPr>
          <a:xfrm>
            <a:off x="6588760" y="836930"/>
            <a:ext cx="2379980" cy="2487295"/>
          </a:xfrm>
          <a:prstGeom prst="rect">
            <a:avLst/>
          </a:prstGeom>
          <a:noFill/>
          <a:ln w="9525">
            <a:no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a:sym typeface="+mn-ea"/>
              </a:rPr>
              <a:t>推荐课外书目（</a:t>
            </a:r>
            <a:r>
              <a:rPr lang="en-US" altLang="zh-CN">
                <a:sym typeface="+mn-ea"/>
              </a:rPr>
              <a:t>2</a:t>
            </a:r>
            <a:r>
              <a:rPr>
                <a:sym typeface="+mn-ea"/>
              </a:rPr>
              <a:t>）</a:t>
            </a:r>
            <a:endParaRPr lang="zh-CN" altLang="en-US"/>
          </a:p>
        </p:txBody>
      </p:sp>
      <p:sp>
        <p:nvSpPr>
          <p:cNvPr id="3" name="内容占位符 2"/>
          <p:cNvSpPr>
            <a:spLocks noGrp="1"/>
          </p:cNvSpPr>
          <p:nvPr>
            <p:ph idx="1"/>
          </p:nvPr>
        </p:nvSpPr>
        <p:spPr>
          <a:xfrm>
            <a:off x="502285" y="824230"/>
            <a:ext cx="4953635" cy="4843780"/>
          </a:xfrm>
        </p:spPr>
        <p:txBody>
          <a:bodyPr/>
          <a:lstStyle/>
          <a:p>
            <a:pPr>
              <a:lnSpc>
                <a:spcPct val="100000"/>
              </a:lnSpc>
            </a:pPr>
            <a:r>
              <a:rPr lang="zh-CN" altLang="en-US" sz="2000"/>
              <a:t>《这就是理科写作》</a:t>
            </a:r>
          </a:p>
          <a:p>
            <a:pPr lvl="1">
              <a:lnSpc>
                <a:spcPct val="100000"/>
              </a:lnSpc>
            </a:pPr>
            <a:r>
              <a:rPr lang="zh-CN" altLang="en-US" sz="1800"/>
              <a:t>详细阐释了从可能遇到的写作类型及其要求，到制订研究计划、收集整理文献资料，再到组织论文结构、编辑论文等整个论文写作过程</a:t>
            </a:r>
          </a:p>
          <a:p>
            <a:pPr lvl="1">
              <a:lnSpc>
                <a:spcPct val="100000"/>
              </a:lnSpc>
            </a:pPr>
            <a:r>
              <a:rPr lang="zh-CN" altLang="en-US" sz="1800"/>
              <a:t>结合多年高校的教学经验和相关研究，指出和解答了理科学生在写作时经常会遇到的疑点、难点。</a:t>
            </a:r>
          </a:p>
          <a:p>
            <a:pPr lvl="0">
              <a:lnSpc>
                <a:spcPct val="100000"/>
              </a:lnSpc>
            </a:pPr>
            <a:r>
              <a:rPr lang="zh-CN" altLang="en-US" sz="2000"/>
              <a:t>章节</a:t>
            </a:r>
          </a:p>
          <a:p>
            <a:pPr lvl="1">
              <a:lnSpc>
                <a:spcPct val="100000"/>
              </a:lnSpc>
            </a:pPr>
            <a:r>
              <a:rPr lang="zh-CN" altLang="en-US" sz="1800"/>
              <a:t>第一部分：了解不同类型的理科写作</a:t>
            </a:r>
          </a:p>
          <a:p>
            <a:pPr lvl="2">
              <a:lnSpc>
                <a:spcPct val="100000"/>
              </a:lnSpc>
            </a:pPr>
            <a:r>
              <a:rPr lang="zh-CN" altLang="en-US" sz="1600"/>
              <a:t>第一章</a:t>
            </a:r>
            <a:r>
              <a:rPr lang="en-US" altLang="zh-CN" sz="1600"/>
              <a:t> </a:t>
            </a:r>
            <a:r>
              <a:rPr lang="zh-CN" altLang="en-US" sz="1600"/>
              <a:t>实验报告</a:t>
            </a:r>
          </a:p>
          <a:p>
            <a:pPr lvl="2">
              <a:lnSpc>
                <a:spcPct val="100000"/>
              </a:lnSpc>
            </a:pPr>
            <a:r>
              <a:rPr lang="zh-CN" altLang="en-US" sz="1600"/>
              <a:t>第二章</a:t>
            </a:r>
            <a:r>
              <a:rPr lang="en-US" altLang="zh-CN" sz="1600"/>
              <a:t> </a:t>
            </a:r>
            <a:r>
              <a:rPr lang="zh-CN" altLang="en-US" sz="1600"/>
              <a:t>小论文</a:t>
            </a:r>
          </a:p>
          <a:p>
            <a:pPr lvl="2">
              <a:lnSpc>
                <a:spcPct val="100000"/>
              </a:lnSpc>
            </a:pPr>
            <a:r>
              <a:rPr lang="zh-CN" altLang="en-US" sz="1600"/>
              <a:t>第三章</a:t>
            </a:r>
            <a:r>
              <a:rPr lang="en-US" altLang="zh-CN" sz="1600"/>
              <a:t> </a:t>
            </a:r>
            <a:r>
              <a:rPr lang="zh-CN" altLang="en-US" sz="1600"/>
              <a:t>学位论文</a:t>
            </a:r>
          </a:p>
          <a:p>
            <a:pPr lvl="2">
              <a:lnSpc>
                <a:spcPct val="100000"/>
              </a:lnSpc>
            </a:pPr>
            <a:r>
              <a:rPr lang="zh-CN" altLang="en-US" sz="1600"/>
              <a:t>第四章</a:t>
            </a:r>
            <a:r>
              <a:rPr lang="en-US" altLang="zh-CN" sz="1600"/>
              <a:t> </a:t>
            </a:r>
            <a:r>
              <a:rPr lang="zh-CN" altLang="en-US" sz="1600"/>
              <a:t>海报</a:t>
            </a:r>
            <a:r>
              <a:rPr lang="en-US" altLang="zh-CN" sz="1600"/>
              <a:t> </a:t>
            </a:r>
          </a:p>
          <a:p>
            <a:pPr lvl="2">
              <a:lnSpc>
                <a:spcPct val="100000"/>
              </a:lnSpc>
            </a:pPr>
            <a:r>
              <a:rPr sz="1600"/>
              <a:t>第五章</a:t>
            </a:r>
            <a:r>
              <a:rPr lang="en-US" altLang="zh-CN" sz="1600"/>
              <a:t> </a:t>
            </a:r>
            <a:r>
              <a:rPr lang="zh-CN" altLang="en-US" sz="1600"/>
              <a:t>摘要</a:t>
            </a:r>
          </a:p>
        </p:txBody>
      </p:sp>
      <p:pic>
        <p:nvPicPr>
          <p:cNvPr id="101" name="图片 100"/>
          <p:cNvPicPr/>
          <p:nvPr>
            <p:custDataLst>
              <p:tags r:id="rId1"/>
            </p:custDataLst>
          </p:nvPr>
        </p:nvPicPr>
        <p:blipFill>
          <a:blip r:embed="rId3"/>
          <a:stretch>
            <a:fillRect/>
          </a:stretch>
        </p:blipFill>
        <p:spPr>
          <a:xfrm>
            <a:off x="6853555" y="45085"/>
            <a:ext cx="2011045" cy="2165985"/>
          </a:xfrm>
          <a:prstGeom prst="rect">
            <a:avLst/>
          </a:prstGeom>
          <a:noFill/>
          <a:ln w="9525">
            <a:noFill/>
          </a:ln>
        </p:spPr>
      </p:pic>
      <p:sp>
        <p:nvSpPr>
          <p:cNvPr id="4" name="文本框 3"/>
          <p:cNvSpPr txBox="1"/>
          <p:nvPr/>
        </p:nvSpPr>
        <p:spPr>
          <a:xfrm>
            <a:off x="5197475" y="2421255"/>
            <a:ext cx="4040505" cy="3648075"/>
          </a:xfrm>
          <a:prstGeom prst="rect">
            <a:avLst/>
          </a:prstGeom>
          <a:noFill/>
        </p:spPr>
        <p:txBody>
          <a:bodyPr wrap="square" rtlCol="0" anchor="t">
            <a:noAutofit/>
          </a:bodyPr>
          <a:lstStyle/>
          <a:p>
            <a:pPr marL="514350" lvl="1" indent="-171450" algn="l" defTabSz="914400" eaLnBrk="1" fontAlgn="auto" hangingPunct="1">
              <a:lnSpc>
                <a:spcPct val="100000"/>
              </a:lnSpc>
              <a:spcBef>
                <a:spcPts val="0"/>
              </a:spcBef>
              <a:spcAft>
                <a:spcPts val="1000"/>
              </a:spcAft>
              <a:buClrTx/>
              <a:buSzTx/>
              <a:buFont typeface="Arial" panose="020B0604020202020204" pitchFamily="34" charset="0"/>
              <a:buChar char="•"/>
              <a:tabLst>
                <a:tab pos="1609725" algn="l"/>
              </a:tabLst>
            </a:pPr>
            <a:r>
              <a:rPr kumimoji="0" lang="zh-CN" altLang="en-US" sz="1800" b="1" spc="150">
                <a:solidFill>
                  <a:srgbClr val="0000FF"/>
                </a:solidFill>
                <a:uFillTx/>
                <a:latin typeface="Arial" panose="020B0604020202020204" pitchFamily="34" charset="0"/>
                <a:ea typeface="微软雅黑" panose="020B0503020204020204" charset="-122"/>
              </a:rPr>
              <a:t>第二部分</a:t>
            </a:r>
            <a:r>
              <a:rPr kumimoji="0" lang="en-US" altLang="zh-CN" sz="1800" b="1" spc="150">
                <a:solidFill>
                  <a:srgbClr val="0000FF"/>
                </a:solidFill>
                <a:uFillTx/>
                <a:latin typeface="Arial" panose="020B0604020202020204" pitchFamily="34" charset="0"/>
                <a:ea typeface="微软雅黑" panose="020B0503020204020204" charset="-122"/>
              </a:rPr>
              <a:t> </a:t>
            </a:r>
            <a:r>
              <a:rPr kumimoji="0" lang="zh-CN" altLang="en-US" sz="1800" b="1" spc="150">
                <a:solidFill>
                  <a:srgbClr val="0000FF"/>
                </a:solidFill>
                <a:uFillTx/>
                <a:latin typeface="Arial" panose="020B0604020202020204" pitchFamily="34" charset="0"/>
                <a:ea typeface="微软雅黑" panose="020B0503020204020204" charset="-122"/>
              </a:rPr>
              <a:t>准备写作</a:t>
            </a:r>
          </a:p>
          <a:p>
            <a:pPr marL="857250" lvl="2" indent="-171450" algn="l" defTabSz="914400" eaLnBrk="1" fontAlgn="auto" hangingPunct="1">
              <a:lnSpc>
                <a:spcPct val="100000"/>
              </a:lnSpc>
              <a:spcBef>
                <a:spcPts val="0"/>
              </a:spcBef>
              <a:spcAft>
                <a:spcPts val="1000"/>
              </a:spcAft>
              <a:buClrTx/>
              <a:buSzTx/>
              <a:buFont typeface="Arial" panose="020B0604020202020204" pitchFamily="34" charset="0"/>
              <a:buChar char="•"/>
            </a:pPr>
            <a:r>
              <a:rPr kumimoji="0" lang="zh-CN" altLang="en-US" sz="1400" b="1" spc="150">
                <a:gradFill>
                  <a:gsLst>
                    <a:gs pos="0">
                      <a:srgbClr val="7B32B2"/>
                    </a:gs>
                    <a:gs pos="100000">
                      <a:srgbClr val="401A5D"/>
                    </a:gs>
                  </a:gsLst>
                  <a:lin scaled="0"/>
                </a:gradFill>
                <a:uFillTx/>
                <a:latin typeface="Arial" panose="020B0604020202020204" pitchFamily="34" charset="0"/>
                <a:ea typeface="微软雅黑" panose="020B0503020204020204" charset="-122"/>
              </a:rPr>
              <a:t>第六章　检索主题与评估材料</a:t>
            </a:r>
          </a:p>
          <a:p>
            <a:pPr marL="857250" lvl="2" indent="-171450" algn="l" defTabSz="914400" eaLnBrk="1" fontAlgn="auto" hangingPunct="1">
              <a:lnSpc>
                <a:spcPct val="100000"/>
              </a:lnSpc>
              <a:spcBef>
                <a:spcPts val="0"/>
              </a:spcBef>
              <a:spcAft>
                <a:spcPts val="1000"/>
              </a:spcAft>
              <a:buClrTx/>
              <a:buSzTx/>
              <a:buFont typeface="Arial" panose="020B0604020202020204" pitchFamily="34" charset="0"/>
              <a:buChar char="•"/>
            </a:pPr>
            <a:r>
              <a:rPr kumimoji="0" lang="zh-CN" altLang="en-US" sz="1400" b="1" spc="150">
                <a:gradFill>
                  <a:gsLst>
                    <a:gs pos="0">
                      <a:srgbClr val="7B32B2"/>
                    </a:gs>
                    <a:gs pos="100000">
                      <a:srgbClr val="401A5D"/>
                    </a:gs>
                  </a:gsLst>
                  <a:lin scaled="0"/>
                </a:gradFill>
                <a:uFillTx/>
                <a:latin typeface="Arial" panose="020B0604020202020204" pitchFamily="34" charset="0"/>
                <a:ea typeface="微软雅黑" panose="020B0503020204020204" charset="-122"/>
              </a:rPr>
              <a:t>第七章　参考和引用他人研究成果　</a:t>
            </a:r>
          </a:p>
          <a:p>
            <a:pPr marL="857250" lvl="2" indent="-171450" algn="l" defTabSz="914400" eaLnBrk="1" fontAlgn="auto" hangingPunct="1">
              <a:lnSpc>
                <a:spcPct val="100000"/>
              </a:lnSpc>
              <a:spcBef>
                <a:spcPts val="0"/>
              </a:spcBef>
              <a:spcAft>
                <a:spcPts val="1000"/>
              </a:spcAft>
              <a:buClrTx/>
              <a:buSzTx/>
              <a:buFont typeface="Arial" panose="020B0604020202020204" pitchFamily="34" charset="0"/>
              <a:buChar char="•"/>
            </a:pPr>
            <a:r>
              <a:rPr kumimoji="0" lang="zh-CN" altLang="en-US" sz="1400" b="1" spc="150">
                <a:gradFill>
                  <a:gsLst>
                    <a:gs pos="0">
                      <a:srgbClr val="7B32B2"/>
                    </a:gs>
                    <a:gs pos="100000">
                      <a:srgbClr val="401A5D"/>
                    </a:gs>
                  </a:gsLst>
                  <a:lin scaled="0"/>
                </a:gradFill>
                <a:uFillTx/>
                <a:latin typeface="Arial" panose="020B0604020202020204" pitchFamily="34" charset="0"/>
                <a:ea typeface="微软雅黑" panose="020B0503020204020204" charset="-122"/>
              </a:rPr>
              <a:t>第八章　数据处理</a:t>
            </a:r>
          </a:p>
          <a:p>
            <a:pPr marL="857250" lvl="2" indent="-171450" algn="l" defTabSz="914400" eaLnBrk="1" fontAlgn="auto" hangingPunct="1">
              <a:lnSpc>
                <a:spcPct val="100000"/>
              </a:lnSpc>
              <a:spcBef>
                <a:spcPts val="0"/>
              </a:spcBef>
              <a:spcAft>
                <a:spcPts val="1000"/>
              </a:spcAft>
              <a:buClrTx/>
              <a:buSzTx/>
              <a:buFont typeface="Arial" panose="020B0604020202020204" pitchFamily="34" charset="0"/>
              <a:buChar char="•"/>
            </a:pPr>
            <a:r>
              <a:rPr kumimoji="0" lang="zh-CN" altLang="en-US" sz="1400" b="1" spc="150">
                <a:gradFill>
                  <a:gsLst>
                    <a:gs pos="0">
                      <a:srgbClr val="7B32B2"/>
                    </a:gs>
                    <a:gs pos="100000">
                      <a:srgbClr val="401A5D"/>
                    </a:gs>
                  </a:gsLst>
                  <a:lin scaled="0"/>
                </a:gradFill>
                <a:uFillTx/>
                <a:latin typeface="Arial" panose="020B0604020202020204" pitchFamily="34" charset="0"/>
                <a:ea typeface="微软雅黑" panose="020B0503020204020204" charset="-122"/>
              </a:rPr>
              <a:t>第九章　运用批判性</a:t>
            </a:r>
          </a:p>
          <a:p>
            <a:pPr marL="514350" lvl="1" indent="-171450" algn="l" defTabSz="914400" eaLnBrk="1" fontAlgn="auto" hangingPunct="1">
              <a:lnSpc>
                <a:spcPct val="100000"/>
              </a:lnSpc>
              <a:spcBef>
                <a:spcPts val="0"/>
              </a:spcBef>
              <a:spcAft>
                <a:spcPts val="1000"/>
              </a:spcAft>
              <a:buClrTx/>
              <a:buSzTx/>
              <a:buFont typeface="Arial" panose="020B0604020202020204" pitchFamily="34" charset="0"/>
              <a:buChar char="•"/>
              <a:tabLst>
                <a:tab pos="1609725" algn="l"/>
              </a:tabLst>
            </a:pPr>
            <a:r>
              <a:rPr kumimoji="0" lang="zh-CN" altLang="en-US" sz="1800" b="1" spc="150">
                <a:solidFill>
                  <a:srgbClr val="0000FF"/>
                </a:solidFill>
                <a:uFillTx/>
                <a:latin typeface="Arial" panose="020B0604020202020204" pitchFamily="34" charset="0"/>
                <a:ea typeface="微软雅黑" panose="020B0503020204020204" charset="-122"/>
              </a:rPr>
              <a:t>第三部分</a:t>
            </a:r>
            <a:r>
              <a:rPr kumimoji="0" lang="en-US" altLang="zh-CN" sz="1800" b="1" spc="150">
                <a:solidFill>
                  <a:srgbClr val="0000FF"/>
                </a:solidFill>
                <a:uFillTx/>
                <a:latin typeface="Arial" panose="020B0604020202020204" pitchFamily="34" charset="0"/>
                <a:ea typeface="微软雅黑" panose="020B0503020204020204" charset="-122"/>
              </a:rPr>
              <a:t> </a:t>
            </a:r>
            <a:r>
              <a:rPr kumimoji="0" lang="zh-CN" altLang="en-US" sz="1800" b="1" spc="150">
                <a:solidFill>
                  <a:srgbClr val="0000FF"/>
                </a:solidFill>
                <a:uFillTx/>
                <a:latin typeface="Arial" panose="020B0604020202020204" pitchFamily="34" charset="0"/>
                <a:ea typeface="微软雅黑" panose="020B0503020204020204" charset="-122"/>
              </a:rPr>
              <a:t>开始写作</a:t>
            </a:r>
          </a:p>
          <a:p>
            <a:pPr marL="857250" lvl="2" indent="-171450" algn="l" defTabSz="914400" eaLnBrk="1" fontAlgn="auto" hangingPunct="1">
              <a:lnSpc>
                <a:spcPct val="100000"/>
              </a:lnSpc>
              <a:spcBef>
                <a:spcPts val="0"/>
              </a:spcBef>
              <a:spcAft>
                <a:spcPts val="1000"/>
              </a:spcAft>
              <a:buClrTx/>
              <a:buSzTx/>
              <a:buFont typeface="Arial" panose="020B0604020202020204" pitchFamily="34" charset="0"/>
              <a:buChar char="•"/>
            </a:pPr>
            <a:r>
              <a:rPr kumimoji="0" lang="zh-CN" altLang="en-US" sz="1400" b="1" spc="150">
                <a:gradFill>
                  <a:gsLst>
                    <a:gs pos="0">
                      <a:srgbClr val="7B32B2"/>
                    </a:gs>
                    <a:gs pos="100000">
                      <a:srgbClr val="401A5D"/>
                    </a:gs>
                  </a:gsLst>
                  <a:lin scaled="0"/>
                </a:gradFill>
                <a:uFillTx/>
                <a:latin typeface="Arial" panose="020B0604020202020204" pitchFamily="34" charset="0"/>
                <a:ea typeface="微软雅黑" panose="020B0503020204020204" charset="-122"/>
              </a:rPr>
              <a:t>第十章　撰写草稿和建构论述</a:t>
            </a:r>
          </a:p>
          <a:p>
            <a:pPr marL="857250" lvl="2" indent="-171450" algn="l" defTabSz="914400" eaLnBrk="1" fontAlgn="auto" hangingPunct="1">
              <a:lnSpc>
                <a:spcPct val="100000"/>
              </a:lnSpc>
              <a:spcBef>
                <a:spcPts val="0"/>
              </a:spcBef>
              <a:spcAft>
                <a:spcPts val="1000"/>
              </a:spcAft>
              <a:buClrTx/>
              <a:buSzTx/>
              <a:buFont typeface="Arial" panose="020B0604020202020204" pitchFamily="34" charset="0"/>
              <a:buChar char="•"/>
            </a:pPr>
            <a:r>
              <a:rPr kumimoji="0" lang="zh-CN" altLang="en-US" sz="1400" b="1" spc="150">
                <a:gradFill>
                  <a:gsLst>
                    <a:gs pos="0">
                      <a:srgbClr val="7B32B2"/>
                    </a:gs>
                    <a:gs pos="100000">
                      <a:srgbClr val="401A5D"/>
                    </a:gs>
                  </a:gsLst>
                  <a:lin scaled="0"/>
                </a:gradFill>
                <a:uFillTx/>
                <a:latin typeface="Arial" panose="020B0604020202020204" pitchFamily="34" charset="0"/>
                <a:ea typeface="微软雅黑" panose="020B0503020204020204" charset="-122"/>
              </a:rPr>
              <a:t>第十一章　像科学家一样说话</a:t>
            </a:r>
          </a:p>
          <a:p>
            <a:pPr marL="857250" lvl="2" indent="-171450" algn="l" defTabSz="914400" eaLnBrk="1" fontAlgn="auto" hangingPunct="1">
              <a:lnSpc>
                <a:spcPct val="100000"/>
              </a:lnSpc>
              <a:spcBef>
                <a:spcPts val="0"/>
              </a:spcBef>
              <a:spcAft>
                <a:spcPts val="1000"/>
              </a:spcAft>
              <a:buClrTx/>
              <a:buSzTx/>
              <a:buFont typeface="Arial" panose="020B0604020202020204" pitchFamily="34" charset="0"/>
              <a:buChar char="•"/>
            </a:pPr>
            <a:r>
              <a:rPr kumimoji="0" lang="zh-CN" altLang="en-US" sz="1400" b="1" spc="150">
                <a:gradFill>
                  <a:gsLst>
                    <a:gs pos="0">
                      <a:srgbClr val="7B32B2"/>
                    </a:gs>
                    <a:gs pos="100000">
                      <a:srgbClr val="401A5D"/>
                    </a:gs>
                  </a:gsLst>
                  <a:lin scaled="0"/>
                </a:gradFill>
                <a:uFillTx/>
                <a:latin typeface="Arial" panose="020B0604020202020204" pitchFamily="34" charset="0"/>
                <a:ea typeface="微软雅黑" panose="020B0503020204020204" charset="-122"/>
              </a:rPr>
              <a:t>第十二章　准确表达想法</a:t>
            </a:r>
          </a:p>
          <a:p>
            <a:pPr marL="857250" lvl="2" indent="-171450" algn="l" defTabSz="914400" eaLnBrk="1" fontAlgn="auto" hangingPunct="1">
              <a:lnSpc>
                <a:spcPct val="100000"/>
              </a:lnSpc>
              <a:spcBef>
                <a:spcPts val="0"/>
              </a:spcBef>
              <a:spcAft>
                <a:spcPts val="1000"/>
              </a:spcAft>
              <a:buClrTx/>
              <a:buSzTx/>
              <a:buFont typeface="Arial" panose="020B0604020202020204" pitchFamily="34" charset="0"/>
              <a:buChar char="•"/>
            </a:pPr>
            <a:r>
              <a:rPr kumimoji="0" lang="zh-CN" altLang="en-US" sz="1400" b="1" spc="150">
                <a:gradFill>
                  <a:gsLst>
                    <a:gs pos="0">
                      <a:srgbClr val="7B32B2"/>
                    </a:gs>
                    <a:gs pos="100000">
                      <a:srgbClr val="401A5D"/>
                    </a:gs>
                  </a:gsLst>
                  <a:lin scaled="0"/>
                </a:gradFill>
                <a:uFillTx/>
                <a:latin typeface="Arial" panose="020B0604020202020204" pitchFamily="34" charset="0"/>
                <a:ea typeface="微软雅黑" panose="020B0503020204020204" charset="-122"/>
              </a:rPr>
              <a:t>第十三章　编辑和校对你的作品</a:t>
            </a:r>
          </a:p>
          <a:p>
            <a:pPr marL="857250" lvl="2" indent="-171450" algn="l" defTabSz="914400" eaLnBrk="1" fontAlgn="auto" hangingPunct="1">
              <a:lnSpc>
                <a:spcPct val="100000"/>
              </a:lnSpc>
              <a:spcBef>
                <a:spcPts val="0"/>
              </a:spcBef>
              <a:spcAft>
                <a:spcPts val="1000"/>
              </a:spcAft>
              <a:buClrTx/>
              <a:buSzTx/>
              <a:buFont typeface="Arial" panose="020B0604020202020204" pitchFamily="34" charset="0"/>
              <a:buChar char="•"/>
            </a:pPr>
            <a:r>
              <a:rPr kumimoji="0" lang="zh-CN" altLang="en-US" sz="1400" b="1" spc="150">
                <a:gradFill>
                  <a:gsLst>
                    <a:gs pos="0">
                      <a:srgbClr val="7B32B2"/>
                    </a:gs>
                    <a:gs pos="100000">
                      <a:srgbClr val="401A5D"/>
                    </a:gs>
                  </a:gsLst>
                  <a:lin scaled="0"/>
                </a:gradFill>
                <a:uFillTx/>
                <a:latin typeface="Arial" panose="020B0604020202020204" pitchFamily="34" charset="0"/>
                <a:ea typeface="微软雅黑" panose="020B0503020204020204" charset="-122"/>
              </a:rPr>
              <a:t>第十四章　充分利用反馈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a:t>推荐课外书目（</a:t>
            </a:r>
            <a:r>
              <a:rPr lang="en-US" altLang="zh-CN"/>
              <a:t>3</a:t>
            </a:r>
            <a:r>
              <a:rPr lang="zh-CN" altLang="en-US"/>
              <a:t>）</a:t>
            </a:r>
          </a:p>
        </p:txBody>
      </p:sp>
      <p:sp>
        <p:nvSpPr>
          <p:cNvPr id="3" name="内容占位符 2"/>
          <p:cNvSpPr>
            <a:spLocks noGrp="1"/>
          </p:cNvSpPr>
          <p:nvPr>
            <p:ph idx="1"/>
          </p:nvPr>
        </p:nvSpPr>
        <p:spPr>
          <a:xfrm>
            <a:off x="502285" y="824230"/>
            <a:ext cx="6943725" cy="4843780"/>
          </a:xfrm>
        </p:spPr>
        <p:txBody>
          <a:bodyPr/>
          <a:lstStyle/>
          <a:p>
            <a:r>
              <a:rPr lang="zh-CN" altLang="en-US"/>
              <a:t>《批判性思维与说服性写作》</a:t>
            </a:r>
          </a:p>
          <a:p>
            <a:pPr lvl="1"/>
            <a:r>
              <a:rPr lang="zh-CN" altLang="en-US"/>
              <a:t>前半部分系统梳理了批判性思维的发展简史，随后提供了培养批判性思维的工具和方法。探讨了创造性思维与批判性思维结合的必要性及其在学术写作中的运用。</a:t>
            </a:r>
          </a:p>
          <a:p>
            <a:pPr lvl="1"/>
            <a:r>
              <a:rPr lang="zh-CN" altLang="en-US"/>
              <a:t>在后半部分介绍了如何利用叙述风格和修辞手法增强论证的说服力。</a:t>
            </a:r>
          </a:p>
          <a:p>
            <a:pPr lvl="1"/>
            <a:r>
              <a:rPr lang="zh-CN" altLang="en-US"/>
              <a:t>每个章节在讲述理论的同时提供了具有针对性的练习与活动，它们有助于读者实践新的技能、巩固已有知识、提升思维能力。</a:t>
            </a:r>
          </a:p>
        </p:txBody>
      </p:sp>
      <p:pic>
        <p:nvPicPr>
          <p:cNvPr id="102" name="图片 101"/>
          <p:cNvPicPr/>
          <p:nvPr>
            <p:custDataLst>
              <p:tags r:id="rId1"/>
            </p:custDataLst>
          </p:nvPr>
        </p:nvPicPr>
        <p:blipFill>
          <a:blip r:embed="rId3"/>
          <a:stretch>
            <a:fillRect/>
          </a:stretch>
        </p:blipFill>
        <p:spPr>
          <a:xfrm>
            <a:off x="7308850" y="116840"/>
            <a:ext cx="1759585" cy="1985645"/>
          </a:xfrm>
          <a:prstGeom prst="rect">
            <a:avLst/>
          </a:prstGeom>
          <a:noFill/>
          <a:ln w="9525">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a:t>课下作业</a:t>
            </a:r>
            <a:endParaRPr lang="en-US" altLang="zh-CN" dirty="0"/>
          </a:p>
        </p:txBody>
      </p:sp>
      <p:sp>
        <p:nvSpPr>
          <p:cNvPr id="3" name="内容占位符 2"/>
          <p:cNvSpPr>
            <a:spLocks noGrp="1"/>
          </p:cNvSpPr>
          <p:nvPr>
            <p:ph idx="1"/>
          </p:nvPr>
        </p:nvSpPr>
        <p:spPr/>
        <p:txBody>
          <a:bodyPr/>
          <a:lstStyle/>
          <a:p>
            <a:r>
              <a:rPr lang="zh-CN" altLang="en-US" sz="2000" dirty="0"/>
              <a:t>课后作业提交时间：</a:t>
            </a:r>
            <a:r>
              <a:rPr lang="en-US" altLang="zh-CN" sz="2000" dirty="0"/>
              <a:t>09</a:t>
            </a:r>
            <a:r>
              <a:rPr sz="2000" dirty="0"/>
              <a:t>月</a:t>
            </a:r>
            <a:r>
              <a:rPr lang="en-US" sz="2000" dirty="0"/>
              <a:t>18</a:t>
            </a:r>
            <a:r>
              <a:rPr sz="2000" dirty="0"/>
              <a:t>日</a:t>
            </a:r>
            <a:r>
              <a:rPr lang="zh-CN" sz="2000" dirty="0"/>
              <a:t>之前</a:t>
            </a:r>
            <a:endParaRPr sz="2000" dirty="0"/>
          </a:p>
          <a:p>
            <a:r>
              <a:rPr lang="zh-CN" altLang="en-US" sz="2000" dirty="0"/>
              <a:t>文件命名</a:t>
            </a:r>
            <a:r>
              <a:rPr sz="2000" dirty="0"/>
              <a:t>：</a:t>
            </a:r>
            <a:r>
              <a:rPr sz="2000" dirty="0">
                <a:solidFill>
                  <a:srgbClr val="FF0000"/>
                </a:solidFill>
              </a:rPr>
              <a:t>专业写作基础</a:t>
            </a:r>
            <a:r>
              <a:rPr lang="en-US" altLang="zh-CN" sz="2000" dirty="0">
                <a:solidFill>
                  <a:srgbClr val="FF0000"/>
                </a:solidFill>
              </a:rPr>
              <a:t>-</a:t>
            </a:r>
            <a:r>
              <a:rPr sz="2000" dirty="0">
                <a:solidFill>
                  <a:srgbClr val="FF0000"/>
                </a:solidFill>
              </a:rPr>
              <a:t>作业</a:t>
            </a:r>
            <a:r>
              <a:rPr lang="en-US" altLang="zh-CN" sz="2000" dirty="0">
                <a:solidFill>
                  <a:srgbClr val="FF0000"/>
                </a:solidFill>
              </a:rPr>
              <a:t>-</a:t>
            </a:r>
            <a:r>
              <a:rPr sz="2000" dirty="0">
                <a:solidFill>
                  <a:srgbClr val="FF0000"/>
                </a:solidFill>
              </a:rPr>
              <a:t>姓名</a:t>
            </a:r>
            <a:r>
              <a:rPr lang="en-US" altLang="zh-CN" sz="2000" dirty="0">
                <a:solidFill>
                  <a:srgbClr val="FF0000"/>
                </a:solidFill>
              </a:rPr>
              <a:t>-</a:t>
            </a:r>
            <a:r>
              <a:rPr sz="2000" dirty="0">
                <a:solidFill>
                  <a:srgbClr val="FF0000"/>
                </a:solidFill>
              </a:rPr>
              <a:t>学号</a:t>
            </a:r>
          </a:p>
          <a:p>
            <a:pPr marL="0" lvl="1"/>
            <a:r>
              <a:rPr sz="2000" dirty="0"/>
              <a:t>发送给</a:t>
            </a:r>
            <a:r>
              <a:rPr lang="zh-CN" altLang="en-US" sz="2000" dirty="0"/>
              <a:t>助教</a:t>
            </a:r>
            <a:endParaRPr sz="2000" dirty="0"/>
          </a:p>
          <a:p>
            <a:r>
              <a:rPr sz="2000" dirty="0">
                <a:sym typeface="+mn-ea"/>
              </a:rPr>
              <a:t>备注：</a:t>
            </a:r>
            <a:endParaRPr lang="en-US" sz="2000" dirty="0">
              <a:sym typeface="+mn-ea"/>
            </a:endParaRPr>
          </a:p>
          <a:p>
            <a:pPr lvl="1">
              <a:buFont typeface="Wingdings" panose="05000000000000000000" pitchFamily="2" charset="2"/>
              <a:buChar char="u"/>
            </a:pPr>
            <a:r>
              <a:rPr lang="zh-CN" altLang="en-US" sz="1800" dirty="0">
                <a:solidFill>
                  <a:srgbClr val="FF0000"/>
                </a:solidFill>
              </a:rPr>
              <a:t>尽量按照摘要的书写结构，逻辑结构清晰</a:t>
            </a:r>
            <a:endParaRPr lang="en-US" sz="1800" dirty="0">
              <a:solidFill>
                <a:srgbClr val="FF0000"/>
              </a:solidFill>
            </a:endParaRPr>
          </a:p>
          <a:p>
            <a:pPr lvl="1">
              <a:buFont typeface="Wingdings" panose="05000000000000000000" pitchFamily="2" charset="2"/>
              <a:buChar char="u"/>
            </a:pPr>
            <a:r>
              <a:rPr sz="1800" dirty="0">
                <a:solidFill>
                  <a:srgbClr val="FF0000"/>
                </a:solidFill>
                <a:sym typeface="+mn-ea"/>
              </a:rPr>
              <a:t>每个人独立完成</a:t>
            </a:r>
            <a:endParaRPr lang="zh-CN" altLang="en-US" sz="1800" dirty="0"/>
          </a:p>
        </p:txBody>
      </p:sp>
      <p:pic>
        <p:nvPicPr>
          <p:cNvPr id="5" name="图片 4">
            <a:extLst>
              <a:ext uri="{FF2B5EF4-FFF2-40B4-BE49-F238E27FC236}">
                <a16:creationId xmlns:a16="http://schemas.microsoft.com/office/drawing/2014/main" id="{0FC42348-BA9A-93F7-DDD0-084A70B3DCF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84168" y="28575"/>
            <a:ext cx="3024000" cy="6690600"/>
          </a:xfrm>
          <a:prstGeom prst="rect">
            <a:avLst/>
          </a:prstGeom>
        </p:spPr>
      </p:pic>
    </p:spTree>
    <p:extLst>
      <p:ext uri="{BB962C8B-B14F-4D97-AF65-F5344CB8AC3E}">
        <p14:creationId xmlns:p14="http://schemas.microsoft.com/office/powerpoint/2010/main" val="188047499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2476B-753B-AF99-7F71-5A28DBD3580C}"/>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EB83C06-2034-1C71-84DD-07FA33E68E4E}"/>
              </a:ext>
            </a:extLst>
          </p:cNvPr>
          <p:cNvSpPr txBox="1"/>
          <p:nvPr>
            <p:custDataLst>
              <p:tags r:id="rId2"/>
            </p:custDataLst>
          </p:nvPr>
        </p:nvSpPr>
        <p:spPr>
          <a:xfrm>
            <a:off x="914400" y="635000"/>
            <a:ext cx="7778115" cy="5437505"/>
          </a:xfrm>
          <a:prstGeom prst="rect">
            <a:avLst/>
          </a:prstGeom>
          <a:noFill/>
        </p:spPr>
        <p:txBody>
          <a:bodyPr wrap="square" rtlCol="0" anchor="ctr" anchorCtr="0">
            <a:noAutofit/>
          </a:bodyPr>
          <a:lstStyle/>
          <a:p>
            <a:pPr lvl="0" algn="l">
              <a:buNone/>
            </a:pPr>
            <a:r>
              <a:rPr lang="zh-CN" altLang="en-US" sz="2400" dirty="0">
                <a:solidFill>
                  <a:srgbClr val="000000"/>
                </a:solidFill>
                <a:latin typeface="微软雅黑" panose="020B0503020204020204" charset="-122"/>
                <a:ea typeface="微软雅黑" panose="020B0503020204020204" charset="-122"/>
              </a:rPr>
              <a:t>根据</a:t>
            </a:r>
            <a:r>
              <a:rPr lang="en-US" altLang="zh-CN" sz="2400" dirty="0">
                <a:solidFill>
                  <a:srgbClr val="000000"/>
                </a:solidFill>
                <a:latin typeface="微软雅黑" panose="020B0503020204020204" charset="-122"/>
                <a:ea typeface="微软雅黑" panose="020B0503020204020204" charset="-122"/>
              </a:rPr>
              <a:t>“</a:t>
            </a:r>
            <a:r>
              <a:rPr lang="zh-CN" altLang="en-US" sz="2400" dirty="0">
                <a:solidFill>
                  <a:srgbClr val="000000"/>
                </a:solidFill>
                <a:latin typeface="微软雅黑" panose="020B0503020204020204" charset="-122"/>
                <a:ea typeface="微软雅黑" panose="020B0503020204020204" charset="-122"/>
              </a:rPr>
              <a:t>依据事实陈述观点，逻辑中体现思维</a:t>
            </a:r>
            <a:r>
              <a:rPr lang="en-US" altLang="zh-CN" sz="2400" dirty="0">
                <a:solidFill>
                  <a:srgbClr val="000000"/>
                </a:solidFill>
                <a:latin typeface="微软雅黑" panose="020B0503020204020204" charset="-122"/>
                <a:ea typeface="微软雅黑" panose="020B0503020204020204" charset="-122"/>
              </a:rPr>
              <a:t>”</a:t>
            </a:r>
            <a:r>
              <a:rPr lang="zh-CN" altLang="en-US" sz="2400" dirty="0">
                <a:solidFill>
                  <a:srgbClr val="000000"/>
                </a:solidFill>
                <a:latin typeface="微软雅黑" panose="020B0503020204020204" charset="-122"/>
                <a:ea typeface="微软雅黑" panose="020B0503020204020204" charset="-122"/>
              </a:rPr>
              <a:t>的方式，选择以下三个问题之一，尝试回答（不超过</a:t>
            </a:r>
            <a:r>
              <a:rPr lang="en-US" altLang="zh-CN" sz="2400" dirty="0">
                <a:solidFill>
                  <a:srgbClr val="000000"/>
                </a:solidFill>
                <a:latin typeface="微软雅黑" panose="020B0503020204020204" charset="-122"/>
                <a:ea typeface="微软雅黑" panose="020B0503020204020204" charset="-122"/>
              </a:rPr>
              <a:t>300</a:t>
            </a:r>
            <a:r>
              <a:rPr lang="zh-CN" altLang="en-US" sz="2400" dirty="0">
                <a:solidFill>
                  <a:srgbClr val="000000"/>
                </a:solidFill>
                <a:latin typeface="微软雅黑" panose="020B0503020204020204" charset="-122"/>
                <a:ea typeface="微软雅黑" panose="020B0503020204020204" charset="-122"/>
              </a:rPr>
              <a:t>字）</a:t>
            </a:r>
          </a:p>
          <a:p>
            <a:pPr lvl="0" algn="l">
              <a:buNone/>
            </a:pPr>
            <a:r>
              <a:rPr lang="zh-CN" altLang="en-US" sz="2400" dirty="0">
                <a:solidFill>
                  <a:srgbClr val="000000"/>
                </a:solidFill>
                <a:latin typeface="微软雅黑" panose="020B0503020204020204" charset="-122"/>
                <a:ea typeface="微软雅黑" panose="020B0503020204020204" charset="-122"/>
              </a:rPr>
              <a:t>（1）从目前的应用现状看，量子信息技术对信息技术的影响包括哪些方面？</a:t>
            </a:r>
          </a:p>
          <a:p>
            <a:pPr lvl="0" algn="l">
              <a:buNone/>
            </a:pPr>
            <a:r>
              <a:rPr lang="zh-CN" altLang="en-US" sz="2400" dirty="0">
                <a:solidFill>
                  <a:srgbClr val="000000"/>
                </a:solidFill>
                <a:latin typeface="微软雅黑" panose="020B0503020204020204" charset="-122"/>
                <a:ea typeface="微软雅黑" panose="020B0503020204020204" charset="-122"/>
              </a:rPr>
              <a:t>（2）你认为目前最可能实用化的量子信息技术是什么？</a:t>
            </a:r>
          </a:p>
          <a:p>
            <a:pPr lvl="0" algn="l">
              <a:buNone/>
            </a:pPr>
            <a:r>
              <a:rPr lang="zh-CN" altLang="en-US" sz="2400" dirty="0">
                <a:solidFill>
                  <a:srgbClr val="000000"/>
                </a:solidFill>
                <a:latin typeface="微软雅黑" panose="020B0503020204020204" charset="-122"/>
                <a:ea typeface="微软雅黑" panose="020B0503020204020204" charset="-122"/>
              </a:rPr>
              <a:t>（3）你认为未来的量子信息技术会如何影响未来信息技术的发展呢？</a:t>
            </a:r>
          </a:p>
        </p:txBody>
      </p:sp>
      <p:sp>
        <p:nvSpPr>
          <p:cNvPr id="4" name="圆角矩形 3">
            <a:extLst>
              <a:ext uri="{FF2B5EF4-FFF2-40B4-BE49-F238E27FC236}">
                <a16:creationId xmlns:a16="http://schemas.microsoft.com/office/drawing/2014/main" id="{608890FC-43F2-C296-C097-14B5EA311C24}"/>
              </a:ext>
            </a:extLst>
          </p:cNvPr>
          <p:cNvSpPr/>
          <p:nvPr>
            <p:custDataLst>
              <p:tags r:id="rId3"/>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作答</a:t>
            </a:r>
          </a:p>
        </p:txBody>
      </p:sp>
      <p:sp>
        <p:nvSpPr>
          <p:cNvPr id="10" name="标题 1">
            <a:extLst>
              <a:ext uri="{FF2B5EF4-FFF2-40B4-BE49-F238E27FC236}">
                <a16:creationId xmlns:a16="http://schemas.microsoft.com/office/drawing/2014/main" id="{04B51BEB-01CC-13B1-F920-06FE6E888049}"/>
              </a:ext>
            </a:extLst>
          </p:cNvPr>
          <p:cNvSpPr>
            <a:spLocks noGrp="1"/>
          </p:cNvSpPr>
          <p:nvPr>
            <p:custDataLst>
              <p:tags r:id="rId4"/>
            </p:custDataLst>
          </p:nvPr>
        </p:nvSpPr>
        <p:spPr>
          <a:xfrm>
            <a:off x="153510" y="675700"/>
            <a:ext cx="2105980" cy="668050"/>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a:spcAft>
                <a:spcPts val="0"/>
              </a:spcAft>
            </a:pPr>
            <a:r>
              <a:rPr lang="zh-CN" altLang="en-US" sz="3200" b="1" dirty="0">
                <a:solidFill>
                  <a:schemeClr val="dk2">
                    <a:lumMod val="25000"/>
                  </a:schemeClr>
                </a:solidFill>
                <a:latin typeface="微软雅黑" panose="020B0503020204020204" charset="-122"/>
                <a:ea typeface="微软雅黑" panose="020B0503020204020204" charset="-122"/>
              </a:rPr>
              <a:t>课后作业</a:t>
            </a:r>
          </a:p>
        </p:txBody>
      </p:sp>
      <p:grpSp>
        <p:nvGrpSpPr>
          <p:cNvPr id="9" name="组合 8">
            <a:extLst>
              <a:ext uri="{FF2B5EF4-FFF2-40B4-BE49-F238E27FC236}">
                <a16:creationId xmlns:a16="http://schemas.microsoft.com/office/drawing/2014/main" id="{B8B634F1-4BCF-C531-4580-FECA54FEE19F}"/>
              </a:ext>
            </a:extLst>
          </p:cNvPr>
          <p:cNvGrpSpPr/>
          <p:nvPr>
            <p:custDataLst>
              <p:tags r:id="rId5"/>
            </p:custDataLst>
          </p:nvPr>
        </p:nvGrpSpPr>
        <p:grpSpPr>
          <a:xfrm>
            <a:off x="0" y="0"/>
            <a:ext cx="9144000" cy="635000"/>
            <a:chOff x="0" y="0"/>
            <a:chExt cx="14400" cy="1000"/>
          </a:xfrm>
        </p:grpSpPr>
        <p:sp>
          <p:nvSpPr>
            <p:cNvPr id="5" name="TitleBackground">
              <a:extLst>
                <a:ext uri="{FF2B5EF4-FFF2-40B4-BE49-F238E27FC236}">
                  <a16:creationId xmlns:a16="http://schemas.microsoft.com/office/drawing/2014/main" id="{11479F68-45F1-9ADD-FA24-7E7A4BC250B8}"/>
                </a:ext>
              </a:extLst>
            </p:cNvPr>
            <p:cNvSpPr/>
            <p:nvPr>
              <p:custDataLst>
                <p:tags r:id="rId7"/>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ColorBlock">
              <a:extLst>
                <a:ext uri="{FF2B5EF4-FFF2-40B4-BE49-F238E27FC236}">
                  <a16:creationId xmlns:a16="http://schemas.microsoft.com/office/drawing/2014/main" id="{E2C23669-B5D6-F11C-D3B8-45FB8570AE11}"/>
                </a:ext>
              </a:extLst>
            </p:cNvPr>
            <p:cNvSpPr/>
            <p:nvPr>
              <p:custDataLst>
                <p:tags r:id="rId8"/>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TypeText">
              <a:extLst>
                <a:ext uri="{FF2B5EF4-FFF2-40B4-BE49-F238E27FC236}">
                  <a16:creationId xmlns:a16="http://schemas.microsoft.com/office/drawing/2014/main" id="{92BD1532-C5B3-1B04-68B0-74F23387C51A}"/>
                </a:ext>
              </a:extLst>
            </p:cNvPr>
            <p:cNvSpPr txBox="1"/>
            <p:nvPr>
              <p:custDataLst>
                <p:tags r:id="rId9"/>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主观题</a:t>
              </a:r>
            </a:p>
          </p:txBody>
        </p:sp>
        <p:sp>
          <p:nvSpPr>
            <p:cNvPr id="8" name="TipText">
              <a:extLst>
                <a:ext uri="{FF2B5EF4-FFF2-40B4-BE49-F238E27FC236}">
                  <a16:creationId xmlns:a16="http://schemas.microsoft.com/office/drawing/2014/main" id="{7DC37951-EB28-8AC4-FE3C-DA62EEC84829}"/>
                </a:ext>
              </a:extLst>
            </p:cNvPr>
            <p:cNvSpPr txBox="1"/>
            <p:nvPr>
              <p:custDataLst>
                <p:tags r:id="rId10"/>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10分</a:t>
              </a:r>
            </a:p>
          </p:txBody>
        </p:sp>
      </p:grpSp>
      <p:pic>
        <p:nvPicPr>
          <p:cNvPr id="2" name="图片 1" descr="tmp290D">
            <a:extLst>
              <a:ext uri="{FF2B5EF4-FFF2-40B4-BE49-F238E27FC236}">
                <a16:creationId xmlns:a16="http://schemas.microsoft.com/office/drawing/2014/main" id="{BC527FD3-EC9B-2E72-11EE-B8E4A9F21CEA}"/>
              </a:ext>
            </a:extLst>
          </p:cNvPr>
          <p:cNvPicPr>
            <a:picLocks noChangeAspect="1"/>
          </p:cNvPicPr>
          <p:nvPr>
            <p:custDataLst>
              <p:tags r:id="rId6"/>
            </p:custDataLst>
          </p:nvPr>
        </p:nvPicPr>
        <p:blipFill>
          <a:blip r:embed="rId12"/>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7403322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24e03cc8-f0e9-4386-8863-529d037f58fc"/>
  <p:tag name="COMMONDATA" val="eyJoZGlkIjoiMmUzNzE3MjMxYWEyMjk4NTA5YTc5NmVlYjhmNWJkOTI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9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9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0.xml><?xml version="1.0" encoding="utf-8"?>
<p:tagLst xmlns:a="http://schemas.openxmlformats.org/drawingml/2006/main" xmlns:r="http://schemas.openxmlformats.org/officeDocument/2006/relationships" xmlns:p="http://schemas.openxmlformats.org/presentationml/2006/main">
  <p:tag name="KSO_WM_TAG_VERSION" val="1.0"/>
  <p:tag name="KSO_WM_UNIT_HIGHLIGHT" val="0"/>
  <p:tag name="KSO_WM_UNIT_COMPATIBLE" val="0"/>
  <p:tag name="KSO_WM_UNIT_DIAGRAM_ISNUMVISUAL" val="0"/>
  <p:tag name="KSO_WM_UNIT_DIAGRAM_ISREFERUNIT" val="0"/>
  <p:tag name="KSO_WM_UNIT_ID" val="_0**"/>
  <p:tag name="KSO_WM_UNIT_LAYERLEVEL" val="1"/>
  <p:tag name="KSO_WM_BEAUTIFY_FLAG" val="#wm#"/>
  <p:tag name="KSO_WM_TEMPLATE_CATEGORY" val="custom"/>
  <p:tag name="KSO_WM_TEMPLATE_INDEX" val="20180699"/>
</p:tagLst>
</file>

<file path=ppt/tags/tag131.xml><?xml version="1.0" encoding="utf-8"?>
<p:tagLst xmlns:a="http://schemas.openxmlformats.org/drawingml/2006/main" xmlns:r="http://schemas.openxmlformats.org/officeDocument/2006/relationships" xmlns:p="http://schemas.openxmlformats.org/presentationml/2006/main">
  <p:tag name="KSO_WM_TAG_VERSION" val="1.0"/>
  <p:tag name="KSO_WM_UNIT_HIGHLIGHT" val="0"/>
  <p:tag name="KSO_WM_UNIT_COMPATIBLE" val="0"/>
  <p:tag name="KSO_WM_UNIT_DIAGRAM_ISNUMVISUAL" val="0"/>
  <p:tag name="KSO_WM_UNIT_DIAGRAM_ISREFERUNIT" val="0"/>
  <p:tag name="KSO_WM_UNIT_ID" val="_0**"/>
  <p:tag name="KSO_WM_UNIT_LAYERLEVEL" val="1"/>
  <p:tag name="KSO_WM_BEAUTIFY_FLAG" val="#wm#"/>
  <p:tag name="KSO_WM_TEMPLATE_CATEGORY" val="custom"/>
  <p:tag name="KSO_WM_TEMPLATE_INDEX" val="20180699"/>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COMBINE_RELATE_SLIDE_ID" val="background20177604_1"/>
  <p:tag name="KSO_WM_TEMPLATE_CATEGORY" val="custom"/>
  <p:tag name="KSO_WM_TEMPLATE_INDEX" val="20180699"/>
  <p:tag name="KSO_WM_TEMPLATE_SUBCATEGORY" val="0"/>
  <p:tag name="KSO_WM_TEMPLATE_THUMBS_INDEX" val="1、4、5、6、11、12、16、18、26、27、"/>
  <p:tag name="KSO_WM_TEMPLATE_MASTER_TYPE" val="1"/>
  <p:tag name="KSO_WM_TEMPLATE_COLOR_TYPE" val="0"/>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9.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Lst>
</file>

<file path=ppt/tags/tag21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2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2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2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214.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BK_DARK_LIGHT" val="2"/>
  <p:tag name="KSO_WM_UNIT_SUBTYPE" val="h"/>
  <p:tag name="KSO_WM_UNIT_TYPE" val="i"/>
  <p:tag name="KSO_WM_UNIT_INDEX" val="1"/>
</p:tagLst>
</file>

<file path=ppt/tags/tag21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16.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17.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18.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19.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20.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21.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22.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2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2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2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2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2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2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2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30.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3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32.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3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3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3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3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37.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38.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39.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4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4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4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4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4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4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4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4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4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49.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5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5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5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5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5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55.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56.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57.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58.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5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60.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61.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62.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2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26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6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7.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68.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71.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7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7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7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75.xml><?xml version="1.0" encoding="utf-8"?>
<p:tagLst xmlns:a="http://schemas.openxmlformats.org/drawingml/2006/main" xmlns:r="http://schemas.openxmlformats.org/officeDocument/2006/relationships" xmlns:p="http://schemas.openxmlformats.org/presentationml/2006/main">
  <p:tag name="KSO_WM_TAG_VERSION" val="1.0"/>
  <p:tag name="KSO_WM_SLIDE_ITEM_CNT" val="0"/>
  <p:tag name="KSO_WM_SLIDE_LAYOUT" val="a_b"/>
  <p:tag name="KSO_WM_SLIDE_LAYOUT_CNT" val="1_1"/>
  <p:tag name="KSO_WM_SLIDE_TYPE" val="title"/>
  <p:tag name="KSO_WM_BEAUTIFY_FLAG" val="#wm#"/>
  <p:tag name="KSO_WM_COMBINE_RELATE_SLIDE_ID" val="background20177604_1"/>
  <p:tag name="KSO_WM_TEMPLATE_CATEGORY" val="custom"/>
  <p:tag name="KSO_WM_TEMPLATE_INDEX" val="20180699"/>
  <p:tag name="KSO_WM_SLIDE_ID" val="custom20180699_1"/>
  <p:tag name="KSO_WM_SLIDE_INDEX" val="1"/>
  <p:tag name="KSO_WM_TEMPLATE_SUBCATEGORY" val="0"/>
  <p:tag name="KSO_WM_TEMPLATE_THUMBS_INDEX" val="1、4、5、6、11、12、16、18、26、27、"/>
  <p:tag name="KSO_WM_TEMPLATE_MASTER_TYPE" val="1"/>
  <p:tag name="KSO_WM_TEMPLATE_COLOR_TYPE" val="0"/>
</p:tagLst>
</file>

<file path=ppt/tags/tag2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26"/>
  <p:tag name="KSO_WM_UNIT_TYPE" val="b"/>
  <p:tag name="KSO_WM_UNIT_INDEX" val="1"/>
  <p:tag name="KSO_WM_UNIT_PRESET_TEXT" val="单击此处添加副标题内容"/>
  <p:tag name="KSO_WM_TEMPLATE_CATEGORY" val="custom"/>
  <p:tag name="KSO_WM_TEMPLATE_INDEX" val="20204735"/>
  <p:tag name="KSO_WM_UNIT_ID" val="custom20204735_1*b*1"/>
  <p:tag name="KSO_WM_UNIT_ISNUMDGMTITLE" val="0"/>
  <p:tag name="KSO_WM_UNIT_TEXT_FILL_FORE_SCHEMECOLOR_INDEX_BRIGHTNESS" val="0"/>
  <p:tag name="KSO_WM_UNIT_TEXT_FILL_FORE_SCHEMECOLOR_INDEX" val="13"/>
  <p:tag name="KSO_WM_UNIT_TEXT_FILL_TYPE" val="1"/>
</p:tagLst>
</file>

<file path=ppt/tags/tag2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
  <p:tag name="KSO_WM_TEMPLATE_CATEGORY" val="custom"/>
  <p:tag name="KSO_WM_TEMPLATE_INDEX" val="20180699"/>
  <p:tag name="KSO_WM_UNIT_TYPE" val="b"/>
  <p:tag name="KSO_WM_UNIT_INDEX" val="1"/>
  <p:tag name="KSO_WM_UNIT_LAYERLEVEL" val="1"/>
  <p:tag name="KSO_WM_UNIT_VALUE" val="52"/>
  <p:tag name="KSO_WM_UNIT_ISCONTENTSTITLE" val="0"/>
  <p:tag name="KSO_WM_UNIT_HIGHLIGHT" val="0"/>
  <p:tag name="KSO_WM_UNIT_COMPATIBLE" val="0"/>
  <p:tag name="KSO_WM_UNIT_PRESET_TEXT_INDEX" val="4"/>
  <p:tag name="KSO_WM_UNIT_PRESET_TEXT_LEN" val="57"/>
  <p:tag name="KSO_WM_UNIT_ID" val="custom20180699_1*b*1"/>
  <p:tag name="KSO_WM_UNIT_ISNUMDGMTITLE" val="0"/>
  <p:tag name="KSO_WM_UNIT_NOCLEAR" val="0"/>
  <p:tag name="KSO_WM_UNIT_DIAGRAM_ISNUMVISUAL" val="0"/>
  <p:tag name="KSO_WM_UNIT_DIAGRAM_ISREFERUNIT" val="0"/>
  <p:tag name="KSO_WM_UNIT_TEXT_FILL_FORE_SCHEMECOLOR_INDEX_BRIGHTNESS" val="0"/>
  <p:tag name="KSO_WM_UNIT_TEXT_FILL_FORE_SCHEMECOLOR_INDEX" val="14"/>
  <p:tag name="KSO_WM_UNIT_TEXT_FILL_TYPE" val="1"/>
</p:tagLst>
</file>

<file path=ppt/tags/tag2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
  <p:tag name="KSO_WM_TEMPLATE_CATEGORY" val="custom"/>
  <p:tag name="KSO_WM_TEMPLATE_INDEX" val="20180699"/>
  <p:tag name="KSO_WM_UNIT_TYPE" val="a"/>
  <p:tag name="KSO_WM_UNIT_INDEX" val="1"/>
  <p:tag name="KSO_WM_UNIT_LAYERLEVEL" val="1"/>
  <p:tag name="KSO_WM_UNIT_VALUE" val="11"/>
  <p:tag name="KSO_WM_UNIT_ISCONTENTSTITLE" val="0"/>
  <p:tag name="KSO_WM_UNIT_HIGHLIGHT" val="0"/>
  <p:tag name="KSO_WM_UNIT_COMPATIBLE" val="0"/>
  <p:tag name="KSO_WM_UNIT_ID" val="custom20180699_1*a*1"/>
  <p:tag name="KSO_WM_UNIT_PRESET_TEXT" val="科技风深蓝色计划书"/>
  <p:tag name="KSO_WM_UNIT_ISNUMDGMTITLE" val="0"/>
  <p:tag name="KSO_WM_UNIT_NOCLEAR" val="0"/>
  <p:tag name="KSO_WM_UNIT_DIAGRAM_ISNUMVISUAL" val="0"/>
  <p:tag name="KSO_WM_UNIT_DIAGRAM_ISREFERUNIT" val="0"/>
</p:tagLst>
</file>

<file path=ppt/tags/tag2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0699"/>
  <p:tag name="RAINPROBLEM" val="MultipleChoiceMA"/>
  <p:tag name="PROBLEMSCORE" val="1.0"/>
  <p:tag name="PROBLEMSCORE_HALF" val="0.0"/>
</p:tagLst>
</file>

<file path=ppt/tags/tag28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82.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283.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284.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285.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28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KSO_WM_DIAGRAM_VIRTUALLY_FRAME" val="{&quot;height&quot;:253.1,&quot;left&quot;:87.75,&quot;top&quot;:219.35,&quot;width&quot;:560.25}"/>
  <p:tag name="RAINBULLET" val="Correct"/>
</p:tagLst>
</file>

<file path=ppt/tags/tag28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KSO_WM_DIAGRAM_VIRTUALLY_FRAME" val="{&quot;height&quot;:253.1,&quot;left&quot;:87.75,&quot;top&quot;:219.35,&quot;width&quot;:560.25}"/>
  <p:tag name="RAINBULLET" val="Correct"/>
</p:tagLst>
</file>

<file path=ppt/tags/tag28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KSO_WM_DIAGRAM_VIRTUALLY_FRAME" val="{&quot;height&quot;:253.1,&quot;left&quot;:87.75,&quot;top&quot;:219.35,&quot;width&quot;:560.25}"/>
  <p:tag name="RAINBULLET" val="Correct"/>
</p:tagLst>
</file>

<file path=ppt/tags/tag28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KSO_WM_DIAGRAM_VIRTUALLY_FRAME" val="{&quot;height&quot;:253.1,&quot;left&quot;:87.75,&quot;top&quot;:219.35,&quot;width&quot;:560.25}"/>
  <p:tag name="RAINBULLET" val="Correct"/>
</p:tagLst>
</file>

<file path=ppt/tags/tag29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9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2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3.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304.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05.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306.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07.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308.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0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31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1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12.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31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14.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315.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16.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317.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18.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319.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20.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32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22.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32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24.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325.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26.xml><?xml version="1.0" encoding="utf-8"?>
<p:tagLst xmlns:a="http://schemas.openxmlformats.org/drawingml/2006/main" xmlns:r="http://schemas.openxmlformats.org/officeDocument/2006/relationships" xmlns:p="http://schemas.openxmlformats.org/presentationml/2006/main">
  <p:tag name="RAINPROBLEM" val="Polling"/>
  <p:tag name="PROBLEMSCORE" val="0.0"/>
  <p:tag name="ANONYMOUSPOLLING" val="False"/>
</p:tagLst>
</file>

<file path=ppt/tags/tag32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28.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329.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3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 name="KSO_WM_DIAGRAM_VIRTUALLY_FRAME" val="{&quot;height&quot;:253.1,&quot;left&quot;:87.75,&quot;top&quot;:219.35,&quot;width&quot;:560.25}"/>
</p:tagLst>
</file>

<file path=ppt/tags/tag33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 name="KSO_WM_DIAGRAM_VIRTUALLY_FRAME" val="{&quot;height&quot;:253.1,&quot;left&quot;:87.75,&quot;top&quot;:219.35,&quot;width&quot;:560.25}"/>
</p:tagLst>
</file>

<file path=ppt/tags/tag33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3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3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8.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339.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40.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34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42.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34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44.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345.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46.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347.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34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35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51.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35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53.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354.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55.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356.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57.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358.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5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36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36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36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63.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364.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365.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366.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36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 name="KSO_WM_DIAGRAM_VIRTUALLY_FRAME" val="{&quot;height&quot;:253.1,&quot;left&quot;:87.75,&quot;top&quot;:219.35,&quot;width&quot;:560.25}"/>
</p:tagLst>
</file>

<file path=ppt/tags/tag36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 name="KSO_WM_DIAGRAM_VIRTUALLY_FRAME" val="{&quot;height&quot;:253.1,&quot;left&quot;:87.75,&quot;top&quot;:219.35,&quot;width&quot;:560.25}"/>
</p:tagLst>
</file>

<file path=ppt/tags/tag36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 name="KSO_WM_DIAGRAM_VIRTUALLY_FRAME" val="{&quot;height&quot;:253.1,&quot;left&quot;:87.75,&quot;top&quot;:219.35,&quot;width&quot;:560.25}"/>
</p:tagLst>
</file>

<file path=ppt/tags/tag3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 name="KSO_WM_DIAGRAM_VIRTUALLY_FRAME" val="{&quot;height&quot;:253.1,&quot;left&quot;:87.75,&quot;top&quot;:219.35,&quot;width&quot;:560.25}"/>
</p:tagLst>
</file>

<file path=ppt/tags/tag37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8.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3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80.xml><?xml version="1.0" encoding="utf-8"?>
<p:tagLst xmlns:a="http://schemas.openxmlformats.org/drawingml/2006/main" xmlns:r="http://schemas.openxmlformats.org/officeDocument/2006/relationships" xmlns:p="http://schemas.openxmlformats.org/presentationml/2006/main">
  <p:tag name="KSO_WM_UNIT_FILL_FORE_SCHEMECOLOR_INDEX_BRIGHTNESS" val="-0.5"/>
  <p:tag name="KSO_WM_UNIT_FILL_FORE_SCHEMECOLOR_INDEX" val="9"/>
  <p:tag name="KSO_WM_UNIT_FILL_TYPE" val="1"/>
</p:tagLst>
</file>

<file path=ppt/tags/tag38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7"/>
  <p:tag name="KSO_WM_UNIT_FILL_TYPE" val="1"/>
</p:tagLst>
</file>

<file path=ppt/tags/tag38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83.xml><?xml version="1.0" encoding="utf-8"?>
<p:tagLst xmlns:a="http://schemas.openxmlformats.org/drawingml/2006/main" xmlns:r="http://schemas.openxmlformats.org/officeDocument/2006/relationships" xmlns:p="http://schemas.openxmlformats.org/presentationml/2006/main">
  <p:tag name="KSO_WM_UNIT_FILL_FORE_SCHEMECOLOR_INDEX_BRIGHTNESS" val="-0.5"/>
  <p:tag name="KSO_WM_UNIT_FILL_FORE_SCHEMECOLOR_INDEX" val="8"/>
  <p:tag name="KSO_WM_UNIT_FILL_TYPE" val="1"/>
</p:tagLst>
</file>

<file path=ppt/tags/tag384.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3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86.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7"/>
  <p:tag name="KSO_WM_UNIT_FILL_TYPE" val="1"/>
</p:tagLst>
</file>

<file path=ppt/tags/tag3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8.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8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90.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39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Lst>
</file>

<file path=ppt/tags/tag39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4.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3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6.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7"/>
  <p:tag name="KSO_WM_UNIT_FILL_TYPE" val="1"/>
</p:tagLst>
</file>

<file path=ppt/tags/tag39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40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40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40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40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40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40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40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40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40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40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4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41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1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1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3"/>
  <p:tag name="KSO_WM_UNIT_TEXT_FILL_TYPE" val="1"/>
</p:tagLst>
</file>

<file path=ppt/tags/tag4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4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4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2.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4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24.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4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6.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42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428.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42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Lst>
</file>

<file path=ppt/tags/tag430.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4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2.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4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4.xml><?xml version="1.0" encoding="utf-8"?>
<p:tagLst xmlns:a="http://schemas.openxmlformats.org/drawingml/2006/main" xmlns:r="http://schemas.openxmlformats.org/officeDocument/2006/relationships" xmlns:p="http://schemas.openxmlformats.org/presentationml/2006/main">
  <p:tag name="KSO_WM_UNIT_FILL_FORE_SCHEMECOLOR_INDEX_BRIGHTNESS" val="-0.5"/>
  <p:tag name="KSO_WM_UNIT_FILL_FORE_SCHEMECOLOR_INDEX" val="8"/>
  <p:tag name="KSO_WM_UNIT_FILL_TYPE" val="1"/>
</p:tagLst>
</file>

<file path=ppt/tags/tag43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6.xml><?xml version="1.0" encoding="utf-8"?>
<p:tagLst xmlns:a="http://schemas.openxmlformats.org/drawingml/2006/main" xmlns:r="http://schemas.openxmlformats.org/officeDocument/2006/relationships" xmlns:p="http://schemas.openxmlformats.org/presentationml/2006/main">
  <p:tag name="KSO_WM_UNIT_LINE_FORE_SCHEMECOLOR_INDEX_BRIGHTNESS" val="-0.5"/>
  <p:tag name="KSO_WM_UNIT_LINE_FORE_SCHEMECOLOR_INDEX" val="14"/>
  <p:tag name="KSO_WM_UNIT_LINE_FILL_TYPE" val="2"/>
</p:tagLst>
</file>

<file path=ppt/tags/tag4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8.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4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0.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44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0"/>
  <p:tag name="KSO_WM_UNIT_LINE_FILL_TYPE" val="2"/>
</p:tagLst>
</file>

<file path=ppt/tags/tag44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Lst>
</file>

<file path=ppt/tags/tag44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Lst>
</file>

<file path=ppt/tags/tag444.xml><?xml version="1.0" encoding="utf-8"?>
<p:tagLst xmlns:a="http://schemas.openxmlformats.org/drawingml/2006/main" xmlns:r="http://schemas.openxmlformats.org/officeDocument/2006/relationships" xmlns:p="http://schemas.openxmlformats.org/presentationml/2006/main">
  <p:tag name="KSO_WM_UNIT_LINE_FORE_SCHEMECOLOR_INDEX_BRIGHTNESS" val="-0.5"/>
  <p:tag name="KSO_WM_UNIT_LINE_FORE_SCHEMECOLOR_INDEX" val="9"/>
  <p:tag name="KSO_WM_UNIT_LINE_FILL_TYPE" val="2"/>
</p:tagLst>
</file>

<file path=ppt/tags/tag445.xml><?xml version="1.0" encoding="utf-8"?>
<p:tagLst xmlns:a="http://schemas.openxmlformats.org/drawingml/2006/main" xmlns:r="http://schemas.openxmlformats.org/officeDocument/2006/relationships" xmlns:p="http://schemas.openxmlformats.org/presentationml/2006/main">
  <p:tag name="KSO_WM_UNIT_FILL_FORE_SCHEMECOLOR_INDEX_BRIGHTNESS" val="-0.05"/>
  <p:tag name="KSO_WM_UNIT_FILL_FORE_SCHEMECOLOR_INDEX" val="6"/>
  <p:tag name="KSO_WM_UNIT_FILL_TYPE" val="1"/>
</p:tagLst>
</file>

<file path=ppt/tags/tag446.xml><?xml version="1.0" encoding="utf-8"?>
<p:tagLst xmlns:a="http://schemas.openxmlformats.org/drawingml/2006/main" xmlns:r="http://schemas.openxmlformats.org/officeDocument/2006/relationships" xmlns:p="http://schemas.openxmlformats.org/presentationml/2006/main">
  <p:tag name="KSO_WM_UNIT_FILL_FORE_SCHEMECOLOR_INDEX_BRIGHTNESS" val="-0.05"/>
  <p:tag name="KSO_WM_UNIT_FILL_FORE_SCHEMECOLOR_INDEX" val="6"/>
  <p:tag name="KSO_WM_UNIT_FILL_TYPE" val="1"/>
</p:tagLst>
</file>

<file path=ppt/tags/tag447.xml><?xml version="1.0" encoding="utf-8"?>
<p:tagLst xmlns:a="http://schemas.openxmlformats.org/drawingml/2006/main" xmlns:r="http://schemas.openxmlformats.org/officeDocument/2006/relationships" xmlns:p="http://schemas.openxmlformats.org/presentationml/2006/main">
  <p:tag name="KSO_WM_UNIT_FILL_FORE_SCHEMECOLOR_INDEX_BRIGHTNESS" val="-0.05"/>
  <p:tag name="KSO_WM_UNIT_FILL_FORE_SCHEMECOLOR_INDEX" val="6"/>
  <p:tag name="KSO_WM_UNIT_FILL_TYPE" val="1"/>
</p:tagLst>
</file>

<file path=ppt/tags/tag448.xml><?xml version="1.0" encoding="utf-8"?>
<p:tagLst xmlns:a="http://schemas.openxmlformats.org/drawingml/2006/main" xmlns:r="http://schemas.openxmlformats.org/officeDocument/2006/relationships" xmlns:p="http://schemas.openxmlformats.org/presentationml/2006/main">
  <p:tag name="KSO_WM_UNIT_FILL_FORE_SCHEMECOLOR_INDEX_BRIGHTNESS" val="-0.05"/>
  <p:tag name="KSO_WM_UNIT_FILL_FORE_SCHEMECOLOR_INDEX" val="6"/>
  <p:tag name="KSO_WM_UNIT_FILL_TYPE" val="1"/>
</p:tagLst>
</file>

<file path=ppt/tags/tag4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0.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4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4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45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4.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 name="PROBLEMHASREMARK" val="True"/>
  <p:tag name="PROBLEMREMARK" val="1. 总：概述与引言 (第一部分)&#10;内容：文章开篇高屋建瓴，首先定义了“深度学习”的概念，并强调了其在人工智能领域引起的革命性影响。它没有直接深入技术细节，而是从宏观角度阐述了深度学习的核心思想（学习特征的层次结构）和其广泛应用（语音、视觉、自然语言处理等），为全文奠定了基调。&#10;作用：这是典型的“总述”，旨在让读者（包括非专业领域的《Nature》读者）对主题有一个全局性的、定性的认识。&#10;2. 分：分点详细论述核心内容 (中间主体部分)&#10;这是文章最庞大的部分，按照逻辑顺序，系统地分解和阐述了深度学习的各个方面：&#10;分论点一：监督学习 - 介绍了深度学习最成功的应用范式。&#10;分论点二：反向传播 - 解释了驱动深度学习的关键算法。&#10;分论点三：卷积神经网络（CNN） - 详细展示了第一个成功的深度网络架构。&#10;分论点四：分布式表示与RNN - 扩展到了序列建模和语言处理等更复杂的任务。&#10;分论点五：深度学习的深远影响 - 讨论了其理论基础和神经科学启示。&#10;每个分论点都深入探讨了技术原理、优势以及具体应用实例。这种结构是典型的“分述”，将宏大的主题拆解成可理解的模块进行详细说明。&#10;3. 总：总结与展望 (最后部分)&#10;内容：文章最后一部分不再引入新的技术细节，而是重新回到宏观视角。它对全文内容进行了总结，并重点展望了未来的研究方向、面临的挑战（如无监督学习、算法效率、理论理解等）以及对社会各领域的潜在影响。&#10;作用：这是“总结”，起到了收束全文、提升文章高度、并指向未来的作用。它让读者在了解技术细节后，再次回到一个整体的、前瞻性的视角。"/>
</p:tagLst>
</file>

<file path=ppt/tags/tag465.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46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6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68.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469.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47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4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7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7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80.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4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4.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48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8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4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4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4.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4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6.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4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8.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4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50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50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3.xml><?xml version="1.0" encoding="utf-8"?>
<p:tagLst xmlns:a="http://schemas.openxmlformats.org/drawingml/2006/main" xmlns:r="http://schemas.openxmlformats.org/officeDocument/2006/relationships" xmlns:p="http://schemas.openxmlformats.org/presentationml/2006/main">
  <p:tag name="RAINPROBLEM" val="Polling"/>
  <p:tag name="PROBLEMSCORE" val="0.0"/>
  <p:tag name="ANONYMOUSPOLLING" val="False"/>
</p:tagLst>
</file>

<file path=ppt/tags/tag50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05.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4.35,&quot;left&quot;:87.75,&quot;top&quot;:219.35,&quot;width&quot;:560.25}"/>
</p:tagLst>
</file>

<file path=ppt/tags/tag506.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4.35,&quot;left&quot;:87.75,&quot;top&quot;:219.35,&quot;width&quot;:560.25}"/>
</p:tagLst>
</file>

<file path=ppt/tags/tag50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 name="KSO_WM_DIAGRAM_VIRTUALLY_FRAME" val="{&quot;height&quot;:254.35,&quot;left&quot;:87.75,&quot;top&quot;:219.35,&quot;width&quot;:560.25}"/>
</p:tagLst>
</file>

<file path=ppt/tags/tag50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 name="KSO_WM_DIAGRAM_VIRTUALLY_FRAME" val="{&quot;height&quot;:254.35,&quot;left&quot;:87.75,&quot;top&quot;:219.35,&quot;width&quot;:560.25}"/>
</p:tagLst>
</file>

<file path=ppt/tags/tag50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5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5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5.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516.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5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1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52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5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2.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5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52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Lst>
</file>

<file path=ppt/tags/tag527.xml><?xml version="1.0" encoding="utf-8"?>
<p:tagLst xmlns:a="http://schemas.openxmlformats.org/drawingml/2006/main" xmlns:r="http://schemas.openxmlformats.org/officeDocument/2006/relationships" xmlns:p="http://schemas.openxmlformats.org/presentationml/2006/main">
  <p:tag name="KSO_WM_UNIT_FILL_FORE_SCHEMECOLOR_INDEX_BRIGHTNESS" val="-0.5"/>
  <p:tag name="KSO_WM_UNIT_FILL_FORE_SCHEMECOLOR_INDEX" val="9"/>
  <p:tag name="KSO_WM_UNIT_FILL_TYPE" val="1"/>
  <p:tag name="KSO_WM_UNIT_LINE_FORE_SCHEMECOLOR_INDEX_BRIGHTNESS" val="-0.5"/>
  <p:tag name="KSO_WM_UNIT_LINE_FORE_SCHEMECOLOR_INDEX" val="9"/>
  <p:tag name="KSO_WM_UNIT_LINE_FILL_TYPE" val="2"/>
</p:tagLst>
</file>

<file path=ppt/tags/tag52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Lst>
</file>

<file path=ppt/tags/tag5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0.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5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3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53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5"/>
  <p:tag name="KSO_WM_UNIT_LINE_FILL_TYPE" val="2"/>
</p:tagLst>
</file>

<file path=ppt/tags/tag5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7.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5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3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0"/>
  <p:tag name="KSO_WM_UNIT_FILL_TYPE" val="1"/>
</p:tagLst>
</file>

<file path=ppt/tags/tag5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3.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5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45.xml><?xml version="1.0" encoding="utf-8"?>
<p:tagLst xmlns:a="http://schemas.openxmlformats.org/drawingml/2006/main" xmlns:r="http://schemas.openxmlformats.org/officeDocument/2006/relationships" xmlns:p="http://schemas.openxmlformats.org/presentationml/2006/main">
  <p:tag name="KSO_WM_UNIT_FILL_FORE_SCHEMECOLOR_INDEX_BRIGHTNESS" val="0.8"/>
  <p:tag name="KSO_WM_UNIT_FILL_FORE_SCHEMECOLOR_INDEX" val="6"/>
  <p:tag name="KSO_WM_UNIT_FILL_TYPE" val="1"/>
</p:tagLst>
</file>

<file path=ppt/tags/tag5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8.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5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3.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5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5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0"/>
  <p:tag name="KSO_WM_UNIT_FILL_TYPE" val="1"/>
</p:tagLst>
</file>

<file path=ppt/tags/tag55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9.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5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6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0"/>
  <p:tag name="KSO_WM_UNIT_FILL_TYPE" val="1"/>
</p:tagLst>
</file>

<file path=ppt/tags/tag5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4.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5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66.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7"/>
  <p:tag name="KSO_WM_UNIT_FILL_TYPE" val="1"/>
</p:tagLst>
</file>

<file path=ppt/tags/tag5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68.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5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0.xml><?xml version="1.0" encoding="utf-8"?>
<p:tagLst xmlns:a="http://schemas.openxmlformats.org/drawingml/2006/main" xmlns:r="http://schemas.openxmlformats.org/officeDocument/2006/relationships" xmlns:p="http://schemas.openxmlformats.org/presentationml/2006/main">
  <p:tag name="RAINPROBLEM" val="Polling"/>
  <p:tag name="PROBLEMSCORE" val="0.0"/>
  <p:tag name="ANONYMOUSPOLLING" val="False"/>
</p:tagLst>
</file>

<file path=ppt/tags/tag57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72.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4.35,&quot;left&quot;:87.75,&quot;top&quot;:219.35,&quot;width&quot;:560.25}"/>
</p:tagLst>
</file>

<file path=ppt/tags/tag573.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4.35,&quot;left&quot;:87.75,&quot;top&quot;:219.35,&quot;width&quot;:560.25}"/>
</p:tagLst>
</file>

<file path=ppt/tags/tag57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 name="KSO_WM_DIAGRAM_VIRTUALLY_FRAME" val="{&quot;height&quot;:254.35,&quot;left&quot;:87.75,&quot;top&quot;:219.35,&quot;width&quot;:560.25}"/>
</p:tagLst>
</file>

<file path=ppt/tags/tag57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 name="KSO_WM_DIAGRAM_VIRTUALLY_FRAME" val="{&quot;height&quot;:254.35,&quot;left&quot;:87.75,&quot;top&quot;:219.35,&quot;width&quot;:560.25}"/>
</p:tagLst>
</file>

<file path=ppt/tags/tag57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5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5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2.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583.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5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587.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5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9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5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592.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5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9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59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 name="KSO_WM_BEAUTIFY_FLAG" val=""/>
</p:tagLst>
</file>

<file path=ppt/tags/tag597.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5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0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601.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6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0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60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606.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6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0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7"/>
  <p:tag name="KSO_WM_UNIT_FILL_TYPE" val="1"/>
</p:tagLst>
</file>

<file path=ppt/tags/tag61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3.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6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16.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7"/>
  <p:tag name="KSO_WM_UNIT_FILL_TYPE" val="1"/>
</p:tagLst>
</file>

<file path=ppt/tags/tag61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8.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61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1.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6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24.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7"/>
  <p:tag name="KSO_WM_UNIT_FILL_TYPE" val="1"/>
</p:tagLst>
</file>

<file path=ppt/tags/tag6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6.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7"/>
  <p:tag name="KSO_WM_UNIT_FILL_TYPE" val="1"/>
</p:tagLst>
</file>

<file path=ppt/tags/tag62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0.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6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4.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6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3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7"/>
  <p:tag name="KSO_WM_UNIT_FILL_TYPE" val="1"/>
</p:tagLst>
</file>

<file path=ppt/tags/tag6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5.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6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2.xml><?xml version="1.0" encoding="utf-8"?>
<p:tagLst xmlns:a="http://schemas.openxmlformats.org/drawingml/2006/main" xmlns:r="http://schemas.openxmlformats.org/officeDocument/2006/relationships" xmlns:p="http://schemas.openxmlformats.org/presentationml/2006/main">
  <p:tag name="RAINPROBLEM" val="Polling"/>
  <p:tag name="PROBLEMSCORE" val="0.0"/>
  <p:tag name="ANONYMOUSPOLLING" val="False"/>
</p:tagLst>
</file>

<file path=ppt/tags/tag65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54.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4.35,&quot;left&quot;:87.75,&quot;top&quot;:219.35,&quot;width&quot;:560.25}"/>
</p:tagLst>
</file>

<file path=ppt/tags/tag655.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4.35,&quot;left&quot;:87.75,&quot;top&quot;:219.35,&quot;width&quot;:560.25}"/>
</p:tagLst>
</file>

<file path=ppt/tags/tag65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 name="KSO_WM_DIAGRAM_VIRTUALLY_FRAME" val="{&quot;height&quot;:254.35,&quot;left&quot;:87.75,&quot;top&quot;:219.35,&quot;width&quot;:560.25}"/>
</p:tagLst>
</file>

<file path=ppt/tags/tag65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 name="KSO_WM_DIAGRAM_VIRTUALLY_FRAME" val="{&quot;height&quot;:254.35,&quot;left&quot;:87.75,&quot;top&quot;:219.35,&quot;width&quot;:560.25}"/>
</p:tagLst>
</file>

<file path=ppt/tags/tag65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6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6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4.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665.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6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68.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66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6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1.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6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74.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67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6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7.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6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4.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6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8.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6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9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6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3.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6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696.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6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3.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7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5.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7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18.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7"/>
  <p:tag name="KSO_WM_UNIT_FILL_TYPE" val="1"/>
</p:tagLst>
</file>

<file path=ppt/tags/tag719.xml><?xml version="1.0" encoding="utf-8"?>
<p:tagLst xmlns:a="http://schemas.openxmlformats.org/drawingml/2006/main" xmlns:r="http://schemas.openxmlformats.org/officeDocument/2006/relationships" xmlns:p="http://schemas.openxmlformats.org/presentationml/2006/main">
  <p:tag name="KSO_WM_UNIT_FILL_FORE_SCHEMECOLOR_INDEX_BRIGHTNESS" val="-0.5"/>
  <p:tag name="KSO_WM_UNIT_FILL_FORE_SCHEMECOLOR_INDEX" val="9"/>
  <p:tag name="KSO_WM_UNIT_FILL_TYPE" val="1"/>
</p:tagLst>
</file>

<file path=ppt/tags/tag72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2.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7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9.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7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3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73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73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35.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7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7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7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41.xml><?xml version="1.0" encoding="utf-8"?>
<p:tagLst xmlns:a="http://schemas.openxmlformats.org/drawingml/2006/main" xmlns:r="http://schemas.openxmlformats.org/officeDocument/2006/relationships" xmlns:p="http://schemas.openxmlformats.org/presentationml/2006/main">
  <p:tag name="KSO_WM_SLIDE_BACKGROUND_TYPE" val="general"/>
</p:tagLst>
</file>

<file path=ppt/tags/tag7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74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3"/>
  <p:tag name="KSO_WM_UNIT_TEXT_FILL_TYPE" val="1"/>
</p:tagLst>
</file>

<file path=ppt/tags/tag74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7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0.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75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5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7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7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5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Notebook">
  <a:themeElements>
    <a:clrScheme name="Notebook 1">
      <a:dk1>
        <a:srgbClr val="000000"/>
      </a:dk1>
      <a:lt1>
        <a:srgbClr val="FEFDE3"/>
      </a:lt1>
      <a:dk2>
        <a:srgbClr val="221304"/>
      </a:dk2>
      <a:lt2>
        <a:srgbClr val="CBBD83"/>
      </a:lt2>
      <a:accent1>
        <a:srgbClr val="A1BD69"/>
      </a:accent1>
      <a:accent2>
        <a:srgbClr val="3694B6"/>
      </a:accent2>
      <a:accent3>
        <a:srgbClr val="FEFEEF"/>
      </a:accent3>
      <a:accent4>
        <a:srgbClr val="000000"/>
      </a:accent4>
      <a:accent5>
        <a:srgbClr val="CDDBB9"/>
      </a:accent5>
      <a:accent6>
        <a:srgbClr val="3086A5"/>
      </a:accent6>
      <a:hlink>
        <a:srgbClr val="660066"/>
      </a:hlink>
      <a:folHlink>
        <a:srgbClr val="666699"/>
      </a:folHlink>
    </a:clrScheme>
    <a:fontScheme name="Notebook">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Notebook 1">
        <a:dk1>
          <a:srgbClr val="000000"/>
        </a:dk1>
        <a:lt1>
          <a:srgbClr val="FEFDE3"/>
        </a:lt1>
        <a:dk2>
          <a:srgbClr val="221304"/>
        </a:dk2>
        <a:lt2>
          <a:srgbClr val="CBBD83"/>
        </a:lt2>
        <a:accent1>
          <a:srgbClr val="A1BD69"/>
        </a:accent1>
        <a:accent2>
          <a:srgbClr val="3694B6"/>
        </a:accent2>
        <a:accent3>
          <a:srgbClr val="FEFEE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Notebook 2">
        <a:dk1>
          <a:srgbClr val="000000"/>
        </a:dk1>
        <a:lt1>
          <a:srgbClr val="FFFFFF"/>
        </a:lt1>
        <a:dk2>
          <a:srgbClr val="221304"/>
        </a:dk2>
        <a:lt2>
          <a:srgbClr val="CBBD83"/>
        </a:lt2>
        <a:accent1>
          <a:srgbClr val="A1BD69"/>
        </a:accent1>
        <a:accent2>
          <a:srgbClr val="3694B6"/>
        </a:accent2>
        <a:accent3>
          <a:srgbClr val="FFFFF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Notebook 3">
        <a:dk1>
          <a:srgbClr val="000000"/>
        </a:dk1>
        <a:lt1>
          <a:srgbClr val="FFFFFF"/>
        </a:lt1>
        <a:dk2>
          <a:srgbClr val="000000"/>
        </a:dk2>
        <a:lt2>
          <a:srgbClr val="DDDDDD"/>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20180699">
      <a:dk1>
        <a:srgbClr val="404040"/>
      </a:dk1>
      <a:lt1>
        <a:srgbClr val="FFFFFF"/>
      </a:lt1>
      <a:dk2>
        <a:srgbClr val="ECECEC"/>
      </a:dk2>
      <a:lt2>
        <a:srgbClr val="FFFFFF"/>
      </a:lt2>
      <a:accent1>
        <a:srgbClr val="FFC000"/>
      </a:accent1>
      <a:accent2>
        <a:srgbClr val="E2C85F"/>
      </a:accent2>
      <a:accent3>
        <a:srgbClr val="BDCF95"/>
      </a:accent3>
      <a:accent4>
        <a:srgbClr val="92CCB7"/>
      </a:accent4>
      <a:accent5>
        <a:srgbClr val="68BFC6"/>
      </a:accent5>
      <a:accent6>
        <a:srgbClr val="00B2D5"/>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Designs\Notebook.pot</Template>
  <TotalTime>8878</TotalTime>
  <Words>12741</Words>
  <Application>Microsoft Office PowerPoint</Application>
  <PresentationFormat>全屏显示(4:3)</PresentationFormat>
  <Paragraphs>966</Paragraphs>
  <Slides>96</Slides>
  <Notes>0</Notes>
  <HiddenSlides>0</HiddenSlides>
  <MMClips>0</MMClips>
  <ScaleCrop>false</ScaleCrop>
  <HeadingPairs>
    <vt:vector size="8" baseType="variant">
      <vt:variant>
        <vt:lpstr>已用的字体</vt:lpstr>
      </vt:variant>
      <vt:variant>
        <vt:i4>10</vt:i4>
      </vt:variant>
      <vt:variant>
        <vt:lpstr>主题</vt:lpstr>
      </vt:variant>
      <vt:variant>
        <vt:i4>3</vt:i4>
      </vt:variant>
      <vt:variant>
        <vt:lpstr>嵌入 OLE 服务器</vt:lpstr>
      </vt:variant>
      <vt:variant>
        <vt:i4>3</vt:i4>
      </vt:variant>
      <vt:variant>
        <vt:lpstr>幻灯片标题</vt:lpstr>
      </vt:variant>
      <vt:variant>
        <vt:i4>96</vt:i4>
      </vt:variant>
    </vt:vector>
  </HeadingPairs>
  <TitlesOfParts>
    <vt:vector size="112" baseType="lpstr">
      <vt:lpstr>等线</vt:lpstr>
      <vt:lpstr>方正粗黑宋简体</vt:lpstr>
      <vt:lpstr>黑体</vt:lpstr>
      <vt:lpstr>宋体</vt:lpstr>
      <vt:lpstr>Microsoft Yahei</vt:lpstr>
      <vt:lpstr>Microsoft Yahei</vt:lpstr>
      <vt:lpstr>Arial</vt:lpstr>
      <vt:lpstr>Arial Black</vt:lpstr>
      <vt:lpstr>Times New Roman</vt:lpstr>
      <vt:lpstr>Wingdings</vt:lpstr>
      <vt:lpstr>Notebook</vt:lpstr>
      <vt:lpstr>1_Office 主题​​</vt:lpstr>
      <vt:lpstr>3_Office 主题​​</vt:lpstr>
      <vt:lpstr>Microsoft Word 97 - 2003 Document</vt:lpstr>
      <vt:lpstr>Package</vt:lpstr>
      <vt:lpstr>AcroExch.Document.11</vt:lpstr>
      <vt:lpstr>PowerPoint 演示文稿</vt:lpstr>
      <vt:lpstr>PowerPoint 演示文稿</vt:lpstr>
      <vt:lpstr>PowerPoint 演示文稿</vt:lpstr>
      <vt:lpstr>PowerPoint 演示文稿</vt:lpstr>
      <vt:lpstr>PowerPoint 演示文稿</vt:lpstr>
      <vt:lpstr>  《专业写作基础》 第2讲 文献检索与综述论文写作 </vt:lpstr>
      <vt:lpstr>PowerPoint 演示文稿</vt:lpstr>
      <vt:lpstr>PowerPoint 演示文稿</vt:lpstr>
      <vt:lpstr>PowerPoint 演示文稿</vt:lpstr>
      <vt:lpstr>PowerPoint 演示文稿</vt:lpstr>
      <vt:lpstr>第二章 文献检索和综述论文撰写</vt:lpstr>
      <vt:lpstr>举例：专利数据库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“知网是什么东西？”---翟天临</vt:lpstr>
      <vt:lpstr>翟天临学术门</vt:lpstr>
      <vt:lpstr>由文献综述撰写联想到学术道德！</vt:lpstr>
      <vt:lpstr>第二章 文献检索和综述</vt:lpstr>
      <vt:lpstr>第二章 文献检索和综述</vt:lpstr>
      <vt:lpstr>第二章 文献检索和综述</vt:lpstr>
      <vt:lpstr>第二章 文献检索和综述</vt:lpstr>
      <vt:lpstr>第二章 文献检索和综述</vt:lpstr>
      <vt:lpstr>第二章 文献检索和综述</vt:lpstr>
      <vt:lpstr>第二章 文献检索和综述</vt:lpstr>
      <vt:lpstr>第二章 文献检索和综述</vt:lpstr>
      <vt:lpstr>第二章 文献检索和综述</vt:lpstr>
      <vt:lpstr>第二章 文献检索和综述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我们能学到什么？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如何上手LaTex？</vt:lpstr>
      <vt:lpstr>PowerPoint 演示文稿</vt:lpstr>
      <vt:lpstr>PowerPoint 演示文稿</vt:lpstr>
      <vt:lpstr>PowerPoint 演示文稿</vt:lpstr>
      <vt:lpstr>PowerPoint 演示文稿</vt:lpstr>
      <vt:lpstr>关于学术规范的法规与条例</vt:lpstr>
      <vt:lpstr>PowerPoint 演示文稿</vt:lpstr>
      <vt:lpstr>PowerPoint 演示文稿</vt:lpstr>
      <vt:lpstr>PowerPoint 演示文稿</vt:lpstr>
      <vt:lpstr>IEEE对论文剽窃的区分及处罚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推荐课外书目（1）</vt:lpstr>
      <vt:lpstr>推荐课外书目（2）</vt:lpstr>
      <vt:lpstr>推荐课外书目（3）</vt:lpstr>
      <vt:lpstr>课下作业</vt:lpstr>
      <vt:lpstr>PowerPoint 演示文稿</vt:lpstr>
    </vt:vector>
  </TitlesOfParts>
  <Company>dna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电子系统RF与天线</dc:title>
  <dc:creator>yyw</dc:creator>
  <cp:lastModifiedBy>Jiang Wu</cp:lastModifiedBy>
  <cp:revision>869</cp:revision>
  <dcterms:created xsi:type="dcterms:W3CDTF">2021-03-08T10:45:00Z</dcterms:created>
  <dcterms:modified xsi:type="dcterms:W3CDTF">2026-09-21T06:11:51Z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2052-12.1.0.19770</vt:lpwstr>
  </property>
  <property fmtid="{D5CDD505-2E9C-101B-9397-08002B2CF9AE}" pid="3" name="ICV">
    <vt:lpwstr>EB01EA01C1E14DC5B64FB1F574871025</vt:lpwstr>
  </property>
</Properties>
</file>
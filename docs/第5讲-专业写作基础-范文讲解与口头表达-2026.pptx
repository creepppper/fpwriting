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1.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2.xml" ContentType="application/vnd.openxmlformats-officedocument.presentationml.notesSlide+xml"/>
  <Override PartName="/ppt/tags/tag142.xml" ContentType="application/vnd.openxmlformats-officedocument.presentationml.tags+xml"/>
  <Override PartName="/ppt/notesSlides/notesSlide3.xml" ContentType="application/vnd.openxmlformats-officedocument.presentationml.notesSlide+xml"/>
  <Override PartName="/ppt/tags/tag14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36"/>
  </p:notesMasterIdLst>
  <p:handoutMasterIdLst>
    <p:handoutMasterId r:id="rId37"/>
  </p:handoutMasterIdLst>
  <p:sldIdLst>
    <p:sldId id="1376" r:id="rId3"/>
    <p:sldId id="1360" r:id="rId4"/>
    <p:sldId id="1361" r:id="rId5"/>
    <p:sldId id="1362" r:id="rId6"/>
    <p:sldId id="1363" r:id="rId7"/>
    <p:sldId id="1364" r:id="rId8"/>
    <p:sldId id="1365" r:id="rId9"/>
    <p:sldId id="1366" r:id="rId10"/>
    <p:sldId id="1367" r:id="rId11"/>
    <p:sldId id="1368" r:id="rId12"/>
    <p:sldId id="1369" r:id="rId13"/>
    <p:sldId id="1370" r:id="rId14"/>
    <p:sldId id="1377" r:id="rId15"/>
    <p:sldId id="1378" r:id="rId16"/>
    <p:sldId id="1379" r:id="rId17"/>
    <p:sldId id="1371" r:id="rId18"/>
    <p:sldId id="1373" r:id="rId19"/>
    <p:sldId id="1375" r:id="rId20"/>
    <p:sldId id="597" r:id="rId21"/>
    <p:sldId id="631" r:id="rId22"/>
    <p:sldId id="632" r:id="rId23"/>
    <p:sldId id="328" r:id="rId24"/>
    <p:sldId id="606" r:id="rId25"/>
    <p:sldId id="575" r:id="rId26"/>
    <p:sldId id="599" r:id="rId27"/>
    <p:sldId id="550" r:id="rId28"/>
    <p:sldId id="557" r:id="rId29"/>
    <p:sldId id="576" r:id="rId30"/>
    <p:sldId id="598" r:id="rId31"/>
    <p:sldId id="677" r:id="rId32"/>
    <p:sldId id="678" r:id="rId33"/>
    <p:sldId id="679" r:id="rId34"/>
    <p:sldId id="680" r:id="rId35"/>
  </p:sldIdLst>
  <p:sldSz cx="9144000" cy="6858000" type="screen4x3"/>
  <p:notesSz cx="6797675" cy="9926638"/>
  <p:custDataLst>
    <p:tags r:id="rId38"/>
  </p:custDataLst>
  <p:defaultTextStyle>
    <a:defPPr>
      <a:defRPr lang="zh-CN"/>
    </a:defPPr>
    <a:lvl1pPr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306" userDrawn="1">
          <p15:clr>
            <a:srgbClr val="A4A3A4"/>
          </p15:clr>
        </p15:guide>
        <p15:guide id="2" pos="5760" userDrawn="1">
          <p15:clr>
            <a:srgbClr val="A4A3A4"/>
          </p15:clr>
        </p15:guide>
      </p15:sldGuideLst>
    </p:ext>
    <p:ext uri="{2D200454-40CA-4A62-9FC3-DE9A4176ACB9}">
      <p15:notesGuideLst xmlns:p15="http://schemas.microsoft.com/office/powerpoint/2012/main">
        <p15:guide id="1" orient="horz" pos="3115">
          <p15:clr>
            <a:srgbClr val="A4A3A4"/>
          </p15:clr>
        </p15:guide>
        <p15:guide id="2" pos="214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zhou" initials="LZ" lastIdx="3" clrIdx="0"/>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FF"/>
    <a:srgbClr val="00FF00"/>
    <a:srgbClr val="000000"/>
    <a:srgbClr val="EBDEC9"/>
    <a:srgbClr val="BE3A3A"/>
    <a:srgbClr val="806858"/>
    <a:srgbClr val="735E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8361" autoAdjust="0"/>
  </p:normalViewPr>
  <p:slideViewPr>
    <p:cSldViewPr showGuides="1">
      <p:cViewPr varScale="1">
        <p:scale>
          <a:sx n="90" d="100"/>
          <a:sy n="90" d="100"/>
        </p:scale>
        <p:origin x="1056" y="48"/>
      </p:cViewPr>
      <p:guideLst>
        <p:guide orient="horz" pos="4306"/>
        <p:guide pos="576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200" d="100"/>
        <a:sy n="200" d="100"/>
      </p:scale>
      <p:origin x="0" y="-2388"/>
    </p:cViewPr>
  </p:sorterViewPr>
  <p:notesViewPr>
    <p:cSldViewPr>
      <p:cViewPr varScale="1">
        <p:scale>
          <a:sx n="62" d="100"/>
          <a:sy n="62" d="100"/>
        </p:scale>
        <p:origin x="3014" y="62"/>
      </p:cViewPr>
      <p:guideLst>
        <p:guide orient="horz" pos="3115"/>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ommentAuthors" Target="commentAuthor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gs" Target="tags/tag1.xml"/></Relationships>
</file>

<file path=ppt/_rels/viewProps.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slide" Target="slides/slide25.xml"/><Relationship Id="rId1"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a:defRPr/>
            </a:pPr>
            <a:endParaRPr lang="en-US" altLang="zh-CN"/>
          </a:p>
        </p:txBody>
      </p:sp>
      <p:sp>
        <p:nvSpPr>
          <p:cNvPr id="124931" name="Rectangle 3"/>
          <p:cNvSpPr>
            <a:spLocks noGrp="1" noChangeArrowheads="1"/>
          </p:cNvSpPr>
          <p:nvPr>
            <p:ph type="dt" sz="quarter"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a:defRPr/>
            </a:pPr>
            <a:endParaRPr lang="en-US" altLang="zh-CN"/>
          </a:p>
        </p:txBody>
      </p:sp>
      <p:sp>
        <p:nvSpPr>
          <p:cNvPr id="124932" name="Rectangle 4"/>
          <p:cNvSpPr>
            <a:spLocks noGrp="1" noChangeArrowheads="1"/>
          </p:cNvSpPr>
          <p:nvPr>
            <p:ph type="ftr" sz="quarter" idx="2"/>
          </p:nvPr>
        </p:nvSpPr>
        <p:spPr bwMode="auto">
          <a:xfrm>
            <a:off x="0" y="9428163"/>
            <a:ext cx="294640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a:defRPr/>
            </a:pPr>
            <a:endParaRPr lang="en-US" altLang="zh-CN"/>
          </a:p>
        </p:txBody>
      </p:sp>
      <p:sp>
        <p:nvSpPr>
          <p:cNvPr id="124933" name="Rectangle 5"/>
          <p:cNvSpPr>
            <a:spLocks noGrp="1" noChangeArrowheads="1"/>
          </p:cNvSpPr>
          <p:nvPr>
            <p:ph type="sldNum" sz="quarter" idx="3"/>
          </p:nvPr>
        </p:nvSpPr>
        <p:spPr bwMode="auto">
          <a:xfrm>
            <a:off x="3849688" y="9428163"/>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A8260D01-227B-43E1-94BF-0B6B7C86EE31}"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a:defRPr/>
            </a:pPr>
            <a:endParaRPr lang="en-US" altLang="zh-CN"/>
          </a:p>
        </p:txBody>
      </p:sp>
      <p:sp>
        <p:nvSpPr>
          <p:cNvPr id="181251"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1253" name="Rectangle 5"/>
          <p:cNvSpPr>
            <a:spLocks noGrp="1" noChangeArrowheads="1"/>
          </p:cNvSpPr>
          <p:nvPr>
            <p:ph type="body" sz="quarter" idx="3"/>
          </p:nvPr>
        </p:nvSpPr>
        <p:spPr bwMode="auto">
          <a:xfrm>
            <a:off x="679450" y="4714875"/>
            <a:ext cx="5438775"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81254" name="Rectangle 6"/>
          <p:cNvSpPr>
            <a:spLocks noGrp="1" noChangeArrowheads="1"/>
          </p:cNvSpPr>
          <p:nvPr>
            <p:ph type="ftr" sz="quarter" idx="4"/>
          </p:nvPr>
        </p:nvSpPr>
        <p:spPr bwMode="auto">
          <a:xfrm>
            <a:off x="0" y="9428163"/>
            <a:ext cx="294640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a:defRPr/>
            </a:pPr>
            <a:endParaRPr lang="en-US" altLang="zh-CN"/>
          </a:p>
        </p:txBody>
      </p:sp>
      <p:sp>
        <p:nvSpPr>
          <p:cNvPr id="181255" name="Rectangle 7"/>
          <p:cNvSpPr>
            <a:spLocks noGrp="1" noChangeArrowheads="1"/>
          </p:cNvSpPr>
          <p:nvPr>
            <p:ph type="sldNum" sz="quarter" idx="5"/>
          </p:nvPr>
        </p:nvSpPr>
        <p:spPr bwMode="auto">
          <a:xfrm>
            <a:off x="3849688" y="9428163"/>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839A2B6A-FBA7-4BC0-9B3E-A5B9F96A0C14}"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各位同学，今天我们一起学习本课程的</a:t>
            </a:r>
            <a:r>
              <a:rPr lang="en-US" altLang="zh-CN"/>
              <a:t>“</a:t>
            </a:r>
            <a:r>
              <a:rPr lang="zh-CN" altLang="en-US"/>
              <a:t>口头表达</a:t>
            </a:r>
            <a:r>
              <a:rPr lang="en-US" altLang="zh-CN"/>
              <a:t>”.</a:t>
            </a:r>
          </a:p>
          <a:p>
            <a:r>
              <a:rPr lang="zh-CN" altLang="en-US"/>
              <a:t>首先，大家如何认识口头表达呢？</a:t>
            </a:r>
          </a:p>
          <a:p>
            <a:r>
              <a:rPr kumimoji="0" lang="zh-CN" altLang="en-US" b="1" dirty="0">
                <a:solidFill>
                  <a:srgbClr val="FF0000"/>
                </a:solidFill>
                <a:latin typeface="Calibri" panose="020F0502020204030204" pitchFamily="34" charset="0"/>
                <a:ea typeface="等线" panose="02010600030101010101" pitchFamily="2" charset="-122"/>
                <a:sym typeface="+mn-ea"/>
              </a:rPr>
              <a:t>如何定义口头表达呢？如何练好呢？</a:t>
            </a:r>
            <a:endParaRPr kumimoji="0" lang="en-US" altLang="zh-CN" b="1" dirty="0">
              <a:solidFill>
                <a:srgbClr val="FF0000"/>
              </a:solidFill>
              <a:latin typeface="Calibri" panose="020F0502020204030204" pitchFamily="34" charset="0"/>
              <a:ea typeface="等线" panose="02010600030101010101" pitchFamily="2" charset="-122"/>
            </a:endParaRPr>
          </a:p>
          <a:p>
            <a:r>
              <a:rPr lang="zh-CN" altLang="en-US"/>
              <a:t>从观赏的角度看，</a:t>
            </a:r>
            <a:r>
              <a:rPr kumimoji="0" lang="zh-CN" altLang="en-US" kern="0" dirty="0">
                <a:solidFill>
                  <a:prstClr val="white"/>
                </a:solidFill>
                <a:latin typeface="华文楷体" panose="02010600040101010101" pitchFamily="2" charset="-122"/>
                <a:ea typeface="华文楷体" panose="02010600040101010101" pitchFamily="2" charset="-122"/>
                <a:sym typeface="+mn-ea"/>
              </a:rPr>
              <a:t>专业的口头表达是一种高层次的艺术。很多场合，我们已经见识了包括外交会上的针锋相对、春晚的相声，更多时候，对于我们技术研究者而言，我们需要的是分享知识、阐述自己的研究成果、或是完成我们的学位论文答辩。</a:t>
            </a:r>
          </a:p>
          <a:p>
            <a:r>
              <a:rPr kumimoji="0" lang="zh-CN" altLang="en-US" kern="0" dirty="0">
                <a:solidFill>
                  <a:prstClr val="white"/>
                </a:solidFill>
                <a:latin typeface="华文楷体" panose="02010600040101010101" pitchFamily="2" charset="-122"/>
                <a:ea typeface="华文楷体" panose="02010600040101010101" pitchFamily="2" charset="-122"/>
                <a:sym typeface="+mn-ea"/>
              </a:rPr>
              <a:t>一个好的口头表达是建立在写作的基础之上，没有好的写作功底，讲不出好报告，更难以凝练而让人印象深刻。</a:t>
            </a:r>
          </a:p>
          <a:p>
            <a:endParaRPr lang="en-US" altLang="zh-CN"/>
          </a:p>
          <a:p>
            <a:r>
              <a:rPr lang="zh-CN" altLang="en-US"/>
              <a:t>这个图像是哪位名人？</a:t>
            </a:r>
          </a:p>
          <a:p>
            <a:r>
              <a:rPr lang="zh-CN" altLang="en-US"/>
              <a:t>如下是关于丘吉尔的一个小故事。。。。（读幻灯片）</a:t>
            </a:r>
          </a:p>
          <a:p>
            <a:r>
              <a:rPr kumimoji="0" lang="zh-CN" altLang="en-US">
                <a:solidFill>
                  <a:srgbClr val="0070C0"/>
                </a:solidFill>
                <a:latin typeface="Calibri" panose="020F0502020204030204" pitchFamily="34" charset="0"/>
                <a:ea typeface="等线" panose="02010600030101010101" pitchFamily="2" charset="-122"/>
                <a:sym typeface="+mn-ea"/>
              </a:rPr>
              <a:t>当然，这是一个笑话，但它背后说明了什么？</a:t>
            </a:r>
          </a:p>
          <a:p>
            <a:r>
              <a:rPr kumimoji="0" lang="zh-CN" altLang="en-US">
                <a:solidFill>
                  <a:srgbClr val="0070C0"/>
                </a:solidFill>
                <a:latin typeface="Calibri" panose="020F0502020204030204" pitchFamily="34" charset="0"/>
                <a:ea typeface="等线" panose="02010600030101010101" pitchFamily="2" charset="-122"/>
                <a:sym typeface="+mn-ea"/>
              </a:rPr>
              <a:t>如果丘吉尔可以用</a:t>
            </a:r>
            <a:r>
              <a:rPr kumimoji="0" lang="en-US" altLang="zh-CN">
                <a:solidFill>
                  <a:srgbClr val="0070C0"/>
                </a:solidFill>
                <a:latin typeface="Calibri" panose="020F0502020204030204" pitchFamily="34" charset="0"/>
                <a:ea typeface="等线" panose="02010600030101010101" pitchFamily="2" charset="-122"/>
                <a:sym typeface="+mn-ea"/>
              </a:rPr>
              <a:t>PPT</a:t>
            </a:r>
            <a:r>
              <a:rPr kumimoji="0" lang="zh-CN" altLang="en-US">
                <a:solidFill>
                  <a:srgbClr val="0070C0"/>
                </a:solidFill>
                <a:latin typeface="Calibri" panose="020F0502020204030204" pitchFamily="34" charset="0"/>
                <a:ea typeface="等线" panose="02010600030101010101" pitchFamily="2" charset="-122"/>
                <a:sym typeface="+mn-ea"/>
              </a:rPr>
              <a:t>，应该情况会好点？</a:t>
            </a:r>
          </a:p>
          <a:p>
            <a:endParaRPr kumimoji="0" lang="zh-CN" altLang="en-US">
              <a:solidFill>
                <a:srgbClr val="0070C0"/>
              </a:solidFill>
              <a:latin typeface="Calibri" panose="020F0502020204030204" pitchFamily="34" charset="0"/>
              <a:ea typeface="等线" panose="02010600030101010101" pitchFamily="2" charset="-122"/>
              <a:sym typeface="+mn-ea"/>
            </a:endParaRPr>
          </a:p>
          <a:p>
            <a:r>
              <a:rPr kumimoji="0" lang="zh-CN" altLang="en-US">
                <a:solidFill>
                  <a:srgbClr val="0070C0"/>
                </a:solidFill>
                <a:latin typeface="Calibri" panose="020F0502020204030204" pitchFamily="34" charset="0"/>
                <a:ea typeface="等线" panose="02010600030101010101" pitchFamily="2" charset="-122"/>
              </a:rPr>
              <a:t>下面，我想问各位同学，</a:t>
            </a:r>
            <a:r>
              <a:rPr kumimoji="0" lang="zh-CN" altLang="en-US">
                <a:solidFill>
                  <a:srgbClr val="FF0000"/>
                </a:solidFill>
                <a:latin typeface="Calibri" panose="020F0502020204030204" pitchFamily="34" charset="0"/>
                <a:ea typeface="等线" panose="02010600030101010101" pitchFamily="2" charset="-122"/>
                <a:sym typeface="+mn-ea"/>
              </a:rPr>
              <a:t>你的第一次口头报告</a:t>
            </a:r>
            <a:r>
              <a:rPr kumimoji="0" lang="en-US" altLang="zh-CN">
                <a:solidFill>
                  <a:srgbClr val="FF0000"/>
                </a:solidFill>
                <a:latin typeface="Calibri" panose="020F0502020204030204" pitchFamily="34" charset="0"/>
                <a:ea typeface="等线" panose="02010600030101010101" pitchFamily="2" charset="-122"/>
                <a:sym typeface="+mn-ea"/>
              </a:rPr>
              <a:t>/</a:t>
            </a:r>
            <a:r>
              <a:rPr kumimoji="0" lang="zh-CN" altLang="en-US">
                <a:solidFill>
                  <a:srgbClr val="FF0000"/>
                </a:solidFill>
                <a:latin typeface="Calibri" panose="020F0502020204030204" pitchFamily="34" charset="0"/>
                <a:ea typeface="等线" panose="02010600030101010101" pitchFamily="2" charset="-122"/>
                <a:sym typeface="+mn-ea"/>
              </a:rPr>
              <a:t>分享</a:t>
            </a:r>
            <a:r>
              <a:rPr kumimoji="0" lang="en-US" altLang="zh-CN">
                <a:solidFill>
                  <a:srgbClr val="FF0000"/>
                </a:solidFill>
                <a:latin typeface="Calibri" panose="020F0502020204030204" pitchFamily="34" charset="0"/>
                <a:ea typeface="等线" panose="02010600030101010101" pitchFamily="2" charset="-122"/>
                <a:sym typeface="+mn-ea"/>
              </a:rPr>
              <a:t>/</a:t>
            </a:r>
            <a:r>
              <a:rPr kumimoji="0" lang="zh-CN" altLang="en-US">
                <a:solidFill>
                  <a:srgbClr val="FF0000"/>
                </a:solidFill>
                <a:latin typeface="Calibri" panose="020F0502020204030204" pitchFamily="34" charset="0"/>
                <a:ea typeface="等线" panose="02010600030101010101" pitchFamily="2" charset="-122"/>
                <a:sym typeface="+mn-ea"/>
              </a:rPr>
              <a:t>演讲在哪里？是什么题目，讲述了什么内容？</a:t>
            </a:r>
            <a:endParaRPr kumimoji="0" lang="zh-CN" altLang="en-US">
              <a:solidFill>
                <a:srgbClr val="FF0000"/>
              </a:solidFill>
              <a:latin typeface="Calibri" panose="020F0502020204030204" pitchFamily="34" charset="0"/>
              <a:ea typeface="等线" panose="02010600030101010101" pitchFamily="2" charset="-122"/>
            </a:endParaRPr>
          </a:p>
          <a:p>
            <a:endParaRPr kumimoji="0" lang="zh-CN" altLang="en-US">
              <a:solidFill>
                <a:srgbClr val="0070C0"/>
              </a:solidFill>
              <a:latin typeface="Calibri" panose="020F0502020204030204" pitchFamily="34" charset="0"/>
              <a:ea typeface="等线" panose="02010600030101010101" pitchFamily="2" charset="-122"/>
            </a:endParaRPr>
          </a:p>
          <a:p>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我们如果给口头表达能力一个定义，可以是什么呢？</a:t>
            </a:r>
          </a:p>
          <a:p>
            <a:pPr>
              <a:buFont typeface="Wingdings" panose="05000000000000000000" charset="0"/>
            </a:pPr>
            <a:r>
              <a:rPr lang="zh-CN" altLang="en-US" b="1" dirty="0">
                <a:solidFill>
                  <a:srgbClr val="002060"/>
                </a:solidFill>
                <a:latin typeface="华文楷体" panose="02010600040101010101" pitchFamily="2" charset="-122"/>
                <a:ea typeface="华文楷体" panose="02010600040101010101" pitchFamily="2" charset="-122"/>
                <a:sym typeface="+mn-ea"/>
              </a:rPr>
              <a:t>口头表达能力是指用口头语言来表达自己的思想、情感，以达到与人交流的目的的一种能力。</a:t>
            </a:r>
          </a:p>
          <a:p>
            <a:pPr>
              <a:buFont typeface="Wingdings" panose="05000000000000000000" charset="0"/>
            </a:pPr>
            <a:endParaRPr lang="zh-CN" altLang="en-US"/>
          </a:p>
          <a:p>
            <a:pPr>
              <a:buFont typeface="Wingdings" panose="05000000000000000000" charset="0"/>
            </a:pPr>
            <a:r>
              <a:rPr lang="zh-CN" altLang="en-US"/>
              <a:t>从幼儿园时代我们接受过的鼓励，到高考毕业时老师的深情表达，到我们遇到尴尬时的</a:t>
            </a:r>
            <a:r>
              <a:rPr lang="en-US" altLang="zh-CN"/>
              <a:t>“</a:t>
            </a:r>
            <a:r>
              <a:rPr lang="zh-CN" altLang="en-US"/>
              <a:t>丑话</a:t>
            </a:r>
            <a:r>
              <a:rPr lang="en-US" altLang="zh-CN"/>
              <a:t>”</a:t>
            </a:r>
            <a:r>
              <a:rPr lang="zh-CN" altLang="en-US"/>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一个好的口语表达需要什么要素呢？</a:t>
            </a:r>
          </a:p>
          <a:p>
            <a:r>
              <a:rPr lang="zh-CN" altLang="en-US" b="1" dirty="0">
                <a:solidFill>
                  <a:srgbClr val="002060"/>
                </a:solidFill>
                <a:latin typeface="华文楷体" panose="02010600040101010101" pitchFamily="2" charset="-122"/>
                <a:ea typeface="华文楷体" panose="02010600040101010101" pitchFamily="2" charset="-122"/>
                <a:sym typeface="+mn-ea"/>
              </a:rPr>
              <a:t>（依次读出）</a:t>
            </a:r>
          </a:p>
          <a:p>
            <a:r>
              <a:rPr lang="zh-CN" altLang="en-US" b="1" dirty="0">
                <a:solidFill>
                  <a:srgbClr val="002060"/>
                </a:solidFill>
                <a:latin typeface="华文楷体" panose="02010600040101010101" pitchFamily="2" charset="-122"/>
                <a:ea typeface="华文楷体" panose="02010600040101010101" pitchFamily="2" charset="-122"/>
                <a:sym typeface="+mn-ea"/>
              </a:rPr>
              <a:t>语脉要连贯，讲话要富于逻辑，推理论证严密；</a:t>
            </a:r>
            <a:endParaRPr lang="zh-CN" altLang="en-US" b="1" dirty="0">
              <a:solidFill>
                <a:srgbClr val="002060"/>
              </a:solidFill>
              <a:latin typeface="华文楷体" panose="02010600040101010101" pitchFamily="2" charset="-122"/>
              <a:ea typeface="华文楷体" panose="02010600040101010101" pitchFamily="2" charset="-122"/>
            </a:endParaRPr>
          </a:p>
          <a:p>
            <a:r>
              <a:rPr lang="zh-CN" altLang="en-US" b="1" dirty="0">
                <a:solidFill>
                  <a:srgbClr val="002060"/>
                </a:solidFill>
                <a:latin typeface="华文楷体" panose="02010600040101010101" pitchFamily="2" charset="-122"/>
                <a:ea typeface="华文楷体" panose="02010600040101010101" pitchFamily="2" charset="-122"/>
                <a:sym typeface="+mn-ea"/>
              </a:rPr>
              <a:t>语法要符合规范，要有口语特点，要用简单句；</a:t>
            </a:r>
            <a:endParaRPr lang="zh-CN" altLang="en-US" b="1" dirty="0">
              <a:solidFill>
                <a:srgbClr val="002060"/>
              </a:solidFill>
              <a:latin typeface="华文楷体" panose="02010600040101010101" pitchFamily="2" charset="-122"/>
              <a:ea typeface="华文楷体" panose="02010600040101010101" pitchFamily="2" charset="-122"/>
            </a:endParaRPr>
          </a:p>
          <a:p>
            <a:r>
              <a:rPr lang="zh-CN" altLang="en-US" b="1" dirty="0">
                <a:solidFill>
                  <a:srgbClr val="002060"/>
                </a:solidFill>
                <a:latin typeface="华文楷体" panose="02010600040101010101" pitchFamily="2" charset="-122"/>
                <a:ea typeface="华文楷体" panose="02010600040101010101" pitchFamily="2" charset="-122"/>
                <a:sym typeface="+mn-ea"/>
              </a:rPr>
              <a:t>避免复杂句，杜绝病句；</a:t>
            </a:r>
            <a:endParaRPr lang="zh-CN" altLang="en-US" b="1" dirty="0">
              <a:solidFill>
                <a:srgbClr val="002060"/>
              </a:solidFill>
              <a:latin typeface="华文楷体" panose="02010600040101010101" pitchFamily="2" charset="-122"/>
              <a:ea typeface="华文楷体" panose="02010600040101010101" pitchFamily="2" charset="-122"/>
            </a:endParaRPr>
          </a:p>
          <a:p>
            <a:r>
              <a:rPr lang="zh-CN" altLang="en-US" b="1" dirty="0">
                <a:solidFill>
                  <a:srgbClr val="002060"/>
                </a:solidFill>
                <a:latin typeface="华文楷体" panose="02010600040101010101" pitchFamily="2" charset="-122"/>
                <a:ea typeface="华文楷体" panose="02010600040101010101" pitchFamily="2" charset="-122"/>
                <a:sym typeface="+mn-ea"/>
              </a:rPr>
              <a:t>词句要精 心修饰，遣词造句要精心安排，口头说明清楚、准确，形象生动。</a:t>
            </a:r>
            <a:endParaRPr lang="zh-CN" altLang="en-US" b="1" dirty="0">
              <a:solidFill>
                <a:srgbClr val="002060"/>
              </a:solidFill>
              <a:latin typeface="华文楷体" panose="02010600040101010101" pitchFamily="2" charset="-122"/>
              <a:ea typeface="华文楷体" panose="02010600040101010101" pitchFamily="2" charset="-122"/>
            </a:endParaRPr>
          </a:p>
          <a:p>
            <a:r>
              <a:rPr lang="zh-CN" altLang="en-US" b="1" dirty="0">
                <a:solidFill>
                  <a:srgbClr val="002060"/>
                </a:solidFill>
                <a:latin typeface="华文楷体" panose="02010600040101010101" pitchFamily="2" charset="-122"/>
                <a:ea typeface="华文楷体" panose="02010600040101010101" pitchFamily="2" charset="-122"/>
                <a:sym typeface="+mn-ea"/>
              </a:rPr>
              <a:t>可运用比喻、夸张、借代、排比修辞方法，注意运用大众化语言；</a:t>
            </a:r>
            <a:endParaRPr lang="zh-CN" altLang="en-US" b="1" dirty="0">
              <a:solidFill>
                <a:srgbClr val="002060"/>
              </a:solidFill>
              <a:latin typeface="华文楷体" panose="02010600040101010101" pitchFamily="2" charset="-122"/>
              <a:ea typeface="华文楷体" panose="02010600040101010101" pitchFamily="2" charset="-122"/>
            </a:endParaRPr>
          </a:p>
          <a:p>
            <a:r>
              <a:rPr lang="zh-CN" altLang="en-US" b="1" dirty="0">
                <a:solidFill>
                  <a:srgbClr val="002060"/>
                </a:solidFill>
                <a:latin typeface="华文楷体" panose="02010600040101010101" pitchFamily="2" charset="-122"/>
                <a:ea typeface="华文楷体" panose="02010600040101010101" pitchFamily="2" charset="-122"/>
                <a:sym typeface="+mn-ea"/>
              </a:rPr>
              <a:t>发音要标准、吐字清楚，简明扼要，声调要有节奏；</a:t>
            </a:r>
            <a:endParaRPr lang="zh-CN" altLang="en-US" b="1" dirty="0">
              <a:solidFill>
                <a:srgbClr val="002060"/>
              </a:solidFill>
              <a:latin typeface="华文楷体" panose="02010600040101010101" pitchFamily="2" charset="-122"/>
              <a:ea typeface="华文楷体" panose="02010600040101010101" pitchFamily="2" charset="-122"/>
            </a:endParaRPr>
          </a:p>
          <a:p>
            <a:r>
              <a:rPr lang="zh-CN" altLang="en-US" b="1" dirty="0">
                <a:solidFill>
                  <a:srgbClr val="002060"/>
                </a:solidFill>
                <a:latin typeface="华文楷体" panose="02010600040101010101" pitchFamily="2" charset="-122"/>
                <a:ea typeface="华文楷体" panose="02010600040101010101" pitchFamily="2" charset="-122"/>
                <a:sym typeface="+mn-ea"/>
              </a:rPr>
              <a:t>语言色彩要适合听众特点，这样才具有思想性、逻 辑性、趣味性、启发性，使之达到启发人、教育人、激动人的目的。</a:t>
            </a:r>
            <a:endParaRPr lang="zh-CN" altLang="en-US" b="1" dirty="0">
              <a:solidFill>
                <a:srgbClr val="002060"/>
              </a:solidFill>
              <a:latin typeface="华文楷体" panose="02010600040101010101" pitchFamily="2" charset="-122"/>
              <a:ea typeface="华文楷体" panose="02010600040101010101" pitchFamily="2" charset="-122"/>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如果我们做个分类，可以简单地把口语表达分为</a:t>
            </a:r>
            <a:r>
              <a:rPr lang="en-US" altLang="zh-CN"/>
              <a:t>3</a:t>
            </a:r>
            <a:r>
              <a:rPr lang="zh-CN" altLang="en-US"/>
              <a:t>类：</a:t>
            </a:r>
          </a:p>
          <a:p>
            <a:endParaRPr lang="zh-CN" altLang="en-US"/>
          </a:p>
          <a:p>
            <a:r>
              <a:rPr lang="zh-CN" altLang="en-US" b="1" kern="0" dirty="0">
                <a:solidFill>
                  <a:srgbClr val="002060"/>
                </a:solidFill>
                <a:ea typeface="楷体" panose="02010609060101010101" charset="-122"/>
                <a:cs typeface="Times New Roman" panose="02020603050405020304" pitchFamily="18" charset="0"/>
                <a:sym typeface="+mn-ea"/>
              </a:rPr>
              <a:t>（</a:t>
            </a:r>
            <a:r>
              <a:rPr lang="en-US" altLang="zh-CN" b="1" kern="0" dirty="0">
                <a:solidFill>
                  <a:srgbClr val="002060"/>
                </a:solidFill>
                <a:ea typeface="楷体" panose="02010609060101010101" charset="-122"/>
                <a:cs typeface="Times New Roman" panose="02020603050405020304" pitchFamily="18" charset="0"/>
                <a:sym typeface="+mn-ea"/>
              </a:rPr>
              <a:t>1</a:t>
            </a:r>
            <a:r>
              <a:rPr lang="zh-CN" altLang="en-US" b="1" kern="0" dirty="0">
                <a:solidFill>
                  <a:srgbClr val="002060"/>
                </a:solidFill>
                <a:ea typeface="楷体" panose="02010609060101010101" charset="-122"/>
                <a:cs typeface="Times New Roman" panose="02020603050405020304" pitchFamily="18" charset="0"/>
                <a:sym typeface="+mn-ea"/>
              </a:rPr>
              <a:t>）</a:t>
            </a:r>
            <a:r>
              <a:rPr lang="zh-CN" altLang="en-US" b="1" dirty="0">
                <a:solidFill>
                  <a:srgbClr val="002060"/>
                </a:solidFill>
                <a:latin typeface="华文楷体" panose="02010600040101010101" pitchFamily="2" charset="-122"/>
                <a:ea typeface="华文楷体" panose="02010600040101010101" pitchFamily="2" charset="-122"/>
                <a:sym typeface="+mn-ea"/>
              </a:rPr>
              <a:t>即席发言 （无任何事先准备）</a:t>
            </a:r>
            <a:endParaRPr lang="en-US" altLang="zh-CN" b="1" dirty="0">
              <a:solidFill>
                <a:srgbClr val="002060"/>
              </a:solidFill>
              <a:latin typeface="华文楷体" panose="02010600040101010101" pitchFamily="2" charset="-122"/>
              <a:ea typeface="华文楷体" panose="02010600040101010101" pitchFamily="2" charset="-122"/>
            </a:endParaRPr>
          </a:p>
          <a:p>
            <a:endParaRPr lang="zh-CN" altLang="en-US" b="1" dirty="0">
              <a:solidFill>
                <a:srgbClr val="002060"/>
              </a:solidFill>
              <a:latin typeface="华文楷体" panose="02010600040101010101" pitchFamily="2" charset="-122"/>
              <a:ea typeface="华文楷体" panose="02010600040101010101" pitchFamily="2" charset="-122"/>
            </a:endParaRPr>
          </a:p>
          <a:p>
            <a:r>
              <a:rPr lang="en-US" altLang="zh-CN" b="1" kern="0" dirty="0">
                <a:solidFill>
                  <a:srgbClr val="002060"/>
                </a:solidFill>
                <a:ea typeface="楷体" panose="02010609060101010101" charset="-122"/>
                <a:cs typeface="Times New Roman" panose="02020603050405020304" pitchFamily="18" charset="0"/>
                <a:sym typeface="+mn-ea"/>
              </a:rPr>
              <a:t>（2）</a:t>
            </a:r>
            <a:r>
              <a:rPr lang="zh-CN" altLang="en-US" b="1" dirty="0">
                <a:solidFill>
                  <a:srgbClr val="002060"/>
                </a:solidFill>
                <a:latin typeface="华文楷体" panose="02010600040101010101" pitchFamily="2" charset="-122"/>
                <a:ea typeface="华文楷体" panose="02010600040101010101" pitchFamily="2" charset="-122"/>
                <a:sym typeface="+mn-ea"/>
              </a:rPr>
              <a:t>凭记忆讲</a:t>
            </a:r>
            <a:r>
              <a:rPr lang="en-US" altLang="zh-CN" b="1" dirty="0">
                <a:solidFill>
                  <a:srgbClr val="002060"/>
                </a:solidFill>
                <a:latin typeface="华文楷体" panose="02010600040101010101" pitchFamily="2" charset="-122"/>
                <a:ea typeface="华文楷体" panose="02010600040101010101" pitchFamily="2" charset="-122"/>
                <a:sym typeface="+mn-ea"/>
              </a:rPr>
              <a:t>——</a:t>
            </a:r>
            <a:r>
              <a:rPr lang="zh-CN" altLang="en-US" b="1" dirty="0">
                <a:solidFill>
                  <a:srgbClr val="002060"/>
                </a:solidFill>
                <a:latin typeface="华文楷体" panose="02010600040101010101" pitchFamily="2" charset="-122"/>
                <a:ea typeface="华文楷体" panose="02010600040101010101" pitchFamily="2" charset="-122"/>
                <a:sym typeface="+mn-ea"/>
              </a:rPr>
              <a:t>演讲（有演讲稿）</a:t>
            </a:r>
            <a:endParaRPr lang="en-US" altLang="zh-CN" b="1" dirty="0">
              <a:solidFill>
                <a:srgbClr val="002060"/>
              </a:solidFill>
              <a:latin typeface="华文楷体" panose="02010600040101010101" pitchFamily="2" charset="-122"/>
              <a:ea typeface="华文楷体" panose="02010600040101010101" pitchFamily="2" charset="-122"/>
            </a:endParaRPr>
          </a:p>
          <a:p>
            <a:endParaRPr lang="zh-CN" altLang="en-US" b="1" dirty="0">
              <a:solidFill>
                <a:srgbClr val="002060"/>
              </a:solidFill>
              <a:latin typeface="华文楷体" panose="02010600040101010101" pitchFamily="2" charset="-122"/>
              <a:ea typeface="华文楷体" panose="02010600040101010101" pitchFamily="2" charset="-122"/>
            </a:endParaRPr>
          </a:p>
          <a:p>
            <a:r>
              <a:rPr lang="zh-CN" altLang="en-US" b="1" kern="0" dirty="0">
                <a:solidFill>
                  <a:srgbClr val="002060"/>
                </a:solidFill>
                <a:ea typeface="楷体" panose="02010609060101010101" charset="-122"/>
                <a:cs typeface="Times New Roman" panose="02020603050405020304" pitchFamily="18" charset="0"/>
                <a:sym typeface="+mn-ea"/>
              </a:rPr>
              <a:t>（</a:t>
            </a:r>
            <a:r>
              <a:rPr lang="en-US" altLang="zh-CN" b="1" kern="0" dirty="0">
                <a:solidFill>
                  <a:srgbClr val="002060"/>
                </a:solidFill>
                <a:ea typeface="楷体" panose="02010609060101010101" charset="-122"/>
                <a:cs typeface="Times New Roman" panose="02020603050405020304" pitchFamily="18" charset="0"/>
                <a:sym typeface="+mn-ea"/>
              </a:rPr>
              <a:t>3</a:t>
            </a:r>
            <a:r>
              <a:rPr lang="zh-CN" altLang="en-US" b="1" kern="0" dirty="0">
                <a:solidFill>
                  <a:srgbClr val="002060"/>
                </a:solidFill>
                <a:ea typeface="楷体" panose="02010609060101010101" charset="-122"/>
                <a:cs typeface="Times New Roman" panose="02020603050405020304" pitchFamily="18" charset="0"/>
                <a:sym typeface="+mn-ea"/>
              </a:rPr>
              <a:t>）</a:t>
            </a:r>
            <a:r>
              <a:rPr lang="zh-CN" altLang="en-US" b="1" dirty="0">
                <a:solidFill>
                  <a:srgbClr val="002060"/>
                </a:solidFill>
                <a:latin typeface="华文楷体" panose="02010600040101010101" pitchFamily="2" charset="-122"/>
                <a:ea typeface="华文楷体" panose="02010600040101010101" pitchFamily="2" charset="-122"/>
                <a:sym typeface="+mn-ea"/>
              </a:rPr>
              <a:t>有准备的脱稿讲（只拟好提纲）</a:t>
            </a:r>
            <a:endParaRPr lang="zh-CN" altLang="en-US" b="1" dirty="0">
              <a:solidFill>
                <a:srgbClr val="002060"/>
              </a:solidFill>
              <a:latin typeface="华文楷体" panose="02010600040101010101" pitchFamily="2" charset="-122"/>
              <a:ea typeface="华文楷体" panose="02010600040101010101" pitchFamily="2" charset="-122"/>
            </a:endParaRP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tags" Target="../tags/tag21.xml"/><Relationship Id="rId18" Type="http://schemas.openxmlformats.org/officeDocument/2006/relationships/image" Target="../media/image4.png"/><Relationship Id="rId3" Type="http://schemas.openxmlformats.org/officeDocument/2006/relationships/tags" Target="../tags/tag11.xml"/><Relationship Id="rId21" Type="http://schemas.openxmlformats.org/officeDocument/2006/relationships/image" Target="../media/image7.png"/><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image" Target="../media/image3.jpeg"/><Relationship Id="rId25" Type="http://schemas.openxmlformats.org/officeDocument/2006/relationships/image" Target="../media/image11.png"/><Relationship Id="rId2" Type="http://schemas.openxmlformats.org/officeDocument/2006/relationships/tags" Target="../tags/tag10.xml"/><Relationship Id="rId16" Type="http://schemas.openxmlformats.org/officeDocument/2006/relationships/slideMaster" Target="../slideMasters/slideMaster2.xml"/><Relationship Id="rId20" Type="http://schemas.openxmlformats.org/officeDocument/2006/relationships/image" Target="../media/image6.png"/><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24" Type="http://schemas.openxmlformats.org/officeDocument/2006/relationships/image" Target="../media/image10.png"/><Relationship Id="rId5" Type="http://schemas.openxmlformats.org/officeDocument/2006/relationships/tags" Target="../tags/tag13.xml"/><Relationship Id="rId15" Type="http://schemas.openxmlformats.org/officeDocument/2006/relationships/tags" Target="../tags/tag23.xml"/><Relationship Id="rId23" Type="http://schemas.openxmlformats.org/officeDocument/2006/relationships/image" Target="../media/image9.png"/><Relationship Id="rId10" Type="http://schemas.openxmlformats.org/officeDocument/2006/relationships/tags" Target="../tags/tag18.xml"/><Relationship Id="rId19" Type="http://schemas.openxmlformats.org/officeDocument/2006/relationships/image" Target="../media/image5.png"/><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 Id="rId2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Master" Target="../slideMasters/slideMaster2.xml"/><Relationship Id="rId5" Type="http://schemas.openxmlformats.org/officeDocument/2006/relationships/tags" Target="../tags/tag28.xml"/><Relationship Id="rId4" Type="http://schemas.openxmlformats.org/officeDocument/2006/relationships/tags" Target="../tags/tag27.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image" Target="../media/image12.png"/><Relationship Id="rId5" Type="http://schemas.openxmlformats.org/officeDocument/2006/relationships/tags" Target="../tags/tag33.xml"/><Relationship Id="rId10" Type="http://schemas.openxmlformats.org/officeDocument/2006/relationships/slideMaster" Target="../slideMasters/slideMaster2.xml"/><Relationship Id="rId4" Type="http://schemas.openxmlformats.org/officeDocument/2006/relationships/tags" Target="../tags/tag32.xml"/><Relationship Id="rId9" Type="http://schemas.openxmlformats.org/officeDocument/2006/relationships/tags" Target="../tags/tag37.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slideMaster" Target="../slideMasters/slideMaster2.xml"/><Relationship Id="rId4" Type="http://schemas.openxmlformats.org/officeDocument/2006/relationships/tags" Target="../tags/tag55.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61.xml"/><Relationship Id="rId7"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slideMaster" Target="../slideMasters/slideMaster2.xml"/><Relationship Id="rId5" Type="http://schemas.openxmlformats.org/officeDocument/2006/relationships/tags" Target="../tags/tag69.xml"/><Relationship Id="rId4" Type="http://schemas.openxmlformats.org/officeDocument/2006/relationships/tags" Target="../tags/tag68.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slideMaster" Target="../slideMasters/slideMaster2.xml"/><Relationship Id="rId4" Type="http://schemas.openxmlformats.org/officeDocument/2006/relationships/tags" Target="../tags/tag73.xml"/></Relationships>
</file>

<file path=ppt/slideLayouts/_rels/slideLayout2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76.xml"/><Relationship Id="rId7" Type="http://schemas.openxmlformats.org/officeDocument/2006/relationships/tags" Target="../tags/tag80.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9" Type="http://schemas.openxmlformats.org/officeDocument/2006/relationships/image" Target="../media/image13.png"/></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83.xml"/><Relationship Id="rId7" Type="http://schemas.openxmlformats.org/officeDocument/2006/relationships/image" Target="../media/image14.pn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slideMaster" Target="../slideMasters/slideMaster2.xml"/><Relationship Id="rId5" Type="http://schemas.openxmlformats.org/officeDocument/2006/relationships/tags" Target="../tags/tag85.xml"/><Relationship Id="rId4" Type="http://schemas.openxmlformats.org/officeDocument/2006/relationships/tags" Target="../tags/tag84.xml"/></Relationships>
</file>

<file path=ppt/slideLayouts/_rels/slideLayout2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88.xml"/><Relationship Id="rId7" Type="http://schemas.openxmlformats.org/officeDocument/2006/relationships/tags" Target="../tags/tag9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9"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00.xml"/><Relationship Id="rId3" Type="http://schemas.openxmlformats.org/officeDocument/2006/relationships/tags" Target="../tags/tag95.xml"/><Relationship Id="rId7" Type="http://schemas.openxmlformats.org/officeDocument/2006/relationships/tags" Target="../tags/tag99.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5" Type="http://schemas.openxmlformats.org/officeDocument/2006/relationships/tags" Target="../tags/tag97.xml"/><Relationship Id="rId10" Type="http://schemas.openxmlformats.org/officeDocument/2006/relationships/image" Target="../media/image14.png"/><Relationship Id="rId4" Type="http://schemas.openxmlformats.org/officeDocument/2006/relationships/tags" Target="../tags/tag96.xml"/><Relationship Id="rId9"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08.xml"/><Relationship Id="rId3" Type="http://schemas.openxmlformats.org/officeDocument/2006/relationships/tags" Target="../tags/tag103.xml"/><Relationship Id="rId7" Type="http://schemas.openxmlformats.org/officeDocument/2006/relationships/tags" Target="../tags/tag10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5" Type="http://schemas.openxmlformats.org/officeDocument/2006/relationships/tags" Target="../tags/tag105.xml"/><Relationship Id="rId10" Type="http://schemas.openxmlformats.org/officeDocument/2006/relationships/image" Target="../media/image14.png"/><Relationship Id="rId4" Type="http://schemas.openxmlformats.org/officeDocument/2006/relationships/tags" Target="../tags/tag104.xml"/><Relationship Id="rId9"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16.xml"/><Relationship Id="rId3" Type="http://schemas.openxmlformats.org/officeDocument/2006/relationships/tags" Target="../tags/tag111.xml"/><Relationship Id="rId7" Type="http://schemas.openxmlformats.org/officeDocument/2006/relationships/tags" Target="../tags/tag115.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5" Type="http://schemas.openxmlformats.org/officeDocument/2006/relationships/tags" Target="../tags/tag113.xml"/><Relationship Id="rId10" Type="http://schemas.openxmlformats.org/officeDocument/2006/relationships/image" Target="../media/image14.png"/><Relationship Id="rId4" Type="http://schemas.openxmlformats.org/officeDocument/2006/relationships/tags" Target="../tags/tag112.xml"/><Relationship Id="rId9"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124.xml"/><Relationship Id="rId3" Type="http://schemas.openxmlformats.org/officeDocument/2006/relationships/tags" Target="../tags/tag119.xml"/><Relationship Id="rId7" Type="http://schemas.openxmlformats.org/officeDocument/2006/relationships/tags" Target="../tags/tag123.xml"/><Relationship Id="rId12" Type="http://schemas.openxmlformats.org/officeDocument/2006/relationships/image" Target="../media/image14.png"/><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slideMaster" Target="../slideMasters/slideMaster2.xml"/><Relationship Id="rId5" Type="http://schemas.openxmlformats.org/officeDocument/2006/relationships/tags" Target="../tags/tag121.xml"/><Relationship Id="rId10" Type="http://schemas.openxmlformats.org/officeDocument/2006/relationships/tags" Target="../tags/tag126.xml"/><Relationship Id="rId4" Type="http://schemas.openxmlformats.org/officeDocument/2006/relationships/tags" Target="../tags/tag120.xml"/><Relationship Id="rId9" Type="http://schemas.openxmlformats.org/officeDocument/2006/relationships/tags" Target="../tags/tag125.xml"/></Relationships>
</file>

<file path=ppt/slideLayouts/_rels/slideLayout3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29.xml"/><Relationship Id="rId7" Type="http://schemas.openxmlformats.org/officeDocument/2006/relationships/tags" Target="../tags/tag133.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9"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ltGray">
      <p:bgPr>
        <a:noFill/>
        <a:effectLst/>
      </p:bgPr>
    </p:bg>
    <p:spTree>
      <p:nvGrpSpPr>
        <p:cNvPr id="1" name=""/>
        <p:cNvGrpSpPr/>
        <p:nvPr/>
      </p:nvGrpSpPr>
      <p:grpSpPr>
        <a:xfrm>
          <a:off x="0" y="0"/>
          <a:ext cx="0" cy="0"/>
          <a:chOff x="0" y="0"/>
          <a:chExt cx="0" cy="0"/>
        </a:xfrm>
      </p:grpSpPr>
      <p:sp>
        <p:nvSpPr>
          <p:cNvPr id="4102" name="Rectangle 6"/>
          <p:cNvSpPr>
            <a:spLocks noGrp="1" noChangeArrowheads="1"/>
          </p:cNvSpPr>
          <p:nvPr>
            <p:ph type="ctrTitle"/>
          </p:nvPr>
        </p:nvSpPr>
        <p:spPr>
          <a:xfrm>
            <a:off x="685800" y="2122805"/>
            <a:ext cx="6076315" cy="1294765"/>
          </a:xfrm>
          <a:solidFill>
            <a:schemeClr val="accent2"/>
          </a:solidFill>
        </p:spPr>
        <p:txBody>
          <a:bodyPr/>
          <a:lstStyle>
            <a:lvl1pPr>
              <a:defRPr>
                <a:solidFill>
                  <a:schemeClr val="bg1"/>
                </a:solidFill>
              </a:defRPr>
            </a:lvl1pPr>
          </a:lstStyle>
          <a:p>
            <a:r>
              <a:rPr lang="zh-CN" altLang="en-US"/>
              <a:t>单击此处编辑母版标题样式</a:t>
            </a:r>
          </a:p>
        </p:txBody>
      </p:sp>
      <p:sp>
        <p:nvSpPr>
          <p:cNvPr id="4103" name="Rectangle 7"/>
          <p:cNvSpPr>
            <a:spLocks noGrp="1" noChangeArrowheads="1"/>
          </p:cNvSpPr>
          <p:nvPr>
            <p:ph type="subTitle" idx="1"/>
          </p:nvPr>
        </p:nvSpPr>
        <p:spPr>
          <a:xfrm>
            <a:off x="1219200" y="3771900"/>
            <a:ext cx="4800600" cy="1328738"/>
          </a:xfrm>
          <a:noFill/>
          <a:extLst>
            <a:ext uri="{909E8E84-426E-40DD-AFC4-6F175D3DCCD1}">
              <a14:hiddenFill xmlns:a14="http://schemas.microsoft.com/office/drawing/2010/main">
                <a:solidFill>
                  <a:schemeClr val="accent2"/>
                </a:solidFill>
              </a14:hiddenFill>
            </a:ext>
          </a:extLst>
        </p:spPr>
        <p:txBody>
          <a:bodyPr/>
          <a:lstStyle>
            <a:lvl1pPr marL="0" indent="0" algn="ctr">
              <a:buFontTx/>
              <a:buNone/>
              <a:defRPr>
                <a:solidFill>
                  <a:schemeClr val="accent6"/>
                </a:solidFill>
              </a:defRPr>
            </a:lvl1pPr>
          </a:lstStyle>
          <a:p>
            <a:r>
              <a:rPr lang="zh-CN" altLang="en-US"/>
              <a:t>单击此处编辑母版副标题样式</a:t>
            </a:r>
          </a:p>
        </p:txBody>
      </p:sp>
      <p:sp>
        <p:nvSpPr>
          <p:cNvPr id="13" name="Rectangle 8"/>
          <p:cNvSpPr>
            <a:spLocks noGrp="1" noChangeArrowheads="1"/>
          </p:cNvSpPr>
          <p:nvPr>
            <p:ph type="dt" sz="quarter" idx="10"/>
          </p:nvPr>
        </p:nvSpPr>
        <p:spPr>
          <a:xfrm>
            <a:off x="675402" y="6309360"/>
            <a:ext cx="1428750" cy="342900"/>
          </a:xfrm>
        </p:spPr>
        <p:txBody>
          <a:bodyPr/>
          <a:lstStyle>
            <a:lvl1pPr>
              <a:defRPr/>
            </a:lvl1pPr>
          </a:lstStyle>
          <a:p>
            <a:endParaRPr lang="en-US" altLang="zh-CN"/>
          </a:p>
        </p:txBody>
      </p:sp>
      <p:sp>
        <p:nvSpPr>
          <p:cNvPr id="14" name="Rectangle 9"/>
          <p:cNvSpPr>
            <a:spLocks noGrp="1" noChangeArrowheads="1"/>
          </p:cNvSpPr>
          <p:nvPr>
            <p:ph type="ftr" sz="quarter" idx="11"/>
          </p:nvPr>
        </p:nvSpPr>
        <p:spPr>
          <a:xfrm>
            <a:off x="2504202" y="6309360"/>
            <a:ext cx="2171700" cy="342900"/>
          </a:xfrm>
        </p:spPr>
        <p:txBody>
          <a:bodyPr/>
          <a:lstStyle>
            <a:lvl1pPr>
              <a:defRPr/>
            </a:lvl1pPr>
          </a:lstStyle>
          <a:p>
            <a:endParaRPr lang="en-US" altLang="zh-CN"/>
          </a:p>
        </p:txBody>
      </p:sp>
      <p:sp>
        <p:nvSpPr>
          <p:cNvPr id="15" name="Rectangle 10"/>
          <p:cNvSpPr>
            <a:spLocks noGrp="1" noChangeArrowheads="1"/>
          </p:cNvSpPr>
          <p:nvPr>
            <p:ph type="sldNum" sz="quarter" idx="12"/>
          </p:nvPr>
        </p:nvSpPr>
        <p:spPr>
          <a:xfrm>
            <a:off x="5075952" y="6309360"/>
            <a:ext cx="1428750" cy="342900"/>
          </a:xfrm>
        </p:spPr>
        <p:txBody>
          <a:bodyPr/>
          <a:lstStyle>
            <a:lvl1pPr>
              <a:defRPr/>
            </a:lvl1pPr>
          </a:lstStyle>
          <a:p>
            <a:fld id="{B21AD18D-EE60-45AB-9B92-49E2B08496CD}"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1">
                <a:latin typeface="楷体" panose="02010609060101010101" charset="-122"/>
                <a:ea typeface="楷体" panose="02010609060101010101"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sz="2400" b="1">
                <a:latin typeface="微软雅黑" panose="020B0503020204020204" charset="-122"/>
                <a:ea typeface="微软雅黑" panose="020B0503020204020204" charset="-122"/>
              </a:defRPr>
            </a:lvl1pPr>
            <a:lvl2pPr>
              <a:defRPr sz="2000" b="1">
                <a:solidFill>
                  <a:srgbClr val="0000FF"/>
                </a:solidFill>
                <a:latin typeface="微软雅黑" panose="020B0503020204020204" charset="-122"/>
                <a:ea typeface="微软雅黑" panose="020B0503020204020204" charset="-122"/>
              </a:defRPr>
            </a:lvl2pPr>
            <a:lvl3pPr>
              <a:defRPr sz="1800" b="1">
                <a:solidFill>
                  <a:srgbClr val="FF0000"/>
                </a:solidFill>
                <a:latin typeface="微软雅黑" panose="020B0503020204020204" charset="-122"/>
                <a:ea typeface="微软雅黑" panose="020B0503020204020204" charset="-122"/>
              </a:defRPr>
            </a:lvl3pPr>
            <a:lvl4pPr>
              <a:defRPr sz="1600" b="1">
                <a:latin typeface="微软雅黑" panose="020B0503020204020204" charset="-122"/>
                <a:ea typeface="微软雅黑" panose="020B0503020204020204" charset="-122"/>
              </a:defRPr>
            </a:lvl4pPr>
            <a:lvl5pPr>
              <a:defRPr sz="1800" b="1">
                <a:latin typeface="微软雅黑" panose="020B0503020204020204" charset="-122"/>
                <a:ea typeface="微软雅黑" panose="020B050302020402020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p:txBody>
          <a:bodyPr/>
          <a:lstStyle>
            <a:lvl1pPr>
              <a:defRPr/>
            </a:lvl1pPr>
          </a:lstStyle>
          <a:p>
            <a:endParaRPr lang="en-US" altLang="zh-CN"/>
          </a:p>
        </p:txBody>
      </p:sp>
      <p:sp>
        <p:nvSpPr>
          <p:cNvPr id="5" name="Rectangle 9"/>
          <p:cNvSpPr>
            <a:spLocks noGrp="1" noChangeArrowheads="1"/>
          </p:cNvSpPr>
          <p:nvPr>
            <p:ph type="ftr" sz="quarter" idx="11"/>
          </p:nvPr>
        </p:nvSpPr>
        <p:spPr/>
        <p:txBody>
          <a:bodyPr/>
          <a:lstStyle>
            <a:lvl1pPr>
              <a:defRPr/>
            </a:lvl1pPr>
          </a:lstStyle>
          <a:p>
            <a:endParaRPr lang="en-US" altLang="zh-CN"/>
          </a:p>
        </p:txBody>
      </p:sp>
      <p:sp>
        <p:nvSpPr>
          <p:cNvPr id="6" name="Rectangle 10"/>
          <p:cNvSpPr>
            <a:spLocks noGrp="1" noChangeArrowheads="1"/>
          </p:cNvSpPr>
          <p:nvPr>
            <p:ph type="sldNum" sz="quarter" idx="12"/>
          </p:nvPr>
        </p:nvSpPr>
        <p:spPr/>
        <p:txBody>
          <a:bodyPr/>
          <a:lstStyle>
            <a:lvl1pPr>
              <a:defRPr/>
            </a:lvl1pPr>
          </a:lstStyle>
          <a:p>
            <a:fld id="{F5B3F876-A004-4157-8DFA-8947287857F1}"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541735" y="4162425"/>
            <a:ext cx="58293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541735" y="3037285"/>
            <a:ext cx="58293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p:cNvSpPr>
            <a:spLocks noGrp="1" noChangeArrowheads="1"/>
          </p:cNvSpPr>
          <p:nvPr>
            <p:ph type="dt" sz="half" idx="10"/>
          </p:nvPr>
        </p:nvSpPr>
        <p:spPr/>
        <p:txBody>
          <a:bodyPr/>
          <a:lstStyle>
            <a:lvl1pPr>
              <a:defRPr/>
            </a:lvl1pPr>
          </a:lstStyle>
          <a:p>
            <a:endParaRPr lang="en-US" altLang="zh-CN"/>
          </a:p>
        </p:txBody>
      </p:sp>
      <p:sp>
        <p:nvSpPr>
          <p:cNvPr id="5" name="Rectangle 9"/>
          <p:cNvSpPr>
            <a:spLocks noGrp="1" noChangeArrowheads="1"/>
          </p:cNvSpPr>
          <p:nvPr>
            <p:ph type="ftr" sz="quarter" idx="11"/>
          </p:nvPr>
        </p:nvSpPr>
        <p:spPr/>
        <p:txBody>
          <a:bodyPr/>
          <a:lstStyle>
            <a:lvl1pPr>
              <a:defRPr/>
            </a:lvl1pPr>
          </a:lstStyle>
          <a:p>
            <a:endParaRPr lang="en-US" altLang="zh-CN"/>
          </a:p>
        </p:txBody>
      </p:sp>
      <p:sp>
        <p:nvSpPr>
          <p:cNvPr id="6" name="Rectangle 10"/>
          <p:cNvSpPr>
            <a:spLocks noGrp="1" noChangeArrowheads="1"/>
          </p:cNvSpPr>
          <p:nvPr>
            <p:ph type="sldNum" sz="quarter" idx="12"/>
          </p:nvPr>
        </p:nvSpPr>
        <p:spPr/>
        <p:txBody>
          <a:bodyPr/>
          <a:lstStyle>
            <a:lvl1pPr>
              <a:defRPr/>
            </a:lvl1pPr>
          </a:lstStyle>
          <a:p>
            <a:fld id="{61A71B8E-4303-4212-8612-CB623E26E3E4}"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1">
                <a:latin typeface="楷体" panose="02010609060101010101" charset="-122"/>
                <a:ea typeface="楷体" panose="02010609060101010101" charset="-122"/>
              </a:defRPr>
            </a:lvl1pPr>
          </a:lstStyle>
          <a:p>
            <a:r>
              <a:rPr lang="zh-CN" altLang="en-US"/>
              <a:t>单击此处编辑母版标题样式</a:t>
            </a:r>
          </a:p>
        </p:txBody>
      </p:sp>
      <p:sp>
        <p:nvSpPr>
          <p:cNvPr id="3" name="内容占位符 2"/>
          <p:cNvSpPr>
            <a:spLocks noGrp="1"/>
          </p:cNvSpPr>
          <p:nvPr>
            <p:ph sz="half" idx="1"/>
          </p:nvPr>
        </p:nvSpPr>
        <p:spPr>
          <a:xfrm>
            <a:off x="800100" y="918845"/>
            <a:ext cx="4049395" cy="5474335"/>
          </a:xfrm>
        </p:spPr>
        <p:txBody>
          <a:bodyPr/>
          <a:lstStyle>
            <a:lvl1pPr>
              <a:defRPr sz="2000" b="1">
                <a:latin typeface="微软雅黑" panose="020B0503020204020204" charset="-122"/>
                <a:ea typeface="微软雅黑" panose="020B0503020204020204" charset="-122"/>
              </a:defRPr>
            </a:lvl1pPr>
            <a:lvl2pPr>
              <a:defRPr sz="1800" b="1">
                <a:latin typeface="微软雅黑" panose="020B0503020204020204" charset="-122"/>
                <a:ea typeface="微软雅黑" panose="020B0503020204020204" charset="-122"/>
              </a:defRPr>
            </a:lvl2pPr>
            <a:lvl3pPr>
              <a:defRPr sz="1600" b="1">
                <a:latin typeface="微软雅黑" panose="020B0503020204020204" charset="-122"/>
                <a:ea typeface="微软雅黑" panose="020B0503020204020204" charset="-122"/>
              </a:defRPr>
            </a:lvl3pPr>
            <a:lvl4pPr>
              <a:defRPr sz="1400" b="1">
                <a:latin typeface="微软雅黑" panose="020B0503020204020204" charset="-122"/>
                <a:ea typeface="微软雅黑" panose="020B0503020204020204" charset="-122"/>
              </a:defRPr>
            </a:lvl4pPr>
            <a:lvl5pPr>
              <a:defRPr sz="1600" b="1">
                <a:latin typeface="微软雅黑" panose="020B0503020204020204" charset="-122"/>
                <a:ea typeface="微软雅黑" panose="020B0503020204020204"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71745" y="918845"/>
            <a:ext cx="3983355" cy="5485130"/>
          </a:xfrm>
        </p:spPr>
        <p:txBody>
          <a:bodyPr/>
          <a:lstStyle>
            <a:lvl1pPr>
              <a:defRPr sz="2000" b="1">
                <a:latin typeface="微软雅黑" panose="020B0503020204020204" charset="-122"/>
                <a:ea typeface="微软雅黑" panose="020B0503020204020204" charset="-122"/>
              </a:defRPr>
            </a:lvl1pPr>
            <a:lvl2pPr>
              <a:defRPr sz="1800" b="1">
                <a:latin typeface="微软雅黑" panose="020B0503020204020204" charset="-122"/>
                <a:ea typeface="微软雅黑" panose="020B0503020204020204" charset="-122"/>
              </a:defRPr>
            </a:lvl2pPr>
            <a:lvl3pPr>
              <a:defRPr sz="1600" b="1">
                <a:latin typeface="微软雅黑" panose="020B0503020204020204" charset="-122"/>
                <a:ea typeface="微软雅黑" panose="020B0503020204020204" charset="-122"/>
              </a:defRPr>
            </a:lvl3pPr>
            <a:lvl4pPr>
              <a:defRPr sz="1400" b="1">
                <a:latin typeface="微软雅黑" panose="020B0503020204020204" charset="-122"/>
                <a:ea typeface="微软雅黑" panose="020B0503020204020204" charset="-122"/>
              </a:defRPr>
            </a:lvl4pPr>
            <a:lvl5pPr>
              <a:defRPr sz="1600" b="1">
                <a:latin typeface="微软雅黑" panose="020B0503020204020204" charset="-122"/>
                <a:ea typeface="微软雅黑" panose="020B0503020204020204"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dt" sz="half" idx="10"/>
          </p:nvPr>
        </p:nvSpPr>
        <p:spPr/>
        <p:txBody>
          <a:bodyPr/>
          <a:lstStyle>
            <a:lvl1pPr>
              <a:defRPr/>
            </a:lvl1pPr>
          </a:lstStyle>
          <a:p>
            <a:endParaRPr lang="en-US" altLang="zh-CN"/>
          </a:p>
        </p:txBody>
      </p:sp>
      <p:sp>
        <p:nvSpPr>
          <p:cNvPr id="6" name="Rectangle 9"/>
          <p:cNvSpPr>
            <a:spLocks noGrp="1" noChangeArrowheads="1"/>
          </p:cNvSpPr>
          <p:nvPr>
            <p:ph type="ftr" sz="quarter" idx="11"/>
          </p:nvPr>
        </p:nvSpPr>
        <p:spPr/>
        <p:txBody>
          <a:bodyPr/>
          <a:lstStyle>
            <a:lvl1pPr>
              <a:defRPr/>
            </a:lvl1pPr>
          </a:lstStyle>
          <a:p>
            <a:endParaRPr lang="en-US" altLang="zh-CN"/>
          </a:p>
        </p:txBody>
      </p:sp>
      <p:sp>
        <p:nvSpPr>
          <p:cNvPr id="7" name="Rectangle 10"/>
          <p:cNvSpPr>
            <a:spLocks noGrp="1" noChangeArrowheads="1"/>
          </p:cNvSpPr>
          <p:nvPr>
            <p:ph type="sldNum" sz="quarter" idx="12"/>
          </p:nvPr>
        </p:nvSpPr>
        <p:spPr/>
        <p:txBody>
          <a:bodyPr/>
          <a:lstStyle>
            <a:lvl1pPr>
              <a:defRPr/>
            </a:lvl1pPr>
          </a:lstStyle>
          <a:p>
            <a:fld id="{3C517FC4-93D2-4A92-A1E1-F033239B64CA}"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42900" y="1063229"/>
            <a:ext cx="61722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342900" y="2008585"/>
            <a:ext cx="3030141"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342900" y="2488406"/>
            <a:ext cx="3030141"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3483769" y="2008585"/>
            <a:ext cx="3031331"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3483769" y="2488406"/>
            <a:ext cx="3031331"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dt" sz="half" idx="10"/>
          </p:nvPr>
        </p:nvSpPr>
        <p:spPr/>
        <p:txBody>
          <a:bodyPr/>
          <a:lstStyle>
            <a:lvl1pPr>
              <a:defRPr/>
            </a:lvl1pPr>
          </a:lstStyle>
          <a:p>
            <a:endParaRPr lang="en-US" altLang="zh-CN"/>
          </a:p>
        </p:txBody>
      </p:sp>
      <p:sp>
        <p:nvSpPr>
          <p:cNvPr id="8" name="Rectangle 9"/>
          <p:cNvSpPr>
            <a:spLocks noGrp="1" noChangeArrowheads="1"/>
          </p:cNvSpPr>
          <p:nvPr>
            <p:ph type="ftr" sz="quarter" idx="11"/>
          </p:nvPr>
        </p:nvSpPr>
        <p:spPr/>
        <p:txBody>
          <a:bodyPr/>
          <a:lstStyle>
            <a:lvl1pPr>
              <a:defRPr/>
            </a:lvl1pPr>
          </a:lstStyle>
          <a:p>
            <a:endParaRPr lang="en-US" altLang="zh-CN"/>
          </a:p>
        </p:txBody>
      </p:sp>
      <p:sp>
        <p:nvSpPr>
          <p:cNvPr id="9" name="Rectangle 10"/>
          <p:cNvSpPr>
            <a:spLocks noGrp="1" noChangeArrowheads="1"/>
          </p:cNvSpPr>
          <p:nvPr>
            <p:ph type="sldNum" sz="quarter" idx="12"/>
          </p:nvPr>
        </p:nvSpPr>
        <p:spPr/>
        <p:txBody>
          <a:bodyPr/>
          <a:lstStyle>
            <a:lvl1pPr>
              <a:defRPr/>
            </a:lvl1pPr>
          </a:lstStyle>
          <a:p>
            <a:fld id="{13F92706-1655-4DF6-A6C8-AD41CFF3717A}"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dt" sz="half" idx="10"/>
          </p:nvPr>
        </p:nvSpPr>
        <p:spPr/>
        <p:txBody>
          <a:bodyPr/>
          <a:lstStyle>
            <a:lvl1pPr>
              <a:defRPr/>
            </a:lvl1pPr>
          </a:lstStyle>
          <a:p>
            <a:endParaRPr lang="en-US" altLang="zh-CN"/>
          </a:p>
        </p:txBody>
      </p:sp>
      <p:sp>
        <p:nvSpPr>
          <p:cNvPr id="4" name="Rectangle 9"/>
          <p:cNvSpPr>
            <a:spLocks noGrp="1" noChangeArrowheads="1"/>
          </p:cNvSpPr>
          <p:nvPr>
            <p:ph type="ftr" sz="quarter" idx="11"/>
          </p:nvPr>
        </p:nvSpPr>
        <p:spPr/>
        <p:txBody>
          <a:bodyPr/>
          <a:lstStyle>
            <a:lvl1pPr>
              <a:defRPr/>
            </a:lvl1pPr>
          </a:lstStyle>
          <a:p>
            <a:endParaRPr lang="en-US" altLang="zh-CN"/>
          </a:p>
        </p:txBody>
      </p:sp>
      <p:sp>
        <p:nvSpPr>
          <p:cNvPr id="5" name="Rectangle 10"/>
          <p:cNvSpPr>
            <a:spLocks noGrp="1" noChangeArrowheads="1"/>
          </p:cNvSpPr>
          <p:nvPr>
            <p:ph type="sldNum" sz="quarter" idx="12"/>
          </p:nvPr>
        </p:nvSpPr>
        <p:spPr/>
        <p:txBody>
          <a:bodyPr/>
          <a:lstStyle>
            <a:lvl1pPr>
              <a:defRPr/>
            </a:lvl1pPr>
          </a:lstStyle>
          <a:p>
            <a:fld id="{77F8EA99-4C44-45B3-9C7D-4DD52C7DC4EC}"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endParaRPr lang="en-US" altLang="zh-CN"/>
          </a:p>
        </p:txBody>
      </p:sp>
      <p:sp>
        <p:nvSpPr>
          <p:cNvPr id="3" name="Rectangle 9"/>
          <p:cNvSpPr>
            <a:spLocks noGrp="1" noChangeArrowheads="1"/>
          </p:cNvSpPr>
          <p:nvPr>
            <p:ph type="ftr" sz="quarter" idx="11"/>
          </p:nvPr>
        </p:nvSpPr>
        <p:spPr/>
        <p:txBody>
          <a:bodyPr/>
          <a:lstStyle>
            <a:lvl1pPr>
              <a:defRPr/>
            </a:lvl1pPr>
          </a:lstStyle>
          <a:p>
            <a:endParaRPr lang="en-US" altLang="zh-CN"/>
          </a:p>
        </p:txBody>
      </p:sp>
      <p:sp>
        <p:nvSpPr>
          <p:cNvPr id="4" name="Rectangle 10"/>
          <p:cNvSpPr>
            <a:spLocks noGrp="1" noChangeArrowheads="1"/>
          </p:cNvSpPr>
          <p:nvPr>
            <p:ph type="sldNum" sz="quarter" idx="12"/>
          </p:nvPr>
        </p:nvSpPr>
        <p:spPr/>
        <p:txBody>
          <a:bodyPr/>
          <a:lstStyle>
            <a:lvl1pPr>
              <a:defRPr/>
            </a:lvl1pPr>
          </a:lstStyle>
          <a:p>
            <a:fld id="{4CD4FD8C-102E-4513-8292-E315F57F4DCF}"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42900" y="1062038"/>
            <a:ext cx="2256235"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2681288" y="1062038"/>
            <a:ext cx="383381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342900" y="1933575"/>
            <a:ext cx="2256235"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dt" sz="half" idx="10"/>
          </p:nvPr>
        </p:nvSpPr>
        <p:spPr/>
        <p:txBody>
          <a:bodyPr/>
          <a:lstStyle>
            <a:lvl1pPr>
              <a:defRPr/>
            </a:lvl1pPr>
          </a:lstStyle>
          <a:p>
            <a:endParaRPr lang="en-US" altLang="zh-CN"/>
          </a:p>
        </p:txBody>
      </p:sp>
      <p:sp>
        <p:nvSpPr>
          <p:cNvPr id="6" name="Rectangle 9"/>
          <p:cNvSpPr>
            <a:spLocks noGrp="1" noChangeArrowheads="1"/>
          </p:cNvSpPr>
          <p:nvPr>
            <p:ph type="ftr" sz="quarter" idx="11"/>
          </p:nvPr>
        </p:nvSpPr>
        <p:spPr/>
        <p:txBody>
          <a:bodyPr/>
          <a:lstStyle>
            <a:lvl1pPr>
              <a:defRPr/>
            </a:lvl1pPr>
          </a:lstStyle>
          <a:p>
            <a:endParaRPr lang="en-US" altLang="zh-CN"/>
          </a:p>
        </p:txBody>
      </p:sp>
      <p:sp>
        <p:nvSpPr>
          <p:cNvPr id="7" name="Rectangle 10"/>
          <p:cNvSpPr>
            <a:spLocks noGrp="1" noChangeArrowheads="1"/>
          </p:cNvSpPr>
          <p:nvPr>
            <p:ph type="sldNum" sz="quarter" idx="12"/>
          </p:nvPr>
        </p:nvSpPr>
        <p:spPr/>
        <p:txBody>
          <a:bodyPr/>
          <a:lstStyle>
            <a:lvl1pPr>
              <a:defRPr/>
            </a:lvl1pPr>
          </a:lstStyle>
          <a:p>
            <a:fld id="{5876F023-568E-4386-9D91-820BD20CCCF6}"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344216" y="4457700"/>
            <a:ext cx="41148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344216" y="1316831"/>
            <a:ext cx="41148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344216" y="4882754"/>
            <a:ext cx="41148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dt" sz="half" idx="10"/>
          </p:nvPr>
        </p:nvSpPr>
        <p:spPr/>
        <p:txBody>
          <a:bodyPr/>
          <a:lstStyle>
            <a:lvl1pPr>
              <a:defRPr/>
            </a:lvl1pPr>
          </a:lstStyle>
          <a:p>
            <a:endParaRPr lang="en-US" altLang="zh-CN"/>
          </a:p>
        </p:txBody>
      </p:sp>
      <p:sp>
        <p:nvSpPr>
          <p:cNvPr id="6" name="Rectangle 9"/>
          <p:cNvSpPr>
            <a:spLocks noGrp="1" noChangeArrowheads="1"/>
          </p:cNvSpPr>
          <p:nvPr>
            <p:ph type="ftr" sz="quarter" idx="11"/>
          </p:nvPr>
        </p:nvSpPr>
        <p:spPr/>
        <p:txBody>
          <a:bodyPr/>
          <a:lstStyle>
            <a:lvl1pPr>
              <a:defRPr/>
            </a:lvl1pPr>
          </a:lstStyle>
          <a:p>
            <a:endParaRPr lang="en-US" altLang="zh-CN"/>
          </a:p>
        </p:txBody>
      </p:sp>
      <p:sp>
        <p:nvSpPr>
          <p:cNvPr id="7" name="Rectangle 10"/>
          <p:cNvSpPr>
            <a:spLocks noGrp="1" noChangeArrowheads="1"/>
          </p:cNvSpPr>
          <p:nvPr>
            <p:ph type="sldNum" sz="quarter" idx="12"/>
          </p:nvPr>
        </p:nvSpPr>
        <p:spPr/>
        <p:txBody>
          <a:bodyPr/>
          <a:lstStyle>
            <a:lvl1pPr>
              <a:defRPr/>
            </a:lvl1pPr>
          </a:lstStyle>
          <a:p>
            <a:fld id="{962DB38A-08E1-4201-9227-A72FAE209E4D}"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p:txBody>
          <a:bodyPr/>
          <a:lstStyle>
            <a:lvl1pPr>
              <a:defRPr/>
            </a:lvl1pPr>
          </a:lstStyle>
          <a:p>
            <a:endParaRPr lang="en-US" altLang="zh-CN"/>
          </a:p>
        </p:txBody>
      </p:sp>
      <p:sp>
        <p:nvSpPr>
          <p:cNvPr id="5" name="Rectangle 9"/>
          <p:cNvSpPr>
            <a:spLocks noGrp="1" noChangeArrowheads="1"/>
          </p:cNvSpPr>
          <p:nvPr>
            <p:ph type="ftr" sz="quarter" idx="11"/>
          </p:nvPr>
        </p:nvSpPr>
        <p:spPr/>
        <p:txBody>
          <a:bodyPr/>
          <a:lstStyle>
            <a:lvl1pPr>
              <a:defRPr/>
            </a:lvl1pPr>
          </a:lstStyle>
          <a:p>
            <a:endParaRPr lang="en-US" altLang="zh-CN"/>
          </a:p>
        </p:txBody>
      </p:sp>
      <p:sp>
        <p:nvSpPr>
          <p:cNvPr id="6" name="Rectangle 10"/>
          <p:cNvSpPr>
            <a:spLocks noGrp="1" noChangeArrowheads="1"/>
          </p:cNvSpPr>
          <p:nvPr>
            <p:ph type="sldNum" sz="quarter" idx="12"/>
          </p:nvPr>
        </p:nvSpPr>
        <p:spPr/>
        <p:txBody>
          <a:bodyPr/>
          <a:lstStyle>
            <a:lvl1pPr>
              <a:defRPr/>
            </a:lvl1pPr>
          </a:lstStyle>
          <a:p>
            <a:fld id="{D187E7A8-F14B-42FA-A558-3F30ECFB8601}"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5086350" y="1143000"/>
            <a:ext cx="1428750" cy="4114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00100" y="1143000"/>
            <a:ext cx="4171950" cy="4114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p:txBody>
          <a:bodyPr/>
          <a:lstStyle>
            <a:lvl1pPr>
              <a:defRPr/>
            </a:lvl1pPr>
          </a:lstStyle>
          <a:p>
            <a:endParaRPr lang="en-US" altLang="zh-CN"/>
          </a:p>
        </p:txBody>
      </p:sp>
      <p:sp>
        <p:nvSpPr>
          <p:cNvPr id="5" name="Rectangle 9"/>
          <p:cNvSpPr>
            <a:spLocks noGrp="1" noChangeArrowheads="1"/>
          </p:cNvSpPr>
          <p:nvPr>
            <p:ph type="ftr" sz="quarter" idx="11"/>
          </p:nvPr>
        </p:nvSpPr>
        <p:spPr/>
        <p:txBody>
          <a:bodyPr/>
          <a:lstStyle>
            <a:lvl1pPr>
              <a:defRPr/>
            </a:lvl1pPr>
          </a:lstStyle>
          <a:p>
            <a:endParaRPr lang="en-US" altLang="zh-CN"/>
          </a:p>
        </p:txBody>
      </p:sp>
      <p:sp>
        <p:nvSpPr>
          <p:cNvPr id="6" name="Rectangle 10"/>
          <p:cNvSpPr>
            <a:spLocks noGrp="1" noChangeArrowheads="1"/>
          </p:cNvSpPr>
          <p:nvPr>
            <p:ph type="sldNum" sz="quarter" idx="12"/>
          </p:nvPr>
        </p:nvSpPr>
        <p:spPr/>
        <p:txBody>
          <a:bodyPr/>
          <a:lstStyle>
            <a:lvl1pPr>
              <a:defRPr/>
            </a:lvl1pPr>
          </a:lstStyle>
          <a:p>
            <a:fld id="{20E38A59-C190-4615-A4F8-7883026CC680}"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00100" y="1143000"/>
            <a:ext cx="5715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8"/>
          <p:cNvSpPr>
            <a:spLocks noGrp="1" noChangeArrowheads="1"/>
          </p:cNvSpPr>
          <p:nvPr>
            <p:ph type="dt" sz="half" idx="10"/>
          </p:nvPr>
        </p:nvSpPr>
        <p:spPr/>
        <p:txBody>
          <a:bodyPr/>
          <a:lstStyle>
            <a:lvl1pPr>
              <a:defRPr/>
            </a:lvl1pPr>
          </a:lstStyle>
          <a:p>
            <a:endParaRPr lang="en-US" altLang="zh-CN"/>
          </a:p>
        </p:txBody>
      </p:sp>
      <p:sp>
        <p:nvSpPr>
          <p:cNvPr id="4" name="Rectangle 9"/>
          <p:cNvSpPr>
            <a:spLocks noGrp="1" noChangeArrowheads="1"/>
          </p:cNvSpPr>
          <p:nvPr>
            <p:ph type="ftr" sz="quarter" idx="11"/>
          </p:nvPr>
        </p:nvSpPr>
        <p:spPr/>
        <p:txBody>
          <a:bodyPr/>
          <a:lstStyle>
            <a:lvl1pPr>
              <a:defRPr/>
            </a:lvl1pPr>
          </a:lstStyle>
          <a:p>
            <a:endParaRPr lang="en-US" altLang="zh-CN"/>
          </a:p>
        </p:txBody>
      </p:sp>
      <p:sp>
        <p:nvSpPr>
          <p:cNvPr id="5" name="Rectangle 10"/>
          <p:cNvSpPr>
            <a:spLocks noGrp="1" noChangeArrowheads="1"/>
          </p:cNvSpPr>
          <p:nvPr>
            <p:ph type="sldNum" sz="quarter" idx="12"/>
          </p:nvPr>
        </p:nvSpPr>
        <p:spPr/>
        <p:txBody>
          <a:bodyPr/>
          <a:lstStyle>
            <a:lvl1pPr>
              <a:defRPr/>
            </a:lvl1pPr>
          </a:lstStyle>
          <a:p>
            <a:fld id="{A0E80AED-7EE1-4767-8416-B0BA005C72E5}"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00100" y="1143000"/>
            <a:ext cx="5715000" cy="611981"/>
          </a:xfrm>
        </p:spPr>
        <p:txBody>
          <a:bodyPr/>
          <a:lstStyle/>
          <a:p>
            <a:r>
              <a:rPr lang="zh-CN" altLang="en-US"/>
              <a:t>单击此处编辑母版标题样式</a:t>
            </a:r>
          </a:p>
        </p:txBody>
      </p:sp>
      <p:sp>
        <p:nvSpPr>
          <p:cNvPr id="3" name="文本占位符 2"/>
          <p:cNvSpPr>
            <a:spLocks noGrp="1"/>
          </p:cNvSpPr>
          <p:nvPr>
            <p:ph type="body" sz="half" idx="1"/>
          </p:nvPr>
        </p:nvSpPr>
        <p:spPr>
          <a:xfrm>
            <a:off x="800100" y="1808560"/>
            <a:ext cx="2800350" cy="344924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3714750" y="1808560"/>
            <a:ext cx="2800350" cy="1666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714750" y="3589735"/>
            <a:ext cx="2800350" cy="166806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8"/>
          <p:cNvSpPr>
            <a:spLocks noGrp="1" noChangeArrowheads="1"/>
          </p:cNvSpPr>
          <p:nvPr>
            <p:ph type="dt" sz="half" idx="10"/>
          </p:nvPr>
        </p:nvSpPr>
        <p:spPr/>
        <p:txBody>
          <a:bodyPr/>
          <a:lstStyle>
            <a:lvl1pPr>
              <a:defRPr/>
            </a:lvl1pPr>
          </a:lstStyle>
          <a:p>
            <a:endParaRPr lang="en-US" altLang="zh-CN"/>
          </a:p>
        </p:txBody>
      </p:sp>
      <p:sp>
        <p:nvSpPr>
          <p:cNvPr id="7" name="Rectangle 9"/>
          <p:cNvSpPr>
            <a:spLocks noGrp="1" noChangeArrowheads="1"/>
          </p:cNvSpPr>
          <p:nvPr>
            <p:ph type="ftr" sz="quarter" idx="11"/>
          </p:nvPr>
        </p:nvSpPr>
        <p:spPr/>
        <p:txBody>
          <a:bodyPr/>
          <a:lstStyle>
            <a:lvl1pPr>
              <a:defRPr/>
            </a:lvl1pPr>
          </a:lstStyle>
          <a:p>
            <a:endParaRPr lang="en-US" altLang="zh-CN"/>
          </a:p>
        </p:txBody>
      </p:sp>
      <p:sp>
        <p:nvSpPr>
          <p:cNvPr id="8" name="Rectangle 10"/>
          <p:cNvSpPr>
            <a:spLocks noGrp="1" noChangeArrowheads="1"/>
          </p:cNvSpPr>
          <p:nvPr>
            <p:ph type="sldNum" sz="quarter" idx="12"/>
          </p:nvPr>
        </p:nvSpPr>
        <p:spPr/>
        <p:txBody>
          <a:bodyPr/>
          <a:lstStyle>
            <a:lvl1pPr>
              <a:defRPr/>
            </a:lvl1pPr>
          </a:lstStyle>
          <a:p>
            <a:fld id="{2A7FDCDC-E881-474B-A331-7BE3416267F8}"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17">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grpSp>
        <p:nvGrpSpPr>
          <p:cNvPr id="13" name="组合 12"/>
          <p:cNvGrpSpPr/>
          <p:nvPr>
            <p:custDataLst>
              <p:tags r:id="rId1"/>
            </p:custDataLst>
          </p:nvPr>
        </p:nvGrpSpPr>
        <p:grpSpPr>
          <a:xfrm>
            <a:off x="0" y="0"/>
            <a:ext cx="9144000" cy="6858000"/>
            <a:chOff x="0" y="0"/>
            <a:chExt cx="12192000" cy="6858000"/>
          </a:xfrm>
        </p:grpSpPr>
        <p:grpSp>
          <p:nvGrpSpPr>
            <p:cNvPr id="7" name="组合 6"/>
            <p:cNvGrpSpPr/>
            <p:nvPr/>
          </p:nvGrpSpPr>
          <p:grpSpPr>
            <a:xfrm>
              <a:off x="0" y="0"/>
              <a:ext cx="12192000" cy="6858000"/>
              <a:chOff x="0" y="0"/>
              <a:chExt cx="12192000" cy="6858000"/>
            </a:xfrm>
          </p:grpSpPr>
          <p:grpSp>
            <p:nvGrpSpPr>
              <p:cNvPr id="8" name="组合 7"/>
              <p:cNvGrpSpPr/>
              <p:nvPr/>
            </p:nvGrpSpPr>
            <p:grpSpPr>
              <a:xfrm>
                <a:off x="8545007" y="0"/>
                <a:ext cx="3646993" cy="6858000"/>
                <a:chOff x="8545007" y="0"/>
                <a:chExt cx="3646993" cy="6858000"/>
              </a:xfrm>
            </p:grpSpPr>
            <p:pic>
              <p:nvPicPr>
                <p:cNvPr id="10" name="图片 9"/>
                <p:cNvPicPr>
                  <a:picLocks noChangeAspect="1"/>
                </p:cNvPicPr>
                <p:nvPr>
                  <p:custDataLst>
                    <p:tags r:id="rId14"/>
                  </p:custDataLst>
                </p:nvPr>
              </p:nvPicPr>
              <p:blipFill>
                <a:blip r:embed="rId18"/>
                <a:stretch>
                  <a:fillRect/>
                </a:stretch>
              </p:blipFill>
              <p:spPr>
                <a:xfrm>
                  <a:off x="8545007" y="0"/>
                  <a:ext cx="3646993" cy="2982191"/>
                </a:xfrm>
                <a:prstGeom prst="rect">
                  <a:avLst/>
                </a:prstGeom>
              </p:spPr>
            </p:pic>
            <p:pic>
              <p:nvPicPr>
                <p:cNvPr id="11" name="图片 10"/>
                <p:cNvPicPr>
                  <a:picLocks noChangeAspect="1"/>
                </p:cNvPicPr>
                <p:nvPr>
                  <p:custDataLst>
                    <p:tags r:id="rId15"/>
                  </p:custDataLst>
                </p:nvPr>
              </p:nvPicPr>
              <p:blipFill>
                <a:blip r:embed="rId19" cstate="print">
                  <a:extLst>
                    <a:ext uri="{28A0092B-C50C-407E-A947-70E740481C1C}">
                      <a14:useLocalDpi xmlns:a14="http://schemas.microsoft.com/office/drawing/2010/main" val="0"/>
                    </a:ext>
                  </a:extLst>
                </a:blip>
                <a:stretch>
                  <a:fillRect/>
                </a:stretch>
              </p:blipFill>
              <p:spPr>
                <a:xfrm>
                  <a:off x="9102436" y="4066720"/>
                  <a:ext cx="2925924" cy="2791280"/>
                </a:xfrm>
                <a:prstGeom prst="rect">
                  <a:avLst/>
                </a:prstGeom>
              </p:spPr>
            </p:pic>
          </p:grpSp>
          <p:pic>
            <p:nvPicPr>
              <p:cNvPr id="9" name="图片 8"/>
              <p:cNvPicPr>
                <a:picLocks noChangeAspect="1"/>
              </p:cNvPicPr>
              <p:nvPr>
                <p:custDataLst>
                  <p:tags r:id="rId13"/>
                </p:custDataLst>
              </p:nvPr>
            </p:nvPicPr>
            <p:blipFill>
              <a:blip r:embed="rId20"/>
              <a:stretch>
                <a:fillRect/>
              </a:stretch>
            </p:blipFill>
            <p:spPr>
              <a:xfrm>
                <a:off x="0" y="0"/>
                <a:ext cx="7137443" cy="6858000"/>
              </a:xfrm>
              <a:prstGeom prst="rect">
                <a:avLst/>
              </a:prstGeom>
            </p:spPr>
          </p:pic>
        </p:grpSp>
        <p:pic>
          <p:nvPicPr>
            <p:cNvPr id="12" name="图片 11"/>
            <p:cNvPicPr>
              <a:picLocks noChangeAspect="1"/>
            </p:cNvPicPr>
            <p:nvPr>
              <p:custDataLst>
                <p:tags r:id="rId12"/>
              </p:custDataLst>
            </p:nvPr>
          </p:nvPicPr>
          <p:blipFill>
            <a:blip r:embed="rId21"/>
            <a:stretch>
              <a:fillRect/>
            </a:stretch>
          </p:blipFill>
          <p:spPr>
            <a:xfrm>
              <a:off x="812461" y="1029461"/>
              <a:ext cx="4909467" cy="4653606"/>
            </a:xfrm>
            <a:prstGeom prst="rect">
              <a:avLst/>
            </a:prstGeom>
          </p:spPr>
        </p:pic>
      </p:grpSp>
      <p:sp>
        <p:nvSpPr>
          <p:cNvPr id="4" name="日期占位符 3"/>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5" name="页脚占位符 4"/>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grpSp>
        <p:nvGrpSpPr>
          <p:cNvPr id="14" name="组合 13"/>
          <p:cNvGrpSpPr/>
          <p:nvPr>
            <p:custDataLst>
              <p:tags r:id="rId5"/>
            </p:custDataLst>
          </p:nvPr>
        </p:nvGrpSpPr>
        <p:grpSpPr>
          <a:xfrm>
            <a:off x="3586441" y="2188860"/>
            <a:ext cx="4894709" cy="1030733"/>
            <a:chOff x="4781921" y="2017071"/>
            <a:chExt cx="6526279" cy="1374310"/>
          </a:xfrm>
        </p:grpSpPr>
        <p:pic>
          <p:nvPicPr>
            <p:cNvPr id="15" name="图片 14"/>
            <p:cNvPicPr>
              <a:picLocks noChangeAspect="1"/>
            </p:cNvPicPr>
            <p:nvPr>
              <p:custDataLst>
                <p:tags r:id="rId10"/>
              </p:custDataLst>
            </p:nvPr>
          </p:nvPicPr>
          <p:blipFill>
            <a:blip r:embed="rId22"/>
            <a:stretch>
              <a:fillRect/>
            </a:stretch>
          </p:blipFill>
          <p:spPr>
            <a:xfrm>
              <a:off x="4931680" y="2017071"/>
              <a:ext cx="6376520" cy="595076"/>
            </a:xfrm>
            <a:prstGeom prst="rect">
              <a:avLst/>
            </a:prstGeom>
          </p:spPr>
        </p:pic>
        <p:pic>
          <p:nvPicPr>
            <p:cNvPr id="16" name="图片 15"/>
            <p:cNvPicPr>
              <a:picLocks noChangeAspect="1"/>
            </p:cNvPicPr>
            <p:nvPr>
              <p:custDataLst>
                <p:tags r:id="rId11"/>
              </p:custDataLst>
            </p:nvPr>
          </p:nvPicPr>
          <p:blipFill>
            <a:blip r:embed="rId23"/>
            <a:stretch>
              <a:fillRect/>
            </a:stretch>
          </p:blipFill>
          <p:spPr>
            <a:xfrm>
              <a:off x="4781921" y="2943045"/>
              <a:ext cx="6462076" cy="448336"/>
            </a:xfrm>
            <a:prstGeom prst="rect">
              <a:avLst/>
            </a:prstGeom>
          </p:spPr>
        </p:pic>
      </p:grpSp>
      <p:pic>
        <p:nvPicPr>
          <p:cNvPr id="17" name="图片 16"/>
          <p:cNvPicPr>
            <a:picLocks noChangeAspect="1"/>
          </p:cNvPicPr>
          <p:nvPr>
            <p:custDataLst>
              <p:tags r:id="rId6"/>
            </p:custDataLst>
          </p:nvPr>
        </p:nvPicPr>
        <p:blipFill>
          <a:blip r:embed="rId24"/>
          <a:stretch>
            <a:fillRect/>
          </a:stretch>
        </p:blipFill>
        <p:spPr>
          <a:xfrm>
            <a:off x="3276286" y="2666598"/>
            <a:ext cx="5059183" cy="1179623"/>
          </a:xfrm>
          <a:prstGeom prst="rect">
            <a:avLst/>
          </a:prstGeom>
        </p:spPr>
      </p:pic>
      <p:pic>
        <p:nvPicPr>
          <p:cNvPr id="18" name="图片 17"/>
          <p:cNvPicPr>
            <a:picLocks noChangeAspect="1"/>
          </p:cNvPicPr>
          <p:nvPr>
            <p:custDataLst>
              <p:tags r:id="rId7"/>
            </p:custDataLst>
          </p:nvPr>
        </p:nvPicPr>
        <p:blipFill>
          <a:blip r:embed="rId25"/>
          <a:stretch>
            <a:fillRect/>
          </a:stretch>
        </p:blipFill>
        <p:spPr>
          <a:xfrm rot="10800000" flipV="1">
            <a:off x="3524259" y="3233189"/>
            <a:ext cx="112112" cy="225369"/>
          </a:xfrm>
          <a:prstGeom prst="rect">
            <a:avLst/>
          </a:prstGeom>
        </p:spPr>
      </p:pic>
      <p:sp>
        <p:nvSpPr>
          <p:cNvPr id="3" name="副标题 2"/>
          <p:cNvSpPr>
            <a:spLocks noGrp="1"/>
          </p:cNvSpPr>
          <p:nvPr>
            <p:ph type="subTitle" idx="1" hasCustomPrompt="1"/>
            <p:custDataLst>
              <p:tags r:id="rId8"/>
            </p:custDataLst>
          </p:nvPr>
        </p:nvSpPr>
        <p:spPr>
          <a:xfrm>
            <a:off x="3627905" y="3552912"/>
            <a:ext cx="4761279" cy="509267"/>
          </a:xfrm>
        </p:spPr>
        <p:txBody>
          <a:bodyPr>
            <a:normAutofit/>
          </a:bodyPr>
          <a:lstStyle>
            <a:lvl1pPr marL="0" indent="0" algn="ctr">
              <a:buNone/>
              <a:defRPr sz="1015">
                <a:solidFill>
                  <a:schemeClr val="bg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编辑副标题</a:t>
            </a:r>
          </a:p>
        </p:txBody>
      </p:sp>
      <p:sp>
        <p:nvSpPr>
          <p:cNvPr id="2" name="标题 1"/>
          <p:cNvSpPr>
            <a:spLocks noGrp="1"/>
          </p:cNvSpPr>
          <p:nvPr>
            <p:ph type="ctrTitle" hasCustomPrompt="1"/>
            <p:custDataLst>
              <p:tags r:id="rId9"/>
            </p:custDataLst>
          </p:nvPr>
        </p:nvSpPr>
        <p:spPr>
          <a:xfrm>
            <a:off x="3627905" y="2335611"/>
            <a:ext cx="4761279" cy="779977"/>
          </a:xfrm>
        </p:spPr>
        <p:txBody>
          <a:bodyPr anchor="ctr">
            <a:normAutofit/>
          </a:bodyPr>
          <a:lstStyle>
            <a:lvl1pPr algn="ctr">
              <a:defRPr sz="2700" b="1">
                <a:solidFill>
                  <a:schemeClr val="bg1"/>
                </a:solidFill>
                <a:effectLst/>
              </a:defRPr>
            </a:lvl1pPr>
          </a:lstStyle>
          <a:p>
            <a:r>
              <a:rPr lang="zh-CN" altLang="en-US" dirty="0"/>
              <a:t>编辑标题</a:t>
            </a:r>
          </a:p>
        </p:txBody>
      </p:sp>
    </p:spTree>
    <p:extLst>
      <p:ext uri="{BB962C8B-B14F-4D97-AF65-F5344CB8AC3E}">
        <p14:creationId xmlns:p14="http://schemas.microsoft.com/office/powerpoint/2010/main" val="7923363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35610" y="0"/>
            <a:ext cx="8079740" cy="994410"/>
          </a:xfrm>
        </p:spPr>
        <p:txBody>
          <a:bodyPr/>
          <a:lstStyle>
            <a:lvl1pPr>
              <a:defRPr>
                <a:latin typeface="方正粗黑宋简体" panose="02000000000000000000" charset="-122"/>
                <a:ea typeface="方正粗黑宋简体" panose="02000000000000000000" charset="-122"/>
              </a:defRPr>
            </a:lvl1pPr>
          </a:lstStyle>
          <a:p>
            <a:r>
              <a:rPr lang="zh-CN" altLang="en-US"/>
              <a:t>单击此处编辑母版标题样式</a:t>
            </a:r>
          </a:p>
        </p:txBody>
      </p:sp>
      <p:sp>
        <p:nvSpPr>
          <p:cNvPr id="3" name="内容占位符 2"/>
          <p:cNvSpPr>
            <a:spLocks noGrp="1"/>
          </p:cNvSpPr>
          <p:nvPr>
            <p:ph idx="1"/>
            <p:custDataLst>
              <p:tags r:id="rId2"/>
            </p:custDataLst>
          </p:nvPr>
        </p:nvSpPr>
        <p:spPr>
          <a:xfrm>
            <a:off x="461010" y="1014730"/>
            <a:ext cx="8655050" cy="5358130"/>
          </a:xfrm>
        </p:spPr>
        <p:txBody>
          <a:bodyPr/>
          <a:lstStyle>
            <a:lvl1pPr eaLnBrk="1" fontAlgn="auto" latinLnBrk="0" hangingPunct="1">
              <a:lnSpc>
                <a:spcPct val="100000"/>
              </a:lnSpc>
              <a:spcBef>
                <a:spcPts val="600"/>
              </a:spcBef>
              <a:defRPr sz="2400">
                <a:solidFill>
                  <a:srgbClr val="0000FF"/>
                </a:solidFill>
              </a:defRPr>
            </a:lvl1pPr>
            <a:lvl2pPr eaLnBrk="1" fontAlgn="auto" latinLnBrk="0" hangingPunct="1">
              <a:lnSpc>
                <a:spcPct val="100000"/>
              </a:lnSpc>
              <a:spcBef>
                <a:spcPts val="600"/>
              </a:spcBef>
              <a:defRPr sz="2000">
                <a:gradFill>
                  <a:gsLst>
                    <a:gs pos="0">
                      <a:srgbClr val="012D86"/>
                    </a:gs>
                    <a:gs pos="100000">
                      <a:srgbClr val="0E2557"/>
                    </a:gs>
                  </a:gsLst>
                  <a:lin scaled="0"/>
                </a:gradFill>
              </a:defRPr>
            </a:lvl2pPr>
            <a:lvl3pPr eaLnBrk="1" fontAlgn="auto" latinLnBrk="0" hangingPunct="1">
              <a:lnSpc>
                <a:spcPct val="100000"/>
              </a:lnSpc>
              <a:spcBef>
                <a:spcPts val="600"/>
              </a:spcBef>
              <a:defRPr sz="1800">
                <a:solidFill>
                  <a:srgbClr val="FF0000"/>
                </a:solidFill>
              </a:defRPr>
            </a:lvl3pPr>
            <a:lvl4pPr eaLnBrk="1" fontAlgn="auto" latinLnBrk="0" hangingPunct="1">
              <a:lnSpc>
                <a:spcPct val="100000"/>
              </a:lnSpc>
              <a:spcBef>
                <a:spcPts val="600"/>
              </a:spcBef>
              <a:defRPr sz="1600">
                <a:solidFill>
                  <a:srgbClr val="BE3A3A"/>
                </a:solidFill>
              </a:defRPr>
            </a:lvl4pPr>
            <a:lvl5pPr eaLnBrk="1" fontAlgn="auto" latinLnBrk="0" hangingPunct="1">
              <a:lnSpc>
                <a:spcPct val="100000"/>
              </a:lnSpc>
              <a:spcBef>
                <a:spcPts val="600"/>
              </a:spcBef>
              <a:defRPr sz="1400">
                <a:gradFill>
                  <a:gsLst>
                    <a:gs pos="0">
                      <a:srgbClr val="7B32B2"/>
                    </a:gs>
                    <a:gs pos="100000">
                      <a:srgbClr val="401A5D"/>
                    </a:gs>
                  </a:gsLst>
                  <a:lin scaled="0"/>
                </a:gra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35713680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椭圆 6"/>
          <p:cNvSpPr/>
          <p:nvPr>
            <p:custDataLst>
              <p:tags r:id="rId1"/>
            </p:custDataLst>
          </p:nvPr>
        </p:nvSpPr>
        <p:spPr>
          <a:xfrm>
            <a:off x="1174711" y="2326714"/>
            <a:ext cx="2204573" cy="220457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8" name="图片 7"/>
          <p:cNvPicPr>
            <a:picLocks noChangeAspect="1"/>
          </p:cNvPicPr>
          <p:nvPr>
            <p:custDataLst>
              <p:tags r:id="rId2"/>
            </p:custDataLst>
          </p:nvPr>
        </p:nvPicPr>
        <p:blipFill>
          <a:blip r:embed="rId11"/>
          <a:stretch>
            <a:fillRect/>
          </a:stretch>
        </p:blipFill>
        <p:spPr>
          <a:xfrm>
            <a:off x="508538" y="1877974"/>
            <a:ext cx="3272606" cy="3102052"/>
          </a:xfrm>
          <a:prstGeom prst="rect">
            <a:avLst/>
          </a:prstGeom>
          <a:noFill/>
        </p:spPr>
      </p:pic>
      <p:sp>
        <p:nvSpPr>
          <p:cNvPr id="11" name="文本框 10"/>
          <p:cNvSpPr txBox="1"/>
          <p:nvPr>
            <p:custDataLst>
              <p:tags r:id="rId3"/>
            </p:custDataLst>
          </p:nvPr>
        </p:nvSpPr>
        <p:spPr>
          <a:xfrm>
            <a:off x="1104212" y="2369798"/>
            <a:ext cx="2226298" cy="2364710"/>
          </a:xfrm>
          <a:prstGeom prst="rect">
            <a:avLst/>
          </a:prstGeom>
          <a:noFill/>
        </p:spPr>
        <p:txBody>
          <a:bodyPr wrap="square" rtlCol="0" anchor="ctr">
            <a:normAutofit/>
          </a:bodyPr>
          <a:lstStyle/>
          <a:p>
            <a:pPr marL="0" marR="0" indent="0" algn="ctr" defTabSz="914400" rtl="0" eaLnBrk="1" fontAlgn="auto" latinLnBrk="0" hangingPunct="1">
              <a:lnSpc>
                <a:spcPct val="100000"/>
              </a:lnSpc>
              <a:spcBef>
                <a:spcPts val="0"/>
              </a:spcBef>
              <a:spcAft>
                <a:spcPts val="0"/>
              </a:spcAft>
              <a:buClrTx/>
              <a:buSzTx/>
              <a:buFontTx/>
              <a:buNone/>
            </a:pPr>
            <a:r>
              <a:rPr lang="en-US" altLang="zh-CN"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rPr>
              <a:t>1</a:t>
            </a:r>
            <a:endParaRPr lang="zh-CN" altLang="en-US"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endParaRPr>
          </a:p>
          <a:p>
            <a:pPr algn="ctr"/>
            <a:endParaRPr lang="zh-CN" altLang="en-US" sz="1575" dirty="0">
              <a:solidFill>
                <a:schemeClr val="accent1"/>
              </a:solidFill>
              <a:latin typeface="+mn-lt"/>
            </a:endParaRPr>
          </a:p>
        </p:txBody>
      </p:sp>
      <p:sp>
        <p:nvSpPr>
          <p:cNvPr id="4" name="日期占位符 3"/>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5" name="页脚占位符 4"/>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cxnSp>
        <p:nvCxnSpPr>
          <p:cNvPr id="10" name="直接连接符 9"/>
          <p:cNvCxnSpPr/>
          <p:nvPr>
            <p:custDataLst>
              <p:tags r:id="rId7"/>
            </p:custDataLst>
          </p:nvPr>
        </p:nvCxnSpPr>
        <p:spPr>
          <a:xfrm>
            <a:off x="3771792" y="3510454"/>
            <a:ext cx="465259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idx="1" hasCustomPrompt="1"/>
            <p:custDataLst>
              <p:tags r:id="rId8"/>
            </p:custDataLst>
          </p:nvPr>
        </p:nvSpPr>
        <p:spPr>
          <a:xfrm>
            <a:off x="3413349" y="3695478"/>
            <a:ext cx="5378830" cy="621410"/>
          </a:xfrm>
        </p:spPr>
        <p:txBody>
          <a:bodyPr>
            <a:normAutofit/>
          </a:bodyPr>
          <a:lstStyle>
            <a:lvl1pPr marL="0" indent="0" algn="ctr">
              <a:buNone/>
              <a:defRPr sz="1015">
                <a:solidFill>
                  <a:schemeClr val="tx1"/>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a:t>单击此处编辑副标题</a:t>
            </a:r>
          </a:p>
        </p:txBody>
      </p:sp>
      <p:sp>
        <p:nvSpPr>
          <p:cNvPr id="2" name="标题 1"/>
          <p:cNvSpPr>
            <a:spLocks noGrp="1"/>
          </p:cNvSpPr>
          <p:nvPr>
            <p:ph type="title" hasCustomPrompt="1"/>
            <p:custDataLst>
              <p:tags r:id="rId9"/>
            </p:custDataLst>
          </p:nvPr>
        </p:nvSpPr>
        <p:spPr>
          <a:xfrm>
            <a:off x="3413349" y="1619469"/>
            <a:ext cx="5378830" cy="1551026"/>
          </a:xfrm>
        </p:spPr>
        <p:txBody>
          <a:bodyPr anchor="b">
            <a:normAutofit/>
          </a:bodyPr>
          <a:lstStyle>
            <a:lvl1pPr algn="ctr">
              <a:defRPr sz="3715" b="1">
                <a:effectLst/>
              </a:defRPr>
            </a:lvl1pPr>
          </a:lstStyle>
          <a:p>
            <a:r>
              <a:rPr lang="zh-CN" altLang="en-US" dirty="0"/>
              <a:t>单击此处编辑标题</a:t>
            </a:r>
          </a:p>
        </p:txBody>
      </p:sp>
    </p:spTree>
    <p:extLst>
      <p:ext uri="{BB962C8B-B14F-4D97-AF65-F5344CB8AC3E}">
        <p14:creationId xmlns:p14="http://schemas.microsoft.com/office/powerpoint/2010/main" val="292853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6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530820"/>
            <a:ext cx="7886700" cy="994172"/>
          </a:xfrm>
        </p:spPr>
        <p:txBody>
          <a:bodyPr/>
          <a:lstStyle/>
          <a:p>
            <a:r>
              <a:rPr lang="zh-CN" altLang="en-US"/>
              <a:t>单击此处编辑母版标题样式</a:t>
            </a:r>
          </a:p>
        </p:txBody>
      </p:sp>
      <p:sp>
        <p:nvSpPr>
          <p:cNvPr id="3" name="内容占位符 2"/>
          <p:cNvSpPr>
            <a:spLocks noGrp="1"/>
          </p:cNvSpPr>
          <p:nvPr>
            <p:ph sz="half" idx="1"/>
            <p:custDataLst>
              <p:tags r:id="rId2"/>
            </p:custDataLst>
          </p:nvPr>
        </p:nvSpPr>
        <p:spPr>
          <a:xfrm>
            <a:off x="628650" y="2369542"/>
            <a:ext cx="3886200" cy="326350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custDataLst>
              <p:tags r:id="rId3"/>
            </p:custDataLst>
          </p:nvPr>
        </p:nvSpPr>
        <p:spPr>
          <a:xfrm>
            <a:off x="4629150" y="2369542"/>
            <a:ext cx="3886200" cy="3263503"/>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3795204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1" y="530820"/>
            <a:ext cx="7886700" cy="994172"/>
          </a:xfrm>
        </p:spPr>
        <p:txBody>
          <a:bodyPr/>
          <a:lstStyle/>
          <a:p>
            <a:r>
              <a:rPr lang="zh-CN" altLang="en-US"/>
              <a:t>单击此处编辑母版标题样式</a:t>
            </a:r>
          </a:p>
        </p:txBody>
      </p:sp>
      <p:sp>
        <p:nvSpPr>
          <p:cNvPr id="3" name="文本占位符 2"/>
          <p:cNvSpPr>
            <a:spLocks noGrp="1"/>
          </p:cNvSpPr>
          <p:nvPr>
            <p:ph type="body" idx="1"/>
            <p:custDataLst>
              <p:tags r:id="rId2"/>
            </p:custDataLst>
          </p:nvPr>
        </p:nvSpPr>
        <p:spPr>
          <a:xfrm>
            <a:off x="629841" y="1848026"/>
            <a:ext cx="3868340"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629841" y="2965649"/>
            <a:ext cx="3868340"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custDataLst>
              <p:tags r:id="rId4"/>
            </p:custDataLst>
          </p:nvPr>
        </p:nvSpPr>
        <p:spPr>
          <a:xfrm>
            <a:off x="4629150" y="1848026"/>
            <a:ext cx="3887391"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4629150" y="2965649"/>
            <a:ext cx="3887391"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custDataLst>
              <p:tags r:id="rId6"/>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8" name="页脚占位符 7"/>
          <p:cNvSpPr>
            <a:spLocks noGrp="1"/>
          </p:cNvSpPr>
          <p:nvPr>
            <p:ph type="ftr" sz="quarter" idx="11"/>
            <p:custDataLst>
              <p:tags r:id="rId7"/>
            </p:custDataLst>
          </p:nvPr>
        </p:nvSpPr>
        <p:spPr>
          <a:xfrm>
            <a:off x="3028950" y="6401991"/>
            <a:ext cx="3086100" cy="273844"/>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3045073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132080"/>
            <a:ext cx="7886700" cy="657225"/>
          </a:xfrm>
        </p:spPr>
        <p:txBody>
          <a:bodyPr vert="horz" lIns="101600" tIns="38100" rIns="76200" bIns="38100" rtlCol="0" anchor="t" anchorCtr="0">
            <a:no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dirty="0">
                <a:solidFill>
                  <a:schemeClr val="tx1"/>
                </a:solidFill>
                <a:uFillTx/>
                <a:latin typeface="方正粗黑宋简体" panose="02000000000000000000" charset="-122"/>
                <a:ea typeface="方正粗黑宋简体" panose="02000000000000000000"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94747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3" name="页脚占位符 2"/>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5363181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0" y="657225"/>
            <a:ext cx="3123900" cy="1200150"/>
          </a:xfrm>
        </p:spPr>
        <p:txBody>
          <a:bodyPr anchor="t" anchorCtr="0">
            <a:normAutofit/>
          </a:bodyPr>
          <a:lstStyle>
            <a:lvl1pPr>
              <a:defRPr sz="2475"/>
            </a:lvl1pPr>
          </a:lstStyle>
          <a:p>
            <a:r>
              <a:rPr lang="zh-CN" altLang="en-US" dirty="0"/>
              <a:t>单击此处编辑母版标题样式</a:t>
            </a:r>
          </a:p>
        </p:txBody>
      </p:sp>
      <p:sp>
        <p:nvSpPr>
          <p:cNvPr id="3" name="图片占位符 2"/>
          <p:cNvSpPr>
            <a:spLocks noGrp="1" noChangeAspect="1"/>
          </p:cNvSpPr>
          <p:nvPr>
            <p:ph type="pic" idx="1"/>
            <p:custDataLst>
              <p:tags r:id="rId2"/>
            </p:custDataLst>
          </p:nvPr>
        </p:nvSpPr>
        <p:spPr>
          <a:xfrm>
            <a:off x="3888000" y="1132650"/>
            <a:ext cx="4627800" cy="40527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zh-CN" altLang="en-US" dirty="0"/>
          </a:p>
        </p:txBody>
      </p:sp>
      <p:sp>
        <p:nvSpPr>
          <p:cNvPr id="4" name="文本占位符 3"/>
          <p:cNvSpPr>
            <a:spLocks noGrp="1"/>
          </p:cNvSpPr>
          <p:nvPr>
            <p:ph type="body" sz="half" idx="2"/>
            <p:custDataLst>
              <p:tags r:id="rId3"/>
            </p:custDataLst>
          </p:nvPr>
        </p:nvSpPr>
        <p:spPr>
          <a:xfrm>
            <a:off x="629840" y="2592397"/>
            <a:ext cx="3123900" cy="2801489"/>
          </a:xfrm>
        </p:spPr>
        <p:txBody>
          <a:bodyPr>
            <a:normAutofit/>
          </a:bodyPr>
          <a:lstStyle>
            <a:lvl1pPr marL="0" indent="0">
              <a:buNone/>
              <a:defRPr sz="1015"/>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dirty="0"/>
              <a:t>单击此处编辑母版文本样式</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9EFD9D74-47D9-4702-A33C-335B63B48DBF}" type="datetimeFigureOut">
              <a:rPr lang="zh-CN" altLang="en-US" smtClean="0"/>
              <a:t>2026/10/19</a:t>
            </a:fld>
            <a:endParaRPr lang="zh-CN" altLang="en-US" dirty="0"/>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FABC47A4-756D-490B-A52F-7D9E2C9FC05F}" type="slidenum">
              <a:rPr lang="zh-CN" altLang="en-US" smtClean="0"/>
              <a:t>‹#›</a:t>
            </a:fld>
            <a:endParaRPr lang="zh-CN" altLang="en-US"/>
          </a:p>
        </p:txBody>
      </p:sp>
    </p:spTree>
    <p:extLst>
      <p:ext uri="{BB962C8B-B14F-4D97-AF65-F5344CB8AC3E}">
        <p14:creationId xmlns:p14="http://schemas.microsoft.com/office/powerpoint/2010/main" val="141491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725747" y="1091605"/>
            <a:ext cx="789603" cy="4358879"/>
          </a:xfrm>
        </p:spPr>
        <p:txBody>
          <a:bodyPr vert="eaVert">
            <a:normAutofit/>
          </a:bodyPr>
          <a:lstStyle>
            <a:lvl1pPr>
              <a:defRPr sz="2025"/>
            </a:lvl1pPr>
          </a:lstStyle>
          <a:p>
            <a:r>
              <a:rPr lang="zh-CN" altLang="en-US"/>
              <a:t>单击此处编辑母版标题样式</a:t>
            </a:r>
          </a:p>
        </p:txBody>
      </p:sp>
      <p:sp>
        <p:nvSpPr>
          <p:cNvPr id="3" name="竖排文字占位符 2"/>
          <p:cNvSpPr>
            <a:spLocks noGrp="1"/>
          </p:cNvSpPr>
          <p:nvPr>
            <p:ph type="body" orient="vert" idx="1"/>
            <p:custDataLst>
              <p:tags r:id="rId2"/>
            </p:custDataLst>
          </p:nvPr>
        </p:nvSpPr>
        <p:spPr>
          <a:xfrm>
            <a:off x="628650" y="1091605"/>
            <a:ext cx="6803183"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D997B5FA-0921-464F-AAE1-844C04324D75}"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7911856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401991"/>
            <a:ext cx="2057400" cy="273844"/>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28650" y="1246414"/>
            <a:ext cx="7886700" cy="416922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7860423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3293369" y="2495952"/>
            <a:ext cx="4404947" cy="994172"/>
          </a:xfrm>
        </p:spPr>
        <p:txBody>
          <a:bodyPr anchor="b">
            <a:normAutofit/>
          </a:bodyPr>
          <a:lstStyle>
            <a:lvl1pPr algn="l">
              <a:defRPr sz="3040" b="1">
                <a:solidFill>
                  <a:schemeClr val="tx1"/>
                </a:solidFill>
              </a:defRPr>
            </a:lvl1pPr>
          </a:lstStyle>
          <a:p>
            <a:r>
              <a:rPr lang="zh-CN" altLang="en-US" dirty="0"/>
              <a:t>单击此处编辑标题</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pic>
        <p:nvPicPr>
          <p:cNvPr id="6" name="图片 5"/>
          <p:cNvPicPr>
            <a:picLocks noChangeAspect="1"/>
          </p:cNvPicPr>
          <p:nvPr>
            <p:custDataLst>
              <p:tags r:id="rId5"/>
            </p:custDataLst>
          </p:nvPr>
        </p:nvPicPr>
        <p:blipFill>
          <a:blip r:embed="rId9"/>
          <a:stretch>
            <a:fillRect/>
          </a:stretch>
        </p:blipFill>
        <p:spPr>
          <a:xfrm>
            <a:off x="1901536" y="2349199"/>
            <a:ext cx="2456303" cy="2328291"/>
          </a:xfrm>
          <a:prstGeom prst="rect">
            <a:avLst/>
          </a:prstGeom>
        </p:spPr>
      </p:pic>
      <p:cxnSp>
        <p:nvCxnSpPr>
          <p:cNvPr id="7" name="直接连接符 6"/>
          <p:cNvCxnSpPr/>
          <p:nvPr>
            <p:custDataLst>
              <p:tags r:id="rId6"/>
            </p:custDataLst>
          </p:nvPr>
        </p:nvCxnSpPr>
        <p:spPr>
          <a:xfrm>
            <a:off x="3344169" y="3729639"/>
            <a:ext cx="24685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副标题 2"/>
          <p:cNvSpPr>
            <a:spLocks noGrp="1"/>
          </p:cNvSpPr>
          <p:nvPr>
            <p:ph type="subTitle" idx="1" hasCustomPrompt="1"/>
            <p:custDataLst>
              <p:tags r:id="rId7"/>
            </p:custDataLst>
          </p:nvPr>
        </p:nvSpPr>
        <p:spPr>
          <a:xfrm>
            <a:off x="3293369" y="3888337"/>
            <a:ext cx="4404947" cy="509267"/>
          </a:xfrm>
        </p:spPr>
        <p:txBody>
          <a:bodyPr>
            <a:normAutofit/>
          </a:bodyPr>
          <a:lstStyle>
            <a:lvl1pPr marL="0" indent="0" algn="l">
              <a:buNone/>
              <a:defRPr sz="1015">
                <a:solidFill>
                  <a:schemeClr val="tx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单击编辑副标题</a:t>
            </a:r>
          </a:p>
        </p:txBody>
      </p:sp>
    </p:spTree>
    <p:extLst>
      <p:ext uri="{BB962C8B-B14F-4D97-AF65-F5344CB8AC3E}">
        <p14:creationId xmlns:p14="http://schemas.microsoft.com/office/powerpoint/2010/main" val="367425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1"/>
            </p:custDataLst>
          </p:nvPr>
        </p:nvPicPr>
        <p:blipFill>
          <a:blip r:embed="rId7"/>
          <a:stretch>
            <a:fillRect/>
          </a:stretch>
        </p:blipFill>
        <p:spPr>
          <a:xfrm>
            <a:off x="48577" y="249238"/>
            <a:ext cx="1127284" cy="1068705"/>
          </a:xfrm>
          <a:prstGeom prst="rect">
            <a:avLst/>
          </a:prstGeom>
        </p:spPr>
      </p:pic>
      <p:sp>
        <p:nvSpPr>
          <p:cNvPr id="2" name="标题 1"/>
          <p:cNvSpPr>
            <a:spLocks noGrp="1"/>
          </p:cNvSpPr>
          <p:nvPr>
            <p:ph type="title"/>
            <p:custDataLst>
              <p:tags r:id="rId2"/>
            </p:custDataLst>
          </p:nvPr>
        </p:nvSpPr>
        <p:spPr>
          <a:xfrm>
            <a:off x="628650" y="530820"/>
            <a:ext cx="7886700" cy="994172"/>
          </a:xfrm>
        </p:spPr>
        <p:txBody>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4113636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10" name="图片 9"/>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961200" y="1339650"/>
            <a:ext cx="7219800" cy="542700"/>
          </a:xfrm>
        </p:spPr>
        <p:txBody>
          <a:bodyPr anchor="ctr"/>
          <a:lstStyle>
            <a:lvl1pP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6"/>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8990691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dirty="0">
              <a:sym typeface="+mn-ea"/>
            </a:endParaRPr>
          </a:p>
        </p:txBody>
      </p:sp>
      <p:pic>
        <p:nvPicPr>
          <p:cNvPr id="10" name="图片 9"/>
          <p:cNvPicPr>
            <a:picLocks noChangeAspect="1"/>
          </p:cNvPicPr>
          <p:nvPr userDrawn="1">
            <p:custDataLst>
              <p:tags r:id="rId2"/>
            </p:custDataLst>
          </p:nvPr>
        </p:nvPicPr>
        <p:blipFill>
          <a:blip r:embed="rId10"/>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anchor="ctr"/>
          <a:lstStyle>
            <a:lvl1pPr>
              <a:defRPr sz="2025"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7943538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2"/>
            </p:custDataLst>
          </p:nvPr>
        </p:nvSpPr>
        <p:spPr>
          <a:xfrm>
            <a:off x="459000" y="859500"/>
            <a:ext cx="8232300" cy="469800"/>
          </a:xfrm>
        </p:spPr>
        <p:txBody>
          <a:bodyPr anchor="ctr"/>
          <a:lstStyle>
            <a:lvl1pPr algn="ctr">
              <a:defRPr sz="2025"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59000" y="1763100"/>
            <a:ext cx="8231981" cy="621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459581" y="3236850"/>
            <a:ext cx="8224200" cy="25731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6" name="图片 5"/>
          <p:cNvPicPr>
            <a:picLocks noChangeAspect="1"/>
          </p:cNvPicPr>
          <p:nvPr userDrawn="1">
            <p:custDataLst>
              <p:tags r:id="rId8"/>
            </p:custDataLst>
          </p:nvPr>
        </p:nvPicPr>
        <p:blipFill>
          <a:blip r:embed="rId10"/>
          <a:stretch>
            <a:fillRect/>
          </a:stretch>
        </p:blipFill>
        <p:spPr>
          <a:xfrm>
            <a:off x="48577" y="249238"/>
            <a:ext cx="1127284" cy="1068705"/>
          </a:xfrm>
          <a:prstGeom prst="rect">
            <a:avLst/>
          </a:prstGeom>
        </p:spPr>
      </p:pic>
    </p:spTree>
    <p:extLst>
      <p:ext uri="{BB962C8B-B14F-4D97-AF65-F5344CB8AC3E}">
        <p14:creationId xmlns:p14="http://schemas.microsoft.com/office/powerpoint/2010/main" val="26990713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custDataLst>
              <p:tags r:id="rId1"/>
            </p:custDataLst>
          </p:nvPr>
        </p:nvPicPr>
        <p:blipFill>
          <a:blip r:embed="rId10"/>
          <a:stretch>
            <a:fillRect/>
          </a:stretch>
        </p:blipFill>
        <p:spPr>
          <a:xfrm>
            <a:off x="48577" y="249238"/>
            <a:ext cx="1127284" cy="1068705"/>
          </a:xfrm>
          <a:prstGeom prst="rect">
            <a:avLst/>
          </a:prstGeom>
        </p:spPr>
      </p:pic>
      <p:sp>
        <p:nvSpPr>
          <p:cNvPr id="8" name="矩形 7"/>
          <p:cNvSpPr/>
          <p:nvPr userDrawn="1">
            <p:custDataLst>
              <p:tags r:id="rId2"/>
            </p:custDataLst>
          </p:nvPr>
        </p:nvSpPr>
        <p:spPr>
          <a:xfrm>
            <a:off x="0" y="50292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3"/>
            </p:custDataLst>
          </p:nvPr>
        </p:nvSpPr>
        <p:spPr>
          <a:xfrm>
            <a:off x="453600" y="740250"/>
            <a:ext cx="8232300" cy="423900"/>
          </a:xfrm>
        </p:spPr>
        <p:txBody>
          <a:bodyPr anchor="ctr"/>
          <a:lstStyle>
            <a:lvl1pPr algn="ct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35975836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12"/>
          <a:stretch>
            <a:fillRect/>
          </a:stretch>
        </p:blipFill>
        <p:spPr>
          <a:xfrm>
            <a:off x="48577" y="249238"/>
            <a:ext cx="1127284" cy="1068705"/>
          </a:xfrm>
          <a:prstGeom prst="rect">
            <a:avLst/>
          </a:prstGeom>
        </p:spPr>
      </p:pic>
      <p:sp>
        <p:nvSpPr>
          <p:cNvPr id="2" name="标题 1"/>
          <p:cNvSpPr>
            <a:spLocks noGrp="1"/>
          </p:cNvSpPr>
          <p:nvPr>
            <p:ph type="title"/>
            <p:custDataLst>
              <p:tags r:id="rId3"/>
            </p:custDataLst>
          </p:nvPr>
        </p:nvSpPr>
        <p:spPr>
          <a:xfrm>
            <a:off x="434700" y="292846"/>
            <a:ext cx="8278200" cy="331473"/>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21820036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1142100" y="1637550"/>
            <a:ext cx="6858000" cy="1790100"/>
          </a:xfrm>
        </p:spPr>
        <p:txBody>
          <a:bodyPr anchor="b"/>
          <a:lstStyle>
            <a:lvl1pPr algn="ctr">
              <a:defRPr sz="3375" baseline="0">
                <a:solidFill>
                  <a:schemeClr val="tx1"/>
                </a:solidFill>
                <a:latin typeface="Arial" panose="020B0604020202020204" pitchFamily="34" charset="0"/>
                <a:ea typeface="微软雅黑" panose="020B0503020204020204" charset="-122"/>
              </a:defRPr>
            </a:lvl1pPr>
          </a:lstStyle>
          <a:p>
            <a:r>
              <a:rPr lang="zh-CN" altLang="en-US" dirty="0"/>
              <a:t>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hasCustomPrompt="1"/>
            <p:custDataLst>
              <p:tags r:id="rId7"/>
            </p:custDataLst>
          </p:nvPr>
        </p:nvSpPr>
        <p:spPr>
          <a:xfrm>
            <a:off x="1141810" y="4069800"/>
            <a:ext cx="6858000" cy="1242000"/>
          </a:xfrm>
        </p:spPr>
        <p:txBody>
          <a:bodyPr/>
          <a:lstStyle>
            <a:lvl1pPr marL="0" indent="0" algn="ctr">
              <a:buNone/>
              <a:defRPr baseline="0">
                <a:solidFill>
                  <a:schemeClr val="tx1"/>
                </a:solidFill>
                <a:latin typeface="Arial" panose="020B0604020202020204" pitchFamily="34" charset="0"/>
                <a:ea typeface="微软雅黑" panose="020B0503020204020204" charset="-122"/>
              </a:defRPr>
            </a:lvl1pPr>
          </a:lstStyle>
          <a:p>
            <a:pPr lvl="0"/>
            <a:r>
              <a:rPr lang="zh-CN" altLang="en-US" dirty="0"/>
              <a:t>编辑副标题</a:t>
            </a:r>
          </a:p>
        </p:txBody>
      </p:sp>
    </p:spTree>
    <p:extLst>
      <p:ext uri="{BB962C8B-B14F-4D97-AF65-F5344CB8AC3E}">
        <p14:creationId xmlns:p14="http://schemas.microsoft.com/office/powerpoint/2010/main" val="29599828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1048596" name="灯片编号占位符 15"/>
          <p:cNvSpPr>
            <a:spLocks noGrp="1"/>
          </p:cNvSpPr>
          <p:nvPr>
            <p:ph type="sldNum" sz="quarter" idx="12"/>
          </p:nvPr>
        </p:nvSpPr>
        <p:spPr>
          <a:xfrm>
            <a:off x="8101012" y="6405440"/>
            <a:ext cx="1042988" cy="365125"/>
          </a:xfrm>
        </p:spPr>
        <p:txBody>
          <a:bodyPr/>
          <a:lstStyle>
            <a:lvl1pPr algn="ctr">
              <a:defRPr sz="1500" b="1">
                <a:solidFill>
                  <a:schemeClr val="bg1"/>
                </a:solidFill>
              </a:defRPr>
            </a:lvl1pPr>
          </a:lstStyle>
          <a:p>
            <a:fld id="{51D91E7F-84B6-4064-9D4E-CC7D244BCA04}" type="slidenum">
              <a:rPr lang="zh-CN" altLang="en-US" smtClean="0"/>
              <a:t>‹#›</a:t>
            </a:fld>
            <a:endParaRPr lang="zh-CN" altLang="en-US" dirty="0"/>
          </a:p>
        </p:txBody>
      </p:sp>
    </p:spTree>
    <p:extLst>
      <p:ext uri="{BB962C8B-B14F-4D97-AF65-F5344CB8AC3E}">
        <p14:creationId xmlns:p14="http://schemas.microsoft.com/office/powerpoint/2010/main" val="2181195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tags" Target="../tags/tag7.xml"/><Relationship Id="rId3" Type="http://schemas.openxmlformats.org/officeDocument/2006/relationships/slideLayout" Target="../slideLayouts/slideLayout16.xml"/><Relationship Id="rId21" Type="http://schemas.openxmlformats.org/officeDocument/2006/relationships/tags" Target="../tags/tag2.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tags" Target="../tags/tag6.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tags" Target="../tags/tag5.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tags" Target="../tags/tag4.xml"/><Relationship Id="rId28" Type="http://schemas.openxmlformats.org/officeDocument/2006/relationships/image" Target="../media/image2.png"/><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tags" Target="../tags/tag3.xml"/><Relationship Id="rId27"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p:nvSpPr>
          <p:cNvPr id="3075" name="Line 3"/>
          <p:cNvSpPr>
            <a:spLocks noChangeShapeType="1"/>
          </p:cNvSpPr>
          <p:nvPr/>
        </p:nvSpPr>
        <p:spPr bwMode="ltGray">
          <a:xfrm>
            <a:off x="827405" y="798195"/>
            <a:ext cx="8077200" cy="39370"/>
          </a:xfrm>
          <a:prstGeom prst="line">
            <a:avLst/>
          </a:prstGeom>
          <a:ln w="28575"/>
        </p:spPr>
        <p:style>
          <a:lnRef idx="1">
            <a:schemeClr val="dk1"/>
          </a:lnRef>
          <a:fillRef idx="0">
            <a:schemeClr val="dk1"/>
          </a:fillRef>
          <a:effectRef idx="0">
            <a:schemeClr val="dk1"/>
          </a:effectRef>
          <a:fontRef idx="minor">
            <a:schemeClr val="tx1"/>
          </a:fontRef>
        </p:style>
        <p:txBody>
          <a:bodyPr wrap="none" anchor="ctr"/>
          <a:lstStyle/>
          <a:p>
            <a:pPr eaLnBrk="1" hangingPunct="1"/>
            <a:endParaRPr lang="zh-CN" altLang="en-US" sz="1350"/>
          </a:p>
        </p:txBody>
      </p:sp>
      <p:sp>
        <p:nvSpPr>
          <p:cNvPr id="1029" name="Rectangle 6"/>
          <p:cNvSpPr>
            <a:spLocks noGrp="1" noChangeArrowheads="1"/>
          </p:cNvSpPr>
          <p:nvPr>
            <p:ph type="title"/>
          </p:nvPr>
        </p:nvSpPr>
        <p:spPr bwMode="auto">
          <a:xfrm>
            <a:off x="628015" y="24765"/>
            <a:ext cx="816737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7"/>
          <p:cNvSpPr>
            <a:spLocks noGrp="1" noChangeArrowheads="1"/>
          </p:cNvSpPr>
          <p:nvPr>
            <p:ph type="body" idx="1"/>
          </p:nvPr>
        </p:nvSpPr>
        <p:spPr bwMode="auto">
          <a:xfrm>
            <a:off x="782320" y="927735"/>
            <a:ext cx="8173085" cy="549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0" name="Rectangle 8"/>
          <p:cNvSpPr>
            <a:spLocks noGrp="1" noChangeArrowheads="1"/>
          </p:cNvSpPr>
          <p:nvPr>
            <p:ph type="dt" sz="half" idx="2"/>
          </p:nvPr>
        </p:nvSpPr>
        <p:spPr bwMode="auto">
          <a:xfrm>
            <a:off x="899875" y="6514783"/>
            <a:ext cx="1428750" cy="3429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0" sz="1400">
                <a:ea typeface="宋体" panose="02010600030101010101" pitchFamily="2" charset="-122"/>
              </a:defRPr>
            </a:lvl1pPr>
          </a:lstStyle>
          <a:p>
            <a:endParaRPr lang="en-US" altLang="zh-CN"/>
          </a:p>
        </p:txBody>
      </p:sp>
      <p:sp>
        <p:nvSpPr>
          <p:cNvPr id="3081" name="Rectangle 9"/>
          <p:cNvSpPr>
            <a:spLocks noGrp="1" noChangeArrowheads="1"/>
          </p:cNvSpPr>
          <p:nvPr>
            <p:ph type="ftr" sz="quarter" idx="3"/>
          </p:nvPr>
        </p:nvSpPr>
        <p:spPr bwMode="auto">
          <a:xfrm>
            <a:off x="3635772" y="6524943"/>
            <a:ext cx="2171700" cy="3429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kumimoji="0" sz="1400">
                <a:ea typeface="宋体" panose="02010600030101010101" pitchFamily="2" charset="-122"/>
              </a:defRPr>
            </a:lvl1pPr>
          </a:lstStyle>
          <a:p>
            <a:endParaRPr lang="en-US" altLang="zh-CN"/>
          </a:p>
        </p:txBody>
      </p:sp>
      <p:sp>
        <p:nvSpPr>
          <p:cNvPr id="3082" name="Rectangle 10"/>
          <p:cNvSpPr>
            <a:spLocks noGrp="1" noChangeArrowheads="1"/>
          </p:cNvSpPr>
          <p:nvPr>
            <p:ph type="sldNum" sz="quarter" idx="4"/>
          </p:nvPr>
        </p:nvSpPr>
        <p:spPr bwMode="auto">
          <a:xfrm>
            <a:off x="7714933" y="6493193"/>
            <a:ext cx="1428750" cy="3429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0" sz="1400"/>
            </a:lvl1pPr>
          </a:lstStyle>
          <a:p>
            <a:fld id="{04A934A1-3A04-43B1-A4E6-8746F596F150}" type="slidenum">
              <a:rPr lang="en-US" altLang="zh-CN"/>
              <a:t>‹#›</a:t>
            </a:fld>
            <a:endParaRPr lang="en-US" altLang="zh-CN"/>
          </a:p>
        </p:txBody>
      </p:sp>
      <p:pic>
        <p:nvPicPr>
          <p:cNvPr id="1035" name="图片 12"/>
          <p:cNvPicPr>
            <a:picLocks noChangeAspect="1" noChangeArrowheads="1"/>
          </p:cNvPicPr>
          <p:nvPr userDrawn="1"/>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608" y="44212"/>
            <a:ext cx="463154" cy="46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rtl="0" eaLnBrk="0" fontAlgn="base" hangingPunct="0">
        <a:spcBef>
          <a:spcPct val="0"/>
        </a:spcBef>
        <a:spcAft>
          <a:spcPct val="0"/>
        </a:spcAft>
        <a:defRPr kumimoji="1" sz="4000" b="1">
          <a:solidFill>
            <a:schemeClr val="tx2"/>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b="1">
          <a:solidFill>
            <a:schemeClr val="tx1"/>
          </a:solidFill>
          <a:latin typeface="微软雅黑" panose="020B0503020204020204" charset="-122"/>
          <a:ea typeface="微软雅黑" panose="020B0503020204020204" charset="-122"/>
          <a:cs typeface="+mn-cs"/>
        </a:defRPr>
      </a:lvl1pPr>
      <a:lvl2pPr marL="742950" indent="-285750" algn="l" rtl="0" eaLnBrk="0" fontAlgn="base" hangingPunct="0">
        <a:spcBef>
          <a:spcPct val="20000"/>
        </a:spcBef>
        <a:spcAft>
          <a:spcPct val="0"/>
        </a:spcAft>
        <a:buChar char="–"/>
        <a:defRPr kumimoji="1" sz="2800" b="1">
          <a:solidFill>
            <a:srgbClr val="0033CC"/>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har char="•"/>
        <a:defRPr kumimoji="1" sz="2400" b="1">
          <a:solidFill>
            <a:srgbClr val="FF000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har char="–"/>
        <a:defRPr kumimoji="1" sz="2000" b="1">
          <a:solidFill>
            <a:srgbClr val="C0000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har char="»"/>
        <a:defRPr kumimoji="1" sz="2400" b="1">
          <a:solidFill>
            <a:schemeClr val="accent5">
              <a:lumMod val="50000"/>
            </a:schemeClr>
          </a:solidFill>
          <a:latin typeface="微软雅黑" panose="020B0503020204020204" charset="-122"/>
          <a:ea typeface="微软雅黑" panose="020B0503020204020204" charset="-122"/>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372110" y="0"/>
            <a:ext cx="8143240" cy="710565"/>
          </a:xfrm>
          <a:prstGeom prst="rect">
            <a:avLst/>
          </a:prstGeom>
        </p:spPr>
        <p:txBody>
          <a:bodyPr vert="horz" lIns="91440" tIns="45720" rIns="91440" bIns="45720" rtlCol="0" anchor="ctr">
            <a:norm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a:solidFill>
                  <a:schemeClr val="tx1"/>
                </a:solidFill>
                <a:latin typeface="方正粗黑宋简体" panose="02000000000000000000" charset="-122"/>
                <a:ea typeface="方正粗黑宋简体" panose="02000000000000000000" charset="-122"/>
                <a:cs typeface="+mj-cs"/>
              </a:defRPr>
            </a:lvl1pPr>
          </a:lstStyle>
          <a:p>
            <a:r>
              <a:rPr lang="zh-CN" altLang="en-US"/>
              <a:t>单击此处编辑母版标题样式</a:t>
            </a:r>
          </a:p>
        </p:txBody>
      </p:sp>
      <p:sp>
        <p:nvSpPr>
          <p:cNvPr id="3" name="文本占位符 2"/>
          <p:cNvSpPr>
            <a:spLocks noGrp="1"/>
          </p:cNvSpPr>
          <p:nvPr>
            <p:ph type="body" idx="1"/>
            <p:custDataLst>
              <p:tags r:id="rId22"/>
            </p:custDataLst>
          </p:nvPr>
        </p:nvSpPr>
        <p:spPr>
          <a:xfrm>
            <a:off x="383540" y="822325"/>
            <a:ext cx="8131810" cy="4667250"/>
          </a:xfrm>
          <a:prstGeom prst="rect">
            <a:avLst/>
          </a:prstGeom>
        </p:spPr>
        <p:txBody>
          <a:bodyPr vert="horz" lIns="91440" tIns="45720" rIns="91440" bIns="45720" rtlCol="0">
            <a:normAutofit/>
          </a:bodyPr>
          <a:lstStyle/>
          <a:p>
            <a:pPr lvl="0" algn="l">
              <a:lnSpc>
                <a:spcPct val="100000"/>
              </a:lnSpc>
              <a:spcBef>
                <a:spcPts val="600"/>
              </a:spcBef>
              <a:buClrTx/>
              <a:buSzTx/>
            </a:pPr>
            <a:r>
              <a:rPr lang="zh-CN" altLang="en-US" dirty="0"/>
              <a:t>编辑母版文本样式</a:t>
            </a:r>
          </a:p>
          <a:p>
            <a:pPr lvl="1" algn="l">
              <a:lnSpc>
                <a:spcPct val="100000"/>
              </a:lnSpc>
              <a:spcBef>
                <a:spcPts val="600"/>
              </a:spcBef>
              <a:buClrTx/>
              <a:buSzTx/>
            </a:pPr>
            <a:r>
              <a:rPr lang="zh-CN" altLang="en-US" dirty="0"/>
              <a:t>第二级</a:t>
            </a:r>
          </a:p>
          <a:p>
            <a:pPr lvl="2" algn="l">
              <a:lnSpc>
                <a:spcPct val="100000"/>
              </a:lnSpc>
              <a:spcBef>
                <a:spcPts val="600"/>
              </a:spcBef>
              <a:buClrTx/>
              <a:buSzTx/>
            </a:pPr>
            <a:r>
              <a:rPr lang="zh-CN" altLang="en-US" dirty="0"/>
              <a:t>第三级</a:t>
            </a:r>
          </a:p>
          <a:p>
            <a:pPr lvl="3" algn="l">
              <a:lnSpc>
                <a:spcPct val="100000"/>
              </a:lnSpc>
              <a:spcBef>
                <a:spcPts val="600"/>
              </a:spcBef>
              <a:buClrTx/>
              <a:buSzTx/>
            </a:pPr>
            <a:r>
              <a:rPr lang="zh-CN" altLang="en-US" dirty="0"/>
              <a:t>第四级</a:t>
            </a:r>
          </a:p>
          <a:p>
            <a:pPr lvl="4" algn="l">
              <a:lnSpc>
                <a:spcPct val="100000"/>
              </a:lnSpc>
              <a:spcBef>
                <a:spcPts val="600"/>
              </a:spcBef>
              <a:buClrTx/>
              <a:buSzTx/>
            </a:pPr>
            <a:r>
              <a:rPr lang="zh-CN" altLang="en-US" dirty="0"/>
              <a:t>第五级</a:t>
            </a:r>
          </a:p>
        </p:txBody>
      </p:sp>
      <p:sp>
        <p:nvSpPr>
          <p:cNvPr id="4" name="日期占位符 3"/>
          <p:cNvSpPr>
            <a:spLocks noGrp="1"/>
          </p:cNvSpPr>
          <p:nvPr>
            <p:ph type="dt" sz="half" idx="2"/>
            <p:custDataLst>
              <p:tags r:id="rId23"/>
            </p:custDataLst>
          </p:nvPr>
        </p:nvSpPr>
        <p:spPr>
          <a:xfrm>
            <a:off x="628650" y="5624513"/>
            <a:ext cx="2057400" cy="273844"/>
          </a:xfrm>
          <a:prstGeom prst="rect">
            <a:avLst/>
          </a:prstGeom>
        </p:spPr>
        <p:txBody>
          <a:bodyPr vert="horz" lIns="91440" tIns="45720" rIns="91440" bIns="45720" rtlCol="0" anchor="ctr">
            <a:normAutofit/>
          </a:bodyPr>
          <a:lstStyle>
            <a:lvl1pPr algn="l">
              <a:defRPr sz="675">
                <a:solidFill>
                  <a:schemeClr val="bg1">
                    <a:lumMod val="65000"/>
                  </a:schemeClr>
                </a:solidFill>
              </a:defRPr>
            </a:lvl1pPr>
          </a:lstStyle>
          <a:p>
            <a:fld id="{3B358A95-C3A6-445A-9253-6EEA2DB226D8}" type="datetimeFigureOut">
              <a:rPr lang="zh-CN" altLang="en-US" smtClean="0"/>
              <a:t>2026/10/19</a:t>
            </a:fld>
            <a:endParaRPr lang="zh-CN" altLang="en-US" dirty="0"/>
          </a:p>
        </p:txBody>
      </p:sp>
      <p:sp>
        <p:nvSpPr>
          <p:cNvPr id="5" name="页脚占位符 4"/>
          <p:cNvSpPr>
            <a:spLocks noGrp="1"/>
          </p:cNvSpPr>
          <p:nvPr>
            <p:ph type="ftr" sz="quarter" idx="3"/>
            <p:custDataLst>
              <p:tags r:id="rId24"/>
            </p:custDataLst>
          </p:nvPr>
        </p:nvSpPr>
        <p:spPr>
          <a:xfrm>
            <a:off x="3028950" y="5624513"/>
            <a:ext cx="3086100" cy="273844"/>
          </a:xfrm>
          <a:prstGeom prst="rect">
            <a:avLst/>
          </a:prstGeom>
        </p:spPr>
        <p:txBody>
          <a:bodyPr vert="horz" lIns="91440" tIns="45720" rIns="91440" bIns="45720" rtlCol="0" anchor="ctr">
            <a:normAutofit/>
          </a:bodyPr>
          <a:lstStyle>
            <a:lvl1pPr algn="ctr">
              <a:defRPr sz="675">
                <a:solidFill>
                  <a:schemeClr val="bg1">
                    <a:lumMod val="65000"/>
                  </a:schemeClr>
                </a:solidFill>
              </a:defRPr>
            </a:lvl1pPr>
          </a:lstStyle>
          <a:p>
            <a:endParaRPr lang="zh-CN" altLang="en-US"/>
          </a:p>
        </p:txBody>
      </p:sp>
      <p:sp>
        <p:nvSpPr>
          <p:cNvPr id="6" name="灯片编号占位符 5"/>
          <p:cNvSpPr>
            <a:spLocks noGrp="1"/>
          </p:cNvSpPr>
          <p:nvPr>
            <p:ph type="sldNum" sz="quarter" idx="4"/>
            <p:custDataLst>
              <p:tags r:id="rId25"/>
            </p:custDataLst>
          </p:nvPr>
        </p:nvSpPr>
        <p:spPr>
          <a:xfrm>
            <a:off x="6457950" y="5624513"/>
            <a:ext cx="2057400" cy="273844"/>
          </a:xfrm>
          <a:prstGeom prst="rect">
            <a:avLst/>
          </a:prstGeom>
        </p:spPr>
        <p:txBody>
          <a:bodyPr vert="horz" lIns="91440" tIns="45720" rIns="91440" bIns="45720" rtlCol="0" anchor="ctr">
            <a:normAutofit/>
          </a:bodyPr>
          <a:lstStyle>
            <a:lvl1pPr algn="r">
              <a:defRPr sz="675">
                <a:solidFill>
                  <a:schemeClr val="bg1">
                    <a:lumMod val="65000"/>
                  </a:schemeClr>
                </a:solidFill>
              </a:defRPr>
            </a:lvl1pPr>
          </a:lstStyle>
          <a:p>
            <a:fld id="{EB8C49CF-321A-4DB1-9C29-37DB43122813}" type="slidenum">
              <a:rPr lang="zh-CN" altLang="en-US" smtClean="0"/>
              <a:t>‹#›</a:t>
            </a:fld>
            <a:endParaRPr lang="zh-CN" altLang="en-US"/>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lt1"/>
              </a:solidFill>
            </a:endParaRPr>
          </a:p>
        </p:txBody>
      </p:sp>
      <p:pic>
        <p:nvPicPr>
          <p:cNvPr id="1035" name="图片 12"/>
          <p:cNvPicPr>
            <a:picLocks noChangeAspect="1"/>
          </p:cNvPicPr>
          <p:nvPr userDrawn="1">
            <p:custDataLst>
              <p:tags r:id="rId27"/>
            </p:custDataLst>
          </p:nvPr>
        </p:nvPicPr>
        <p:blipFill>
          <a:blip r:embed="rId28">
            <a:clrChange>
              <a:clrFrom>
                <a:srgbClr val="FFFFFF"/>
              </a:clrFrom>
              <a:clrTo>
                <a:srgbClr val="FFFFFF">
                  <a:alpha val="0"/>
                </a:srgbClr>
              </a:clrTo>
            </a:clrChange>
          </a:blip>
          <a:stretch>
            <a:fillRect/>
          </a:stretch>
        </p:blipFill>
        <p:spPr>
          <a:xfrm>
            <a:off x="8515350" y="63183"/>
            <a:ext cx="617538" cy="623887"/>
          </a:xfrm>
          <a:prstGeom prst="rect">
            <a:avLst/>
          </a:prstGeom>
          <a:noFill/>
          <a:ln w="9525">
            <a:noFill/>
          </a:ln>
        </p:spPr>
      </p:pic>
    </p:spTree>
    <p:extLst>
      <p:ext uri="{BB962C8B-B14F-4D97-AF65-F5344CB8AC3E}">
        <p14:creationId xmlns:p14="http://schemas.microsoft.com/office/powerpoint/2010/main" val="225882170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Lst>
  <p:txStyles>
    <p:titleStyle>
      <a:lvl1pPr algn="l" defTabSz="51435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128905" indent="-128270" algn="l" defTabSz="514350" rtl="0" eaLnBrk="1" latinLnBrk="0" hangingPunct="1">
        <a:lnSpc>
          <a:spcPct val="90000"/>
        </a:lnSpc>
        <a:spcBef>
          <a:spcPct val="113000"/>
        </a:spcBef>
        <a:buFont typeface="Arial" panose="020B0604020202020204" pitchFamily="34" charset="0"/>
        <a:buChar char="•"/>
        <a:defRPr sz="2800" kern="1200">
          <a:solidFill>
            <a:schemeClr val="tx1"/>
          </a:solidFill>
          <a:latin typeface="+mn-lt"/>
          <a:ea typeface="+mn-ea"/>
          <a:cs typeface="+mn-cs"/>
        </a:defRPr>
      </a:lvl1pPr>
      <a:lvl2pPr marL="38608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2pPr>
      <a:lvl3pPr marL="643255"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3pPr>
      <a:lvl4pPr marL="90043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4pPr>
      <a:lvl5pPr marL="1157605" indent="-128270" algn="l" defTabSz="514350" rtl="0" eaLnBrk="1" latinLnBrk="0" hangingPunct="1">
        <a:lnSpc>
          <a:spcPct val="90000"/>
        </a:lnSpc>
        <a:spcBef>
          <a:spcPts val="280"/>
        </a:spcBef>
        <a:buFont typeface="Arial" panose="020B0604020202020204" pitchFamily="34" charset="0"/>
        <a:buChar char="•"/>
        <a:defRPr sz="1600" kern="1200">
          <a:solidFill>
            <a:schemeClr val="tx1"/>
          </a:solidFill>
          <a:latin typeface="+mn-lt"/>
          <a:ea typeface="+mn-ea"/>
          <a:cs typeface="+mn-cs"/>
        </a:defRPr>
      </a:lvl5pPr>
      <a:lvl6pPr marL="141478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36.xml"/><Relationship Id="rId7" Type="http://schemas.openxmlformats.org/officeDocument/2006/relationships/image" Target="../media/image15.jpeg"/><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slideLayout" Target="../slideLayouts/slideLayout14.xml"/><Relationship Id="rId5" Type="http://schemas.openxmlformats.org/officeDocument/2006/relationships/tags" Target="../tags/tag138.xml"/><Relationship Id="rId4" Type="http://schemas.openxmlformats.org/officeDocument/2006/relationships/tags" Target="../tags/tag13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4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4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43.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4"/>
          <p:cNvSpPr>
            <a:spLocks noGrp="1"/>
          </p:cNvSpPr>
          <p:nvPr>
            <p:custDataLst>
              <p:tags r:id="rId2"/>
            </p:custDataLst>
          </p:nvPr>
        </p:nvSpPr>
        <p:spPr>
          <a:xfrm>
            <a:off x="689610" y="3877866"/>
            <a:ext cx="4569619" cy="277654"/>
          </a:xfrm>
          <a:prstGeom prst="rect">
            <a:avLst/>
          </a:prstGeom>
        </p:spPr>
        <p:txBody>
          <a:bodyPr vert="horz" wrap="square" lIns="0" tIns="0" rIns="0" bIns="0" rtlCol="0" anchor="t" anchorCtr="0">
            <a:normAutofit fontScale="37500" lnSpcReduction="20000"/>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1125" b="0" u="none" strike="noStrike" kern="1200" cap="none" spc="200" normalizeH="0" baseline="0">
                <a:solidFill>
                  <a:schemeClr val="tx1"/>
                </a:solidFill>
                <a:uFillTx/>
                <a:latin typeface="Arial" panose="020B0604020202020204" pitchFamily="34" charset="0"/>
                <a:ea typeface="隶书" panose="02010509060101010101" pitchFamily="49" charset="-122"/>
                <a:cs typeface="+mn-cs"/>
              </a:defRPr>
            </a:lvl1pPr>
            <a:lvl2pPr marL="257175" indent="0" algn="ctr" defTabSz="514350" rtl="0" eaLnBrk="1" fontAlgn="auto" latinLnBrk="0" hangingPunct="1">
              <a:lnSpc>
                <a:spcPct val="130000"/>
              </a:lnSpc>
              <a:spcBef>
                <a:spcPts val="0"/>
              </a:spcBef>
              <a:spcAft>
                <a:spcPts val="1000"/>
              </a:spcAft>
              <a:buFont typeface="Arial" panose="020B0604020202020204" pitchFamily="34" charset="0"/>
              <a:buNone/>
              <a:tabLst>
                <a:tab pos="905510" algn="l"/>
              </a:tabLst>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2pPr>
            <a:lvl3pPr marL="51435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3pPr>
            <a:lvl4pPr marL="771525"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4pPr>
            <a:lvl5pPr marL="102870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5pPr>
            <a:lvl6pPr marL="128587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6pPr>
            <a:lvl7pPr marL="154305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7pPr>
            <a:lvl8pPr marL="180022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8pPr>
            <a:lvl9pPr marL="205740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9pPr>
          </a:lstStyle>
          <a:p>
            <a:pPr marL="0" marR="0" lvl="0" indent="-285750" algn="l" defTabSz="914400" rtl="0" eaLnBrk="1" fontAlgn="ctr" latinLnBrk="0" hangingPunct="1">
              <a:lnSpc>
                <a:spcPct val="130000"/>
              </a:lnSpc>
              <a:spcBef>
                <a:spcPts val="1000"/>
              </a:spcBef>
              <a:spcAft>
                <a:spcPts val="0"/>
              </a:spcAft>
              <a:buClrTx/>
              <a:buSzPct val="100000"/>
              <a:buFont typeface="Wingdings" panose="05000000000000000000" charset="0"/>
              <a:buNone/>
              <a:tabLst/>
              <a:defRPr/>
            </a:pPr>
            <a:r>
              <a:rPr kumimoji="0" lang="zh-CN" altLang="en-US" sz="1000" b="0" i="0" u="none" strike="noStrike" kern="1200" cap="none" spc="200" normalizeH="0" baseline="0" noProof="0" dirty="0">
                <a:ln>
                  <a:noFill/>
                </a:ln>
                <a:solidFill>
                  <a:srgbClr val="FFFFFF"/>
                </a:solidFill>
                <a:effectLst/>
                <a:uLnTx/>
                <a:uFillTx/>
                <a:latin typeface="Arial" panose="020B0604020202020204" pitchFamily="34" charset="0"/>
                <a:ea typeface="隶书" panose="02010509060101010101" pitchFamily="49" charset="-122"/>
                <a:cs typeface="+mn-cs"/>
                <a:sym typeface="+mn-ea"/>
              </a:rPr>
              <a:t>第一讲  课程概述、文献检索与综述</a:t>
            </a:r>
          </a:p>
          <a:p>
            <a:pPr marL="0" marR="0" lvl="0" indent="-285750" algn="l" defTabSz="914400" rtl="0" eaLnBrk="1" fontAlgn="ctr" latinLnBrk="0" hangingPunct="1">
              <a:lnSpc>
                <a:spcPct val="130000"/>
              </a:lnSpc>
              <a:spcBef>
                <a:spcPts val="1000"/>
              </a:spcBef>
              <a:spcAft>
                <a:spcPts val="0"/>
              </a:spcAft>
              <a:buClrTx/>
              <a:buSzPct val="100000"/>
              <a:buFont typeface="Wingdings" panose="05000000000000000000" charset="0"/>
              <a:buNone/>
              <a:tabLst/>
              <a:defRPr/>
            </a:pPr>
            <a:r>
              <a:rPr kumimoji="0" lang="zh-CN" altLang="en-US" sz="1000" b="0" i="0" u="none" strike="noStrike" kern="1200" cap="none" spc="200" normalizeH="0" baseline="0" noProof="0" dirty="0">
                <a:ln>
                  <a:noFill/>
                </a:ln>
                <a:solidFill>
                  <a:srgbClr val="FFFFFF"/>
                </a:solidFill>
                <a:effectLst/>
                <a:uLnTx/>
                <a:uFillTx/>
                <a:latin typeface="Arial" panose="020B0604020202020204" pitchFamily="34" charset="0"/>
                <a:ea typeface="隶书" panose="02010509060101010101" pitchFamily="49" charset="-122"/>
                <a:cs typeface="+mn-cs"/>
                <a:sym typeface="+mn-ea"/>
              </a:rPr>
              <a:t>部分幻灯片素材源自：武刚  姚佰承 黄勇军 杨鍊 邬震宇</a:t>
            </a:r>
          </a:p>
        </p:txBody>
      </p:sp>
      <p:sp>
        <p:nvSpPr>
          <p:cNvPr id="4" name="副标题 3"/>
          <p:cNvSpPr>
            <a:spLocks noGrp="1"/>
          </p:cNvSpPr>
          <p:nvPr>
            <p:ph type="subTitle" idx="1"/>
            <p:custDataLst>
              <p:tags r:id="rId3"/>
            </p:custDataLst>
          </p:nvPr>
        </p:nvSpPr>
        <p:spPr>
          <a:xfrm>
            <a:off x="4016568" y="3552825"/>
            <a:ext cx="4761230" cy="1692275"/>
          </a:xfrm>
        </p:spPr>
        <p:txBody>
          <a:bodyPr>
            <a:noAutofit/>
          </a:bodyPr>
          <a:lstStyle/>
          <a:p>
            <a:pPr marL="0" lvl="0" indent="-285750" fontAlgn="ctr">
              <a:lnSpc>
                <a:spcPct val="130000"/>
              </a:lnSpc>
              <a:spcBef>
                <a:spcPts val="1000"/>
              </a:spcBef>
              <a:spcAft>
                <a:spcPts val="0"/>
              </a:spcAft>
              <a:buSzPct val="100000"/>
              <a:buFont typeface="Wingdings" panose="05000000000000000000" charset="0"/>
              <a:buNone/>
            </a:pPr>
            <a:r>
              <a:rPr lang="zh-CN" altLang="en-US" sz="2400" dirty="0">
                <a:solidFill>
                  <a:schemeClr val="lt1"/>
                </a:solidFill>
              </a:rPr>
              <a:t>巫江</a:t>
            </a:r>
            <a:endParaRPr lang="en-US" altLang="zh-CN" sz="2400" dirty="0">
              <a:solidFill>
                <a:schemeClr val="lt1"/>
              </a:solidFill>
            </a:endParaRP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电子科技大学 </a:t>
            </a: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基础与前沿研究院</a:t>
            </a:r>
            <a:endParaRPr lang="en-US" altLang="zh-CN" sz="2400" u="none" strike="noStrike" baseline="0" dirty="0">
              <a:solidFill>
                <a:schemeClr val="lt1"/>
              </a:solidFill>
              <a:uLnTx/>
              <a:uFillTx/>
            </a:endParaRPr>
          </a:p>
          <a:p>
            <a:pPr marL="0" lvl="0" indent="-285750" fontAlgn="ctr">
              <a:lnSpc>
                <a:spcPct val="130000"/>
              </a:lnSpc>
              <a:spcBef>
                <a:spcPts val="1000"/>
              </a:spcBef>
              <a:spcAft>
                <a:spcPts val="0"/>
              </a:spcAft>
              <a:buSzPct val="100000"/>
              <a:buFont typeface="Wingdings" panose="05000000000000000000" charset="0"/>
              <a:buNone/>
            </a:pPr>
            <a:r>
              <a:rPr lang="en-US" altLang="zh-CN" sz="2400" dirty="0">
                <a:solidFill>
                  <a:schemeClr val="lt1"/>
                </a:solidFill>
              </a:rPr>
              <a:t>jiangwu@uestc.edu.cn</a:t>
            </a:r>
            <a:endParaRPr lang="zh-CN" altLang="en-US" sz="2400" u="none" strike="noStrike" baseline="0" dirty="0">
              <a:solidFill>
                <a:schemeClr val="lt1"/>
              </a:solidFill>
              <a:uLnTx/>
              <a:uFillTx/>
            </a:endParaRPr>
          </a:p>
        </p:txBody>
      </p:sp>
      <p:sp>
        <p:nvSpPr>
          <p:cNvPr id="5" name="标题 4"/>
          <p:cNvSpPr>
            <a:spLocks noGrp="1"/>
          </p:cNvSpPr>
          <p:nvPr>
            <p:ph type="ctrTitle"/>
            <p:custDataLst>
              <p:tags r:id="rId4"/>
            </p:custDataLst>
          </p:nvPr>
        </p:nvSpPr>
        <p:spPr>
          <a:xfrm>
            <a:off x="3829878" y="1341120"/>
            <a:ext cx="5134610" cy="1867535"/>
          </a:xfrm>
        </p:spPr>
        <p:txBody>
          <a:bodyPr>
            <a:normAutofit fontScale="90000"/>
          </a:bodyPr>
          <a:lstStyle/>
          <a:p>
            <a:pPr marL="0" indent="0" algn="ctr">
              <a:lnSpc>
                <a:spcPct val="150000"/>
              </a:lnSpc>
              <a:spcBef>
                <a:spcPts val="0"/>
              </a:spcBef>
              <a:spcAft>
                <a:spcPts val="0"/>
              </a:spcAft>
              <a:buSzPct val="100000"/>
              <a:buNone/>
            </a:pPr>
            <a:br>
              <a:rPr lang="en-US" altLang="zh-CN" sz="3600" u="none" strike="noStrike" baseline="0" dirty="0">
                <a:solidFill>
                  <a:schemeClr val="accent1"/>
                </a:solidFill>
                <a:uLnTx/>
                <a:uFillTx/>
              </a:rPr>
            </a:br>
            <a:br>
              <a:rPr lang="en-US" altLang="zh-CN" sz="3600" u="none" strike="noStrike" baseline="0" dirty="0">
                <a:solidFill>
                  <a:schemeClr val="accent1"/>
                </a:solidFill>
                <a:uLnTx/>
                <a:uFillTx/>
              </a:rPr>
            </a:br>
            <a:r>
              <a:rPr lang="en-US" altLang="zh-CN" sz="3600" u="none" strike="noStrike" baseline="0" dirty="0">
                <a:solidFill>
                  <a:schemeClr val="accent1"/>
                </a:solidFill>
                <a:uLnTx/>
                <a:uFillTx/>
              </a:rPr>
              <a:t>《</a:t>
            </a:r>
            <a:r>
              <a:rPr lang="en-US" altLang="zh-CN" sz="3600" u="none" strike="noStrike" baseline="0" dirty="0" err="1">
                <a:solidFill>
                  <a:schemeClr val="accent1"/>
                </a:solidFill>
                <a:uLnTx/>
                <a:uFillTx/>
              </a:rPr>
              <a:t>专业写作</a:t>
            </a:r>
            <a:r>
              <a:rPr lang="zh-CN" altLang="en-US" sz="3600" u="none" strike="noStrike" baseline="0" dirty="0">
                <a:solidFill>
                  <a:schemeClr val="accent1"/>
                </a:solidFill>
                <a:uLnTx/>
                <a:uFillTx/>
              </a:rPr>
              <a:t>基础</a:t>
            </a:r>
            <a:r>
              <a:rPr lang="en-US" altLang="zh-CN" sz="3600" u="none" strike="noStrike" baseline="0" dirty="0">
                <a:solidFill>
                  <a:schemeClr val="accent1"/>
                </a:solidFill>
                <a:uLnTx/>
                <a:uFillTx/>
              </a:rPr>
              <a:t>》</a:t>
            </a:r>
            <a:br>
              <a:rPr lang="en-US" altLang="zh-CN" sz="3600" u="none" strike="noStrike" baseline="0" dirty="0">
                <a:solidFill>
                  <a:schemeClr val="accent1"/>
                </a:solidFill>
                <a:uLnTx/>
                <a:uFillTx/>
              </a:rPr>
            </a:br>
            <a:r>
              <a:rPr lang="zh-CN" altLang="en-US" u="none" strike="noStrike" baseline="0" dirty="0">
                <a:uLnTx/>
                <a:uFillTx/>
              </a:rPr>
              <a:t>第</a:t>
            </a:r>
            <a:r>
              <a:rPr lang="en-US" altLang="zh-CN" dirty="0"/>
              <a:t>5</a:t>
            </a:r>
            <a:r>
              <a:rPr lang="zh-CN" altLang="en-US" u="none" strike="noStrike" baseline="0" dirty="0">
                <a:uLnTx/>
                <a:uFillTx/>
              </a:rPr>
              <a:t>讲 范文讲解</a:t>
            </a:r>
            <a:r>
              <a:rPr lang="zh-CN" altLang="en-US" dirty="0"/>
              <a:t>与口头表达</a:t>
            </a:r>
            <a:br>
              <a:rPr lang="en-US" altLang="zh-CN" u="none" strike="noStrike" baseline="0" dirty="0">
                <a:solidFill>
                  <a:schemeClr val="accent1"/>
                </a:solidFill>
                <a:uLnTx/>
                <a:uFillTx/>
              </a:rPr>
            </a:br>
            <a:endParaRPr lang="en-US" altLang="zh-CN" sz="3600" u="none" strike="noStrike" baseline="0" dirty="0">
              <a:solidFill>
                <a:schemeClr val="accent1"/>
              </a:solidFill>
              <a:uLnTx/>
              <a:uFillTx/>
            </a:endParaRPr>
          </a:p>
        </p:txBody>
      </p:sp>
      <p:sp>
        <p:nvSpPr>
          <p:cNvPr id="6" name="文本框 5"/>
          <p:cNvSpPr txBox="1"/>
          <p:nvPr>
            <p:custDataLst>
              <p:tags r:id="rId5"/>
            </p:custDataLst>
          </p:nvPr>
        </p:nvSpPr>
        <p:spPr>
          <a:xfrm>
            <a:off x="4932045" y="116840"/>
            <a:ext cx="3964940" cy="4603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srgbClr val="FFC000">
                    <a:lumMod val="20000"/>
                    <a:lumOff val="80000"/>
                  </a:srgbClr>
                </a:solidFill>
                <a:effectLst/>
                <a:uLnTx/>
                <a:uFillTx/>
                <a:latin typeface="Times New Roman" panose="02020603050405020304" pitchFamily="18" charset="0"/>
                <a:ea typeface="宋体" panose="02010600030101010101" pitchFamily="2" charset="-122"/>
                <a:cs typeface="+mn-cs"/>
              </a:rPr>
              <a:t>2026-2027-01</a:t>
            </a:r>
            <a:r>
              <a:rPr kumimoji="0" lang="zh-CN" altLang="en-US" sz="2400" b="0" i="0" u="none" strike="noStrike" kern="1200" cap="none" spc="0" normalizeH="0" baseline="0" noProof="0" dirty="0">
                <a:ln>
                  <a:noFill/>
                </a:ln>
                <a:solidFill>
                  <a:srgbClr val="FFC000">
                    <a:lumMod val="20000"/>
                    <a:lumOff val="80000"/>
                  </a:srgbClr>
                </a:solidFill>
                <a:effectLst/>
                <a:uLnTx/>
                <a:uFillTx/>
                <a:latin typeface="Times New Roman" panose="02020603050405020304" pitchFamily="18" charset="0"/>
                <a:ea typeface="宋体" panose="02010600030101010101" pitchFamily="2" charset="-122"/>
                <a:cs typeface="+mn-cs"/>
              </a:rPr>
              <a:t>学期</a:t>
            </a:r>
          </a:p>
        </p:txBody>
      </p:sp>
      <p:sp>
        <p:nvSpPr>
          <p:cNvPr id="9" name="文本框 8">
            <a:extLst>
              <a:ext uri="{FF2B5EF4-FFF2-40B4-BE49-F238E27FC236}">
                <a16:creationId xmlns:a16="http://schemas.microsoft.com/office/drawing/2014/main" id="{AB4E61D1-F0AB-2035-E7E7-5C18B836AD97}"/>
              </a:ext>
            </a:extLst>
          </p:cNvPr>
          <p:cNvSpPr txBox="1"/>
          <p:nvPr/>
        </p:nvSpPr>
        <p:spPr>
          <a:xfrm>
            <a:off x="4200107" y="6237312"/>
            <a:ext cx="4394152"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rPr>
              <a:t>助教：周翔宇 </a:t>
            </a:r>
            <a:r>
              <a:rPr kumimoji="0" lang="en-US" altLang="zh-CN"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rPr>
              <a:t>QQ:2661829386</a:t>
            </a:r>
            <a:endParaRPr kumimoji="0" lang="zh-CN" altLang="en-US"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endParaRPr>
          </a:p>
        </p:txBody>
      </p:sp>
      <p:pic>
        <p:nvPicPr>
          <p:cNvPr id="8" name="图片 7">
            <a:extLst>
              <a:ext uri="{FF2B5EF4-FFF2-40B4-BE49-F238E27FC236}">
                <a16:creationId xmlns:a16="http://schemas.microsoft.com/office/drawing/2014/main" id="{C9249193-0A59-9C6F-F704-698C8F43187C}"/>
              </a:ext>
            </a:extLst>
          </p:cNvPr>
          <p:cNvPicPr>
            <a:picLocks noChangeAspect="1"/>
          </p:cNvPicPr>
          <p:nvPr/>
        </p:nvPicPr>
        <p:blipFill>
          <a:blip r:embed="rId7" cstate="print">
            <a:clrChange>
              <a:clrFrom>
                <a:srgbClr val="0F0E13"/>
              </a:clrFrom>
              <a:clrTo>
                <a:srgbClr val="0F0E13">
                  <a:alpha val="0"/>
                </a:srgbClr>
              </a:clrTo>
            </a:clrChange>
            <a:extLst>
              <a:ext uri="{28A0092B-C50C-407E-A947-70E740481C1C}">
                <a14:useLocalDpi xmlns:a14="http://schemas.microsoft.com/office/drawing/2010/main" val="0"/>
              </a:ext>
            </a:extLst>
          </a:blip>
          <a:stretch>
            <a:fillRect/>
          </a:stretch>
        </p:blipFill>
        <p:spPr>
          <a:xfrm>
            <a:off x="-27184" y="-13841"/>
            <a:ext cx="3857062" cy="6858000"/>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综述撰写规范研讨：常见问题</a:t>
            </a:r>
            <a:endParaRPr lang="zh-CN" altLang="en-US"/>
          </a:p>
        </p:txBody>
      </p:sp>
      <p:sp>
        <p:nvSpPr>
          <p:cNvPr id="6" name="内容占位符 5"/>
          <p:cNvSpPr>
            <a:spLocks noGrp="1"/>
          </p:cNvSpPr>
          <p:nvPr>
            <p:ph idx="1"/>
          </p:nvPr>
        </p:nvSpPr>
        <p:spPr/>
        <p:txBody>
          <a:bodyPr/>
          <a:lstStyle/>
          <a:p>
            <a:pPr lvl="0"/>
            <a:r>
              <a:rPr lang="zh-CN" altLang="en-US" sz="2740"/>
              <a:t>格式规范</a:t>
            </a:r>
          </a:p>
          <a:p>
            <a:pPr lvl="1"/>
            <a:r>
              <a:rPr lang="zh-CN" altLang="en-US" sz="2395"/>
              <a:t>节标题与下面段落分页；图与图题分页；</a:t>
            </a:r>
          </a:p>
          <a:p>
            <a:pPr lvl="1"/>
            <a:r>
              <a:rPr lang="zh-CN" altLang="en-US" sz="2395"/>
              <a:t>正文</a:t>
            </a:r>
            <a:r>
              <a:rPr lang="en-US" altLang="zh-CN" sz="2395"/>
              <a:t>/</a:t>
            </a:r>
            <a:r>
              <a:rPr lang="zh-CN" altLang="en-US" sz="2395"/>
              <a:t>图</a:t>
            </a:r>
            <a:r>
              <a:rPr lang="en-US" altLang="zh-CN" sz="2395"/>
              <a:t>/</a:t>
            </a:r>
            <a:r>
              <a:rPr lang="zh-CN" altLang="en-US" sz="2395"/>
              <a:t>表等的英文字体</a:t>
            </a:r>
          </a:p>
          <a:p>
            <a:pPr lvl="2"/>
            <a:r>
              <a:rPr lang="zh-CN" altLang="en-US" sz="2050">
                <a:solidFill>
                  <a:srgbClr val="FF0000"/>
                </a:solidFill>
              </a:rPr>
              <a:t>非</a:t>
            </a:r>
            <a:r>
              <a:rPr lang="en-US" altLang="zh-CN" sz="2050">
                <a:solidFill>
                  <a:srgbClr val="FF0000"/>
                </a:solidFill>
              </a:rPr>
              <a:t>Times New Roman</a:t>
            </a:r>
            <a:endParaRPr lang="zh-CN" altLang="en-US" sz="2050"/>
          </a:p>
          <a:p>
            <a:pPr lvl="1"/>
            <a:r>
              <a:rPr lang="zh-CN" altLang="en-US" sz="2395"/>
              <a:t>单位</a:t>
            </a:r>
            <a:r>
              <a:rPr lang="en-US" altLang="zh-CN" sz="2395"/>
              <a:t>/</a:t>
            </a:r>
            <a:r>
              <a:rPr lang="zh-CN" altLang="en-US" sz="2395"/>
              <a:t>量的标准用法</a:t>
            </a:r>
          </a:p>
          <a:p>
            <a:pPr lvl="1"/>
            <a:r>
              <a:rPr lang="zh-CN" altLang="en-US" sz="2395"/>
              <a:t>项目符号使用不规范</a:t>
            </a:r>
          </a:p>
          <a:p>
            <a:pPr lvl="2"/>
            <a:r>
              <a:rPr lang="zh-CN" altLang="en-US" sz="2050">
                <a:solidFill>
                  <a:srgbClr val="FF0000"/>
                </a:solidFill>
              </a:rPr>
              <a:t>无法与节标题区分</a:t>
            </a:r>
            <a:endParaRPr lang="zh-CN" altLang="en-US" sz="2050"/>
          </a:p>
          <a:p>
            <a:pPr lvl="1"/>
            <a:r>
              <a:rPr lang="zh-CN" altLang="en-US" sz="2395"/>
              <a:t>缩略语</a:t>
            </a:r>
          </a:p>
          <a:p>
            <a:pPr lvl="2"/>
            <a:r>
              <a:rPr lang="zh-CN" altLang="en-US" sz="2050"/>
              <a:t>首次出现英文缩写，应给出中文及英文单词全称</a:t>
            </a:r>
          </a:p>
          <a:p>
            <a:pPr lvl="1"/>
            <a:r>
              <a:rPr lang="zh-CN" altLang="en-US" sz="2395"/>
              <a:t>段落缩进</a:t>
            </a:r>
          </a:p>
          <a:p>
            <a:pPr lvl="1"/>
            <a:r>
              <a:rPr lang="zh-CN" altLang="en-US" sz="2395">
                <a:solidFill>
                  <a:srgbClr val="FF0000"/>
                </a:solidFill>
                <a:sym typeface="+mn-ea"/>
              </a:rPr>
              <a:t>参考文献格式不规范且不一致</a:t>
            </a:r>
            <a:endParaRPr lang="zh-CN" altLang="en-US" sz="2395"/>
          </a:p>
          <a:p>
            <a:pPr lvl="0"/>
            <a:r>
              <a:rPr lang="zh-CN" altLang="en-US" sz="2735"/>
              <a:t>结构与内容</a:t>
            </a:r>
          </a:p>
          <a:p>
            <a:pPr lvl="1"/>
            <a:r>
              <a:rPr lang="zh-CN" altLang="en-US" sz="2390"/>
              <a:t>评述观点不突出，总结过于简单</a:t>
            </a:r>
          </a:p>
        </p:txBody>
      </p:sp>
      <p:sp>
        <p:nvSpPr>
          <p:cNvPr id="5" name="灯片编号占位符 4"/>
          <p:cNvSpPr>
            <a:spLocks noGrp="1"/>
          </p:cNvSpPr>
          <p:nvPr>
            <p:ph type="sldNum" sz="quarter" idx="12"/>
          </p:nvPr>
        </p:nvSpPr>
        <p:spPr/>
        <p:txBody>
          <a:bodyPr/>
          <a:lstStyle/>
          <a:p>
            <a:pPr>
              <a:defRPr/>
            </a:pPr>
            <a:fld id="{2A465935-1BA4-4372-8E54-A0CC449C93FA}" type="slidenum">
              <a:rPr lang="en-US" altLang="zh-CN"/>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论文写作注意事项</a:t>
            </a:r>
            <a:r>
              <a:rPr lang="en-US" altLang="zh-CN"/>
              <a:t>(1)</a:t>
            </a:r>
          </a:p>
        </p:txBody>
      </p:sp>
      <p:pic>
        <p:nvPicPr>
          <p:cNvPr id="6" name="内容占位符 5"/>
          <p:cNvPicPr>
            <a:picLocks noGrp="1" noChangeAspect="1"/>
          </p:cNvPicPr>
          <p:nvPr>
            <p:ph sz="half" idx="1"/>
          </p:nvPr>
        </p:nvPicPr>
        <p:blipFill>
          <a:blip r:embed="rId2"/>
          <a:stretch>
            <a:fillRect/>
          </a:stretch>
        </p:blipFill>
        <p:spPr>
          <a:xfrm>
            <a:off x="1218565" y="1281430"/>
            <a:ext cx="3429000" cy="4572000"/>
          </a:xfrm>
          <a:prstGeom prst="rect">
            <a:avLst/>
          </a:prstGeom>
        </p:spPr>
      </p:pic>
      <p:pic>
        <p:nvPicPr>
          <p:cNvPr id="7" name="内容占位符 6"/>
          <p:cNvPicPr>
            <a:picLocks noGrp="1" noChangeAspect="1"/>
          </p:cNvPicPr>
          <p:nvPr>
            <p:ph sz="half" idx="2"/>
          </p:nvPr>
        </p:nvPicPr>
        <p:blipFill>
          <a:blip r:embed="rId3"/>
          <a:stretch>
            <a:fillRect/>
          </a:stretch>
        </p:blipFill>
        <p:spPr>
          <a:xfrm>
            <a:off x="5104765" y="1281430"/>
            <a:ext cx="3429000" cy="4572000"/>
          </a:xfrm>
          <a:prstGeom prst="rect">
            <a:avLst/>
          </a:prstGeom>
        </p:spPr>
      </p:pic>
      <p:sp>
        <p:nvSpPr>
          <p:cNvPr id="5" name="灯片编号占位符 4"/>
          <p:cNvSpPr>
            <a:spLocks noGrp="1"/>
          </p:cNvSpPr>
          <p:nvPr>
            <p:ph type="sldNum" sz="quarter" idx="12"/>
          </p:nvPr>
        </p:nvSpPr>
        <p:spPr/>
        <p:txBody>
          <a:bodyPr/>
          <a:lstStyle/>
          <a:p>
            <a:pPr>
              <a:defRPr/>
            </a:pPr>
            <a:fld id="{2A465935-1BA4-4372-8E54-A0CC449C93FA}" type="slidenum">
              <a:rPr lang="en-US" altLang="zh-CN"/>
              <a:t>3</a:t>
            </a:fld>
            <a:endParaRPr lang="en-US" altLang="zh-CN"/>
          </a:p>
        </p:txBody>
      </p:sp>
      <p:sp>
        <p:nvSpPr>
          <p:cNvPr id="8" name="文本框 7"/>
          <p:cNvSpPr txBox="1"/>
          <p:nvPr/>
        </p:nvSpPr>
        <p:spPr>
          <a:xfrm>
            <a:off x="1758315" y="6208395"/>
            <a:ext cx="4724400" cy="460375"/>
          </a:xfrm>
          <a:prstGeom prst="rect">
            <a:avLst/>
          </a:prstGeom>
          <a:noFill/>
        </p:spPr>
        <p:txBody>
          <a:bodyPr wrap="square" rtlCol="0">
            <a:spAutoFit/>
          </a:bodyPr>
          <a:lstStyle/>
          <a:p>
            <a:r>
              <a:rPr lang="zh-CN" altLang="en-US" sz="2400"/>
              <a:t>知乎</a:t>
            </a:r>
            <a:r>
              <a:rPr lang="en-US" altLang="zh-CN" sz="2400"/>
              <a:t>@</a:t>
            </a:r>
            <a:r>
              <a:rPr lang="zh-CN" altLang="en-US" sz="2400"/>
              <a:t>是小可爱呀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论文写作注意事项</a:t>
            </a:r>
            <a:r>
              <a:rPr lang="en-US" altLang="zh-CN">
                <a:sym typeface="+mn-ea"/>
              </a:rPr>
              <a:t>(2)</a:t>
            </a:r>
            <a:endParaRPr lang="zh-CN" altLang="en-US"/>
          </a:p>
        </p:txBody>
      </p:sp>
      <p:pic>
        <p:nvPicPr>
          <p:cNvPr id="6" name="内容占位符 5"/>
          <p:cNvPicPr>
            <a:picLocks noGrp="1" noChangeAspect="1"/>
          </p:cNvPicPr>
          <p:nvPr>
            <p:ph sz="half" idx="1"/>
          </p:nvPr>
        </p:nvPicPr>
        <p:blipFill>
          <a:blip r:embed="rId2"/>
          <a:srcRect b="57714"/>
          <a:stretch>
            <a:fillRect/>
          </a:stretch>
        </p:blipFill>
        <p:spPr>
          <a:xfrm>
            <a:off x="-107950" y="1268730"/>
            <a:ext cx="8921750" cy="5031105"/>
          </a:xfrm>
          <a:prstGeom prst="rect">
            <a:avLst/>
          </a:prstGeom>
        </p:spPr>
      </p:pic>
      <p:sp>
        <p:nvSpPr>
          <p:cNvPr id="4" name="内容占位符 3"/>
          <p:cNvSpPr>
            <a:spLocks noGrp="1"/>
          </p:cNvSpPr>
          <p:nvPr>
            <p:ph sz="half" idx="2"/>
          </p:nvPr>
        </p:nvSpPr>
        <p:spPr/>
        <p:txBody>
          <a:bodyPr/>
          <a:lstStyle/>
          <a:p>
            <a:endParaRPr lang="zh-CN" altLang="en-US"/>
          </a:p>
        </p:txBody>
      </p:sp>
      <p:sp>
        <p:nvSpPr>
          <p:cNvPr id="5" name="灯片编号占位符 4"/>
          <p:cNvSpPr>
            <a:spLocks noGrp="1"/>
          </p:cNvSpPr>
          <p:nvPr>
            <p:ph type="sldNum" sz="quarter" idx="12"/>
          </p:nvPr>
        </p:nvSpPr>
        <p:spPr/>
        <p:txBody>
          <a:bodyPr/>
          <a:lstStyle/>
          <a:p>
            <a:pPr>
              <a:defRPr/>
            </a:pPr>
            <a:fld id="{2A465935-1BA4-4372-8E54-A0CC449C93FA}" type="slidenum">
              <a:rPr lang="en-US" altLang="zh-CN"/>
              <a:t>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优秀范文赏析：摘要</a:t>
            </a:r>
          </a:p>
        </p:txBody>
      </p:sp>
      <p:sp>
        <p:nvSpPr>
          <p:cNvPr id="6" name="内容占位符 5"/>
          <p:cNvSpPr>
            <a:spLocks noGrp="1"/>
          </p:cNvSpPr>
          <p:nvPr>
            <p:ph idx="1"/>
          </p:nvPr>
        </p:nvSpPr>
        <p:spPr/>
        <p:txBody>
          <a:bodyPr/>
          <a:lstStyle/>
          <a:p>
            <a:r>
              <a:rPr lang="zh-CN" altLang="en-US"/>
              <a:t>车万翔, 窦志成, 冯岩松, 等. 大模型时代的自然语言处理: 挑战、机遇与发展. 中国科学: 信息科学, 2023, 53: 1645–1687,</a:t>
            </a:r>
            <a:r>
              <a:rPr lang="en-US" altLang="zh-CN"/>
              <a:t> </a:t>
            </a:r>
            <a:r>
              <a:rPr lang="zh-CN" altLang="en-US"/>
              <a:t>doi: 10.1360/SSI-2023-0113</a:t>
            </a:r>
          </a:p>
        </p:txBody>
      </p:sp>
      <p:sp>
        <p:nvSpPr>
          <p:cNvPr id="5" name="灯片编号占位符 4"/>
          <p:cNvSpPr>
            <a:spLocks noGrp="1"/>
          </p:cNvSpPr>
          <p:nvPr>
            <p:ph type="sldNum" sz="quarter" idx="12"/>
          </p:nvPr>
        </p:nvSpPr>
        <p:spPr/>
        <p:txBody>
          <a:bodyPr/>
          <a:lstStyle/>
          <a:p>
            <a:r>
              <a:rPr lang="en-US" altLang="zh-CN"/>
              <a:t>*</a:t>
            </a:r>
          </a:p>
        </p:txBody>
      </p:sp>
      <p:pic>
        <p:nvPicPr>
          <p:cNvPr id="7" name="图片 6"/>
          <p:cNvPicPr>
            <a:picLocks noChangeAspect="1"/>
          </p:cNvPicPr>
          <p:nvPr/>
        </p:nvPicPr>
        <p:blipFill>
          <a:blip r:embed="rId2"/>
          <a:stretch>
            <a:fillRect/>
          </a:stretch>
        </p:blipFill>
        <p:spPr>
          <a:xfrm>
            <a:off x="253365" y="2348865"/>
            <a:ext cx="8890635" cy="3464560"/>
          </a:xfrm>
          <a:prstGeom prst="rect">
            <a:avLst/>
          </a:prstGeom>
        </p:spPr>
      </p:pic>
      <p:sp>
        <p:nvSpPr>
          <p:cNvPr id="8" name="文本框 7"/>
          <p:cNvSpPr txBox="1"/>
          <p:nvPr/>
        </p:nvSpPr>
        <p:spPr>
          <a:xfrm>
            <a:off x="1043305" y="5949315"/>
            <a:ext cx="8070215" cy="627380"/>
          </a:xfrm>
          <a:prstGeom prst="rect">
            <a:avLst/>
          </a:prstGeom>
          <a:noFill/>
        </p:spPr>
        <p:txBody>
          <a:bodyPr wrap="square" rtlCol="0" anchor="t">
            <a:noAutofit/>
          </a:bodyPr>
          <a:lstStyle/>
          <a:p>
            <a:r>
              <a:rPr lang="zh-CN" altLang="en-US" sz="2400"/>
              <a:t>https://www.sciengine.com/SSI/doi/10.1360/SSI-2023-0113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优秀范文赏析：结构</a:t>
            </a:r>
            <a:endParaRPr lang="zh-CN" altLang="en-US"/>
          </a:p>
        </p:txBody>
      </p:sp>
      <p:sp>
        <p:nvSpPr>
          <p:cNvPr id="3" name="内容占位符 2"/>
          <p:cNvSpPr>
            <a:spLocks noGrp="1"/>
          </p:cNvSpPr>
          <p:nvPr>
            <p:ph idx="1"/>
          </p:nvPr>
        </p:nvSpPr>
        <p:spPr/>
        <p:txBody>
          <a:bodyPr/>
          <a:lstStyle/>
          <a:p>
            <a:r>
              <a:rPr lang="zh-CN" altLang="en-US"/>
              <a:t>1 引言</a:t>
            </a:r>
          </a:p>
          <a:p>
            <a:r>
              <a:rPr lang="zh-CN" altLang="en-US"/>
              <a:t>2 背景知识</a:t>
            </a:r>
          </a:p>
          <a:p>
            <a:pPr lvl="1"/>
            <a:r>
              <a:rPr lang="zh-CN" altLang="en-US"/>
              <a:t>2.1 自然语言处理</a:t>
            </a:r>
          </a:p>
          <a:p>
            <a:pPr lvl="1"/>
            <a:r>
              <a:rPr lang="zh-CN" altLang="en-US"/>
              <a:t>2.2 大规模预训练语言模型</a:t>
            </a:r>
          </a:p>
          <a:p>
            <a:pPr lvl="1"/>
            <a:r>
              <a:rPr lang="zh-CN" altLang="en-US"/>
              <a:t>2.3 ChatGPT 与 GPT-4</a:t>
            </a:r>
          </a:p>
          <a:p>
            <a:pPr lvl="0"/>
            <a:r>
              <a:rPr lang="zh-CN" altLang="en-US"/>
              <a:t>3 大模型时代的自然语言处理核心任务</a:t>
            </a:r>
          </a:p>
          <a:p>
            <a:pPr lvl="1"/>
            <a:r>
              <a:rPr lang="zh-CN" altLang="en-US"/>
              <a:t>3.1 文本分类</a:t>
            </a:r>
          </a:p>
          <a:p>
            <a:pPr lvl="2"/>
            <a:r>
              <a:rPr lang="zh-CN" altLang="en-US"/>
              <a:t>3.1.1 文本分类及其主流方法</a:t>
            </a:r>
          </a:p>
          <a:p>
            <a:pPr lvl="2"/>
            <a:r>
              <a:rPr lang="zh-CN" altLang="en-US"/>
              <a:t>3.1.2 大模型时代的文本分类</a:t>
            </a:r>
          </a:p>
          <a:p>
            <a:pPr lvl="1"/>
            <a:r>
              <a:rPr lang="zh-CN" altLang="en-US"/>
              <a:t>3.2 结构化预测</a:t>
            </a:r>
          </a:p>
          <a:p>
            <a:pPr lvl="2"/>
            <a:r>
              <a:rPr lang="zh-CN" altLang="en-US"/>
              <a:t>3.2.1 结构化预测任务服务于应用型下游任务</a:t>
            </a:r>
          </a:p>
          <a:p>
            <a:pPr lvl="2"/>
            <a:r>
              <a:rPr lang="zh-CN" altLang="en-US"/>
              <a:t>3.2.2 结构化预测任务在预训练时代的变化</a:t>
            </a:r>
          </a:p>
          <a:p>
            <a:pPr lvl="2"/>
            <a:r>
              <a:rPr lang="zh-CN" altLang="en-US"/>
              <a:t>3.2.3 结构化预测任务对于 ChatGPT 的作用</a:t>
            </a:r>
          </a:p>
          <a:p>
            <a:pPr lvl="1"/>
            <a:r>
              <a:rPr lang="zh-CN" altLang="en-US"/>
              <a:t>3.3 语义分析</a:t>
            </a:r>
          </a:p>
          <a:p>
            <a:pPr lvl="2"/>
            <a:r>
              <a:rPr lang="zh-CN" altLang="en-US"/>
              <a:t>3.3.1 语义分析及其典型范式</a:t>
            </a:r>
          </a:p>
          <a:p>
            <a:pPr lvl="2"/>
            <a:r>
              <a:rPr lang="zh-CN" altLang="en-US"/>
              <a:t>3.3.2 大模型背景下的语义分析</a:t>
            </a:r>
          </a:p>
        </p:txBody>
      </p:sp>
      <p:sp>
        <p:nvSpPr>
          <p:cNvPr id="4" name="灯片编号占位符 3"/>
          <p:cNvSpPr>
            <a:spLocks noGrp="1"/>
          </p:cNvSpPr>
          <p:nvPr>
            <p:ph type="sldNum" sz="quarter" idx="12"/>
          </p:nvPr>
        </p:nvSpPr>
        <p:spPr/>
        <p:txBody>
          <a:bodyPr/>
          <a:lstStyle/>
          <a:p>
            <a:pPr>
              <a:defRPr/>
            </a:pPr>
            <a:fld id="{62F95C48-84FC-489C-B9E6-C94E191701E7}" type="slidenum">
              <a:rPr lang="en-US" altLang="zh-CN"/>
              <a:t>6</a:t>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优秀范文赏析：结构（</a:t>
            </a:r>
            <a:r>
              <a:rPr lang="en-US" altLang="zh-CN">
                <a:sym typeface="+mn-ea"/>
              </a:rPr>
              <a:t>2</a:t>
            </a:r>
            <a:r>
              <a:rPr lang="zh-CN" altLang="en-US">
                <a:sym typeface="+mn-ea"/>
              </a:rPr>
              <a:t>）</a:t>
            </a:r>
            <a:endParaRPr lang="zh-CN" altLang="en-US"/>
          </a:p>
        </p:txBody>
      </p:sp>
      <p:sp>
        <p:nvSpPr>
          <p:cNvPr id="3" name="内容占位符 2"/>
          <p:cNvSpPr>
            <a:spLocks noGrp="1"/>
          </p:cNvSpPr>
          <p:nvPr>
            <p:ph idx="1"/>
          </p:nvPr>
        </p:nvSpPr>
        <p:spPr/>
        <p:txBody>
          <a:bodyPr/>
          <a:lstStyle/>
          <a:p>
            <a:pPr lvl="1"/>
            <a:r>
              <a:rPr lang="zh-CN" altLang="en-US"/>
              <a:t>3.4 知识图谱与文本信息抽取</a:t>
            </a:r>
          </a:p>
          <a:p>
            <a:pPr lvl="2"/>
            <a:r>
              <a:rPr lang="zh-CN" altLang="en-US"/>
              <a:t>3.4.1 知识图谱与文本信息抽取的任务和特点</a:t>
            </a:r>
          </a:p>
          <a:p>
            <a:pPr lvl="2"/>
            <a:r>
              <a:rPr lang="zh-CN" altLang="en-US"/>
              <a:t>3.4.2 ChatGPT 对于知识图谱和文本信息抽取的影响</a:t>
            </a:r>
          </a:p>
          <a:p>
            <a:pPr lvl="1"/>
            <a:r>
              <a:rPr lang="zh-CN" altLang="en-US"/>
              <a:t>3.5 情感计算</a:t>
            </a:r>
          </a:p>
          <a:p>
            <a:pPr lvl="2"/>
            <a:r>
              <a:rPr lang="zh-CN" altLang="en-US"/>
              <a:t>3.5.1 情感计算的经典方法</a:t>
            </a:r>
          </a:p>
          <a:p>
            <a:pPr lvl="2"/>
            <a:r>
              <a:rPr lang="zh-CN" altLang="en-US"/>
              <a:t>3.5.2 大模型时代的情感计算</a:t>
            </a:r>
          </a:p>
          <a:p>
            <a:pPr lvl="1"/>
            <a:r>
              <a:rPr lang="zh-CN" altLang="en-US"/>
              <a:t>3.6 文本生成</a:t>
            </a:r>
          </a:p>
          <a:p>
            <a:pPr lvl="2"/>
            <a:r>
              <a:rPr lang="zh-CN" altLang="en-US"/>
              <a:t>3.6.1 文本生成及其主流方法</a:t>
            </a:r>
          </a:p>
          <a:p>
            <a:pPr lvl="2"/>
            <a:r>
              <a:rPr lang="zh-CN" altLang="en-US"/>
              <a:t>3.6.2 大模型时代的文本生成</a:t>
            </a:r>
          </a:p>
          <a:p>
            <a:pPr lvl="1"/>
            <a:r>
              <a:rPr lang="zh-CN" altLang="en-US"/>
              <a:t>3.7 自动文摘</a:t>
            </a:r>
          </a:p>
          <a:p>
            <a:pPr lvl="2"/>
            <a:r>
              <a:rPr lang="zh-CN" altLang="en-US"/>
              <a:t>3.7.1 自动文摘及其分类</a:t>
            </a:r>
          </a:p>
          <a:p>
            <a:pPr lvl="2"/>
            <a:r>
              <a:rPr lang="zh-CN" altLang="en-US"/>
              <a:t>3.7.2 ChatGPT背景下的自动文摘</a:t>
            </a:r>
          </a:p>
          <a:p>
            <a:pPr lvl="1"/>
            <a:r>
              <a:rPr lang="zh-CN" altLang="en-US"/>
              <a:t>3.8 机器翻译</a:t>
            </a:r>
          </a:p>
          <a:p>
            <a:pPr lvl="1"/>
            <a:r>
              <a:rPr lang="zh-CN" altLang="en-US"/>
              <a:t>3.9 对话系统</a:t>
            </a:r>
          </a:p>
          <a:p>
            <a:pPr lvl="1"/>
            <a:r>
              <a:rPr lang="zh-CN" altLang="en-US"/>
              <a:t>3.10 信息检索</a:t>
            </a:r>
          </a:p>
          <a:p>
            <a:pPr lvl="1"/>
            <a:r>
              <a:rPr lang="zh-CN" altLang="en-US"/>
              <a:t>3.11 自动问答</a:t>
            </a:r>
          </a:p>
          <a:p>
            <a:pPr lvl="1"/>
            <a:r>
              <a:rPr lang="zh-CN" altLang="en-US"/>
              <a:t>3.12 小结</a:t>
            </a:r>
          </a:p>
        </p:txBody>
      </p:sp>
      <p:sp>
        <p:nvSpPr>
          <p:cNvPr id="4" name="灯片编号占位符 3"/>
          <p:cNvSpPr>
            <a:spLocks noGrp="1"/>
          </p:cNvSpPr>
          <p:nvPr>
            <p:ph type="sldNum" sz="quarter" idx="12"/>
          </p:nvPr>
        </p:nvSpPr>
        <p:spPr/>
        <p:txBody>
          <a:bodyPr/>
          <a:lstStyle/>
          <a:p>
            <a:pPr>
              <a:defRPr/>
            </a:pPr>
            <a:fld id="{62F95C48-84FC-489C-B9E6-C94E191701E7}" type="slidenum">
              <a:rPr lang="en-US" altLang="zh-CN"/>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优秀范文赏析：结构（</a:t>
            </a:r>
            <a:r>
              <a:rPr lang="en-US" altLang="zh-CN">
                <a:sym typeface="+mn-ea"/>
              </a:rPr>
              <a:t>3</a:t>
            </a:r>
            <a:r>
              <a:rPr lang="zh-CN" altLang="en-US">
                <a:sym typeface="+mn-ea"/>
              </a:rPr>
              <a:t>）</a:t>
            </a:r>
            <a:endParaRPr lang="zh-CN" altLang="en-US"/>
          </a:p>
        </p:txBody>
      </p:sp>
      <p:sp>
        <p:nvSpPr>
          <p:cNvPr id="3" name="内容占位符 2"/>
          <p:cNvSpPr>
            <a:spLocks noGrp="1"/>
          </p:cNvSpPr>
          <p:nvPr>
            <p:ph idx="1"/>
          </p:nvPr>
        </p:nvSpPr>
        <p:spPr/>
        <p:txBody>
          <a:bodyPr/>
          <a:lstStyle/>
          <a:p>
            <a:r>
              <a:rPr lang="zh-CN" altLang="en-US" sz="1800"/>
              <a:t>4 大模型时代的自然语言处理共性问题</a:t>
            </a:r>
          </a:p>
          <a:p>
            <a:pPr lvl="1"/>
            <a:r>
              <a:rPr lang="zh-CN" altLang="en-US" sz="1600"/>
              <a:t>4.1 模型分析和可解释性</a:t>
            </a:r>
          </a:p>
          <a:p>
            <a:pPr lvl="1"/>
            <a:r>
              <a:rPr lang="zh-CN" altLang="en-US" sz="1600"/>
              <a:t>4.2 伦理问题与安全性</a:t>
            </a:r>
          </a:p>
          <a:p>
            <a:pPr lvl="1"/>
            <a:r>
              <a:rPr lang="zh-CN" altLang="en-US" sz="1600"/>
              <a:t>4.3 大模型的信息准确性</a:t>
            </a:r>
          </a:p>
          <a:p>
            <a:pPr lvl="1"/>
            <a:r>
              <a:rPr lang="zh-CN" altLang="en-US" sz="1600"/>
              <a:t>4.4 计算成本和能源消耗</a:t>
            </a:r>
          </a:p>
          <a:p>
            <a:pPr lvl="1"/>
            <a:r>
              <a:rPr lang="zh-CN" altLang="en-US" sz="1600"/>
              <a:t>4.5 数据资源与模型评价</a:t>
            </a:r>
          </a:p>
          <a:p>
            <a:pPr lvl="2"/>
            <a:r>
              <a:rPr lang="zh-CN" altLang="en-US" sz="1400"/>
              <a:t>4.5.1 大模型的数据资源</a:t>
            </a:r>
          </a:p>
          <a:p>
            <a:pPr lvl="2"/>
            <a:r>
              <a:rPr lang="zh-CN" altLang="en-US" sz="1400"/>
              <a:t>4.5.2 模型评价</a:t>
            </a:r>
          </a:p>
          <a:p>
            <a:r>
              <a:rPr lang="zh-CN" altLang="en-US" sz="1800"/>
              <a:t>5 讨论</a:t>
            </a:r>
          </a:p>
          <a:p>
            <a:pPr lvl="1"/>
            <a:r>
              <a:rPr lang="zh-CN" altLang="en-US" sz="1600"/>
              <a:t>5.1 进一步提升大模型的内在能力</a:t>
            </a:r>
          </a:p>
          <a:p>
            <a:pPr lvl="2"/>
            <a:r>
              <a:rPr lang="zh-CN" altLang="en-US" sz="1400"/>
              <a:t>5.1.1 规模提升</a:t>
            </a:r>
          </a:p>
          <a:p>
            <a:pPr lvl="2"/>
            <a:r>
              <a:rPr lang="zh-CN" altLang="en-US" sz="1400"/>
              <a:t>5.1.2 学习方法</a:t>
            </a:r>
          </a:p>
          <a:p>
            <a:pPr lvl="2"/>
            <a:r>
              <a:rPr lang="zh-CN" altLang="en-US" sz="1400"/>
              <a:t>5.1.3 用户建模与个性化</a:t>
            </a:r>
          </a:p>
          <a:p>
            <a:pPr lvl="1"/>
            <a:r>
              <a:rPr lang="zh-CN" altLang="en-US" sz="1600"/>
              <a:t>5.2 工具学习</a:t>
            </a:r>
          </a:p>
          <a:p>
            <a:pPr lvl="2"/>
            <a:r>
              <a:rPr lang="zh-CN" altLang="en-US" sz="1400"/>
              <a:t>5.2.1 工具学习的必要性</a:t>
            </a:r>
          </a:p>
          <a:p>
            <a:pPr lvl="2"/>
            <a:r>
              <a:rPr lang="zh-CN" altLang="en-US" sz="1400"/>
              <a:t>5.2.2 工具学习的研究现状及未来发展趋势</a:t>
            </a:r>
          </a:p>
          <a:p>
            <a:pPr lvl="1"/>
            <a:r>
              <a:rPr lang="zh-CN" altLang="en-US" sz="1600"/>
              <a:t>5.3 多模态与具身智能</a:t>
            </a:r>
          </a:p>
          <a:p>
            <a:pPr lvl="1"/>
            <a:r>
              <a:rPr lang="zh-CN" altLang="en-US" sz="1600"/>
              <a:t>5.4 基于大模型的自然语言处理新应用</a:t>
            </a:r>
          </a:p>
          <a:p>
            <a:r>
              <a:rPr lang="zh-CN" altLang="en-US" sz="1800"/>
              <a:t>6 总结与展望</a:t>
            </a:r>
          </a:p>
          <a:p>
            <a:endParaRPr lang="zh-CN" altLang="en-US" sz="1800"/>
          </a:p>
        </p:txBody>
      </p:sp>
      <p:sp>
        <p:nvSpPr>
          <p:cNvPr id="4" name="灯片编号占位符 3"/>
          <p:cNvSpPr>
            <a:spLocks noGrp="1"/>
          </p:cNvSpPr>
          <p:nvPr>
            <p:ph type="sldNum" sz="quarter" idx="12"/>
          </p:nvPr>
        </p:nvSpPr>
        <p:spPr/>
        <p:txBody>
          <a:bodyPr/>
          <a:lstStyle/>
          <a:p>
            <a:pPr>
              <a:defRPr/>
            </a:pPr>
            <a:fld id="{62F95C48-84FC-489C-B9E6-C94E191701E7}" type="slidenum">
              <a:rPr lang="en-US" altLang="zh-CN"/>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优秀范文赏析：表达</a:t>
            </a:r>
            <a:endParaRPr lang="zh-CN" altLang="en-US"/>
          </a:p>
        </p:txBody>
      </p:sp>
      <p:sp>
        <p:nvSpPr>
          <p:cNvPr id="3" name="内容占位符 2"/>
          <p:cNvSpPr>
            <a:spLocks noGrp="1"/>
          </p:cNvSpPr>
          <p:nvPr>
            <p:ph idx="1"/>
          </p:nvPr>
        </p:nvSpPr>
        <p:spPr/>
        <p:txBody>
          <a:bodyPr/>
          <a:lstStyle/>
          <a:p>
            <a:r>
              <a:rPr lang="zh-CN" altLang="en-US"/>
              <a:t>6 总结与展望</a:t>
            </a:r>
          </a:p>
          <a:p>
            <a:pPr lvl="1"/>
            <a:r>
              <a:rPr lang="zh-CN" altLang="en-US"/>
              <a:t>综上所述, ChatGPT等大型语言模型, 对传统自然语言处理核心任务产生了巨大的冲击和影响. 这些核心任务普遍遵循监督学习范式, 需要针对特定任务, 给定监督数据, 设计和定制机器学习和深度学习模型. 相比之下, 利用ChatGPT完成自然语言处理任务, 不仅能在少样本、 零样本场景下接近乃至达到传统监督学习方法的性能指标, 且具有较强的领域泛化性.</a:t>
            </a:r>
          </a:p>
          <a:p>
            <a:pPr lvl="1"/>
            <a:r>
              <a:rPr lang="zh-CN" altLang="en-US"/>
              <a:t>虽然如此, 面对大型语言模型所带来的冲击, 研究者们完全无需产生“自然语言处理已经不存在了”等悲观情绪. 首先, ChatGPT等对话式大模型, 并非横空出世, 而是沿着神经语言模型的发展路线, 利用海量算力, 基于大规模高质量文本数据所实现的大型全注意力模型. 未来研究者们能够将大模型作为研究方法和手段, 更能够学习, 借鉴生成式无监督预训练、多任务学习、上下文学习、指令遵循、思维链、 基于人类反馈的强化学习等大型语言模型的特点和优势, 进一步提升自然语言核心任务的能力.</a:t>
            </a:r>
          </a:p>
        </p:txBody>
      </p:sp>
      <p:sp>
        <p:nvSpPr>
          <p:cNvPr id="4" name="灯片编号占位符 3"/>
          <p:cNvSpPr>
            <a:spLocks noGrp="1"/>
          </p:cNvSpPr>
          <p:nvPr>
            <p:ph type="sldNum" sz="quarter" idx="12"/>
          </p:nvPr>
        </p:nvSpPr>
        <p:spPr/>
        <p:txBody>
          <a:bodyPr/>
          <a:lstStyle/>
          <a:p>
            <a:pPr>
              <a:defRPr/>
            </a:pPr>
            <a:fld id="{62F95C48-84FC-489C-B9E6-C94E191701E7}" type="slidenum">
              <a:rPr lang="en-US" altLang="zh-CN"/>
              <a:t>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优秀范文赏析：表达（</a:t>
            </a:r>
            <a:r>
              <a:rPr lang="en-US" altLang="zh-CN">
                <a:sym typeface="+mn-ea"/>
              </a:rPr>
              <a:t>2</a:t>
            </a:r>
            <a:r>
              <a:rPr lang="zh-CN" altLang="en-US">
                <a:sym typeface="+mn-ea"/>
              </a:rPr>
              <a:t>）</a:t>
            </a:r>
            <a:endParaRPr lang="zh-CN" altLang="en-US"/>
          </a:p>
        </p:txBody>
      </p:sp>
      <p:sp>
        <p:nvSpPr>
          <p:cNvPr id="3" name="内容占位符 2"/>
          <p:cNvSpPr>
            <a:spLocks noGrp="1"/>
          </p:cNvSpPr>
          <p:nvPr>
            <p:ph idx="1"/>
          </p:nvPr>
        </p:nvSpPr>
        <p:spPr/>
        <p:txBody>
          <a:bodyPr/>
          <a:lstStyle/>
          <a:p>
            <a:r>
              <a:rPr lang="zh-CN" altLang="en-US" sz="2000"/>
              <a:t>6 总结与展望（续）</a:t>
            </a:r>
          </a:p>
          <a:p>
            <a:pPr lvl="1"/>
            <a:r>
              <a:rPr lang="zh-CN" altLang="en-US" sz="1800"/>
              <a:t>大模型为自然语言处理带来了架构通用化、任务统一化、能力按需化、模型定制化等变化趋势. 今后在各种自然语言理解和生成任务的主流架构和范式逐渐统一的情况下, 一方面, 各种自然语言处理任务有望进一步得到整合, 以增强自然语言处理模型的通用性, 减少重复性工作; 另一方面, 基于大模型的强大基础能力, 针对具体任务进行按需适配、数据增强、模型压缩与轻量化、跨模态和多模态融合, 加强自然语言处理模型方法的可控性、可配性、领域适应性、多样性、个性化和交互能力, 将进一步拓展自然语言处理的应用场景.</a:t>
            </a:r>
          </a:p>
          <a:p>
            <a:pPr lvl="1"/>
            <a:r>
              <a:rPr lang="zh-CN" altLang="en-US" sz="1800"/>
              <a:t>大模型时代的自然语言处理, 存在算法模型的可解释性、公平性、安全性、可靠性、能耗、 数据质量和评价等一些共性问题, 这些问题也是妨碍大模型能力提升和服务质量的主要因素. 未来, 针对模型分析和可解释性、伦理问题与安全性、信息准确性、计算成本与能源消耗、 数据资源和模型评价等各种自然语言处理共性问题的研究将越来越深入.</a:t>
            </a:r>
          </a:p>
          <a:p>
            <a:pPr lvl="1"/>
            <a:r>
              <a:rPr lang="zh-CN" altLang="en-US" sz="1800"/>
              <a:t>自然语言处理是人工智能的重要组成部分, 是人工智能从感知智能上升到认知智能的主要手段. ChatGPT的出现, 已经打开了通向通用人工智能的大门. 未来, 以大模型作为基座, 利用工具学习、多模态融合、 具身智能拓展其感知、计算、推理、交互和控制能力, 自然语言处理技术将进一步助力通用人工智能的发展, 促进各行各业的生产力进步, 更好地为人类社会服务.</a:t>
            </a:r>
          </a:p>
        </p:txBody>
      </p:sp>
      <p:sp>
        <p:nvSpPr>
          <p:cNvPr id="4" name="灯片编号占位符 3"/>
          <p:cNvSpPr>
            <a:spLocks noGrp="1"/>
          </p:cNvSpPr>
          <p:nvPr>
            <p:ph type="sldNum" sz="quarter" idx="12"/>
          </p:nvPr>
        </p:nvSpPr>
        <p:spPr/>
        <p:txBody>
          <a:bodyPr/>
          <a:lstStyle/>
          <a:p>
            <a:pPr>
              <a:defRPr/>
            </a:pPr>
            <a:fld id="{62F95C48-84FC-489C-B9E6-C94E191701E7}" type="slidenum">
              <a:rPr lang="en-US" altLang="zh-CN"/>
              <a:t>10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习作评讲</a:t>
            </a:r>
          </a:p>
        </p:txBody>
      </p:sp>
      <p:sp>
        <p:nvSpPr>
          <p:cNvPr id="3" name="内容占位符 2"/>
          <p:cNvSpPr>
            <a:spLocks noGrp="1"/>
          </p:cNvSpPr>
          <p:nvPr>
            <p:ph idx="1"/>
          </p:nvPr>
        </p:nvSpPr>
        <p:spPr/>
        <p:txBody>
          <a:bodyPr/>
          <a:lstStyle/>
          <a:p>
            <a:r>
              <a:rPr lang="zh-CN" altLang="en-US"/>
              <a:t>题目与摘要</a:t>
            </a:r>
          </a:p>
        </p:txBody>
      </p:sp>
      <p:sp>
        <p:nvSpPr>
          <p:cNvPr id="4" name="灯片编号占位符 3"/>
          <p:cNvSpPr>
            <a:spLocks noGrp="1"/>
          </p:cNvSpPr>
          <p:nvPr>
            <p:ph type="sldNum" sz="quarter" idx="12"/>
          </p:nvPr>
        </p:nvSpPr>
        <p:spPr/>
        <p:txBody>
          <a:bodyPr/>
          <a:lstStyle/>
          <a:p>
            <a:fld id="{F5B3F876-A004-4157-8DFA-8947287857F1}" type="slidenum">
              <a:rPr lang="en-US" altLang="zh-CN"/>
              <a:t>11</a:t>
            </a:fld>
            <a:endParaRPr lang="en-US" altLang="zh-CN"/>
          </a:p>
        </p:txBody>
      </p:sp>
      <p:pic>
        <p:nvPicPr>
          <p:cNvPr id="11" name="图片 10">
            <a:extLst>
              <a:ext uri="{FF2B5EF4-FFF2-40B4-BE49-F238E27FC236}">
                <a16:creationId xmlns:a16="http://schemas.microsoft.com/office/drawing/2014/main" id="{ED6C27B4-EF5B-81AA-6F6A-B64B4FCBC946}"/>
              </a:ext>
            </a:extLst>
          </p:cNvPr>
          <p:cNvPicPr>
            <a:picLocks noChangeAspect="1"/>
          </p:cNvPicPr>
          <p:nvPr/>
        </p:nvPicPr>
        <p:blipFill>
          <a:blip r:embed="rId2"/>
          <a:stretch>
            <a:fillRect/>
          </a:stretch>
        </p:blipFill>
        <p:spPr>
          <a:xfrm>
            <a:off x="1200994" y="1413368"/>
            <a:ext cx="7180951" cy="532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习作评讲</a:t>
            </a:r>
            <a:endParaRPr lang="zh-CN" altLang="en-US"/>
          </a:p>
        </p:txBody>
      </p:sp>
      <p:sp>
        <p:nvSpPr>
          <p:cNvPr id="3" name="内容占位符 2"/>
          <p:cNvSpPr>
            <a:spLocks noGrp="1"/>
          </p:cNvSpPr>
          <p:nvPr>
            <p:ph idx="1"/>
          </p:nvPr>
        </p:nvSpPr>
        <p:spPr/>
        <p:txBody>
          <a:bodyPr/>
          <a:lstStyle/>
          <a:p>
            <a:r>
              <a:rPr lang="zh-CN" altLang="en-US"/>
              <a:t>正文</a:t>
            </a:r>
          </a:p>
        </p:txBody>
      </p:sp>
      <p:sp>
        <p:nvSpPr>
          <p:cNvPr id="4" name="灯片编号占位符 3"/>
          <p:cNvSpPr>
            <a:spLocks noGrp="1"/>
          </p:cNvSpPr>
          <p:nvPr>
            <p:ph type="sldNum" sz="quarter" idx="12"/>
          </p:nvPr>
        </p:nvSpPr>
        <p:spPr/>
        <p:txBody>
          <a:bodyPr/>
          <a:lstStyle/>
          <a:p>
            <a:fld id="{F5B3F876-A004-4157-8DFA-8947287857F1}" type="slidenum">
              <a:rPr lang="en-US" altLang="zh-CN"/>
              <a:t>12</a:t>
            </a:fld>
            <a:endParaRPr lang="en-US" altLang="zh-CN"/>
          </a:p>
        </p:txBody>
      </p:sp>
      <p:pic>
        <p:nvPicPr>
          <p:cNvPr id="8" name="图片 7">
            <a:extLst>
              <a:ext uri="{FF2B5EF4-FFF2-40B4-BE49-F238E27FC236}">
                <a16:creationId xmlns:a16="http://schemas.microsoft.com/office/drawing/2014/main" id="{E1898AE7-017E-E91C-F017-D2D8E833F6D4}"/>
              </a:ext>
            </a:extLst>
          </p:cNvPr>
          <p:cNvPicPr>
            <a:picLocks noChangeAspect="1"/>
          </p:cNvPicPr>
          <p:nvPr/>
        </p:nvPicPr>
        <p:blipFill>
          <a:blip r:embed="rId2"/>
          <a:stretch>
            <a:fillRect/>
          </a:stretch>
        </p:blipFill>
        <p:spPr>
          <a:xfrm>
            <a:off x="751143" y="1556792"/>
            <a:ext cx="7791462" cy="478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540A-E598-0FD9-6A9B-A89B0A20A68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190C577-403B-D328-12C5-49046E122357}"/>
              </a:ext>
            </a:extLst>
          </p:cNvPr>
          <p:cNvSpPr>
            <a:spLocks noGrp="1"/>
          </p:cNvSpPr>
          <p:nvPr>
            <p:ph type="title"/>
          </p:nvPr>
        </p:nvSpPr>
        <p:spPr/>
        <p:txBody>
          <a:bodyPr/>
          <a:lstStyle/>
          <a:p>
            <a:r>
              <a:rPr lang="zh-CN" altLang="en-US">
                <a:sym typeface="+mn-ea"/>
              </a:rPr>
              <a:t>习作评讲</a:t>
            </a:r>
            <a:endParaRPr lang="zh-CN" altLang="en-US"/>
          </a:p>
        </p:txBody>
      </p:sp>
      <p:sp>
        <p:nvSpPr>
          <p:cNvPr id="3" name="内容占位符 2">
            <a:extLst>
              <a:ext uri="{FF2B5EF4-FFF2-40B4-BE49-F238E27FC236}">
                <a16:creationId xmlns:a16="http://schemas.microsoft.com/office/drawing/2014/main" id="{28B0C2D0-11AF-0379-F89B-6D7D6363EABC}"/>
              </a:ext>
            </a:extLst>
          </p:cNvPr>
          <p:cNvSpPr>
            <a:spLocks noGrp="1"/>
          </p:cNvSpPr>
          <p:nvPr>
            <p:ph idx="1"/>
          </p:nvPr>
        </p:nvSpPr>
        <p:spPr/>
        <p:txBody>
          <a:bodyPr/>
          <a:lstStyle/>
          <a:p>
            <a:r>
              <a:rPr lang="zh-CN" altLang="en-US"/>
              <a:t>正文</a:t>
            </a:r>
          </a:p>
        </p:txBody>
      </p:sp>
      <p:sp>
        <p:nvSpPr>
          <p:cNvPr id="4" name="灯片编号占位符 3">
            <a:extLst>
              <a:ext uri="{FF2B5EF4-FFF2-40B4-BE49-F238E27FC236}">
                <a16:creationId xmlns:a16="http://schemas.microsoft.com/office/drawing/2014/main" id="{60BA272B-65CC-29D7-1318-10B419B38B5D}"/>
              </a:ext>
            </a:extLst>
          </p:cNvPr>
          <p:cNvSpPr>
            <a:spLocks noGrp="1"/>
          </p:cNvSpPr>
          <p:nvPr>
            <p:ph type="sldNum" sz="quarter" idx="12"/>
          </p:nvPr>
        </p:nvSpPr>
        <p:spPr/>
        <p:txBody>
          <a:bodyPr/>
          <a:lstStyle/>
          <a:p>
            <a:fld id="{F5B3F876-A004-4157-8DFA-8947287857F1}" type="slidenum">
              <a:rPr lang="en-US" altLang="zh-CN"/>
              <a:t>13</a:t>
            </a:fld>
            <a:endParaRPr lang="en-US" altLang="zh-CN"/>
          </a:p>
        </p:txBody>
      </p:sp>
      <p:pic>
        <p:nvPicPr>
          <p:cNvPr id="6" name="图片 5">
            <a:extLst>
              <a:ext uri="{FF2B5EF4-FFF2-40B4-BE49-F238E27FC236}">
                <a16:creationId xmlns:a16="http://schemas.microsoft.com/office/drawing/2014/main" id="{E113D02D-5869-B1B3-8928-EF33733449C7}"/>
              </a:ext>
            </a:extLst>
          </p:cNvPr>
          <p:cNvPicPr>
            <a:picLocks noChangeAspect="1"/>
          </p:cNvPicPr>
          <p:nvPr/>
        </p:nvPicPr>
        <p:blipFill>
          <a:blip r:embed="rId2"/>
          <a:stretch>
            <a:fillRect/>
          </a:stretch>
        </p:blipFill>
        <p:spPr>
          <a:xfrm>
            <a:off x="899592" y="1484784"/>
            <a:ext cx="3672000" cy="5124729"/>
          </a:xfrm>
          <a:prstGeom prst="rect">
            <a:avLst/>
          </a:prstGeom>
        </p:spPr>
      </p:pic>
      <p:pic>
        <p:nvPicPr>
          <p:cNvPr id="9" name="图片 8">
            <a:extLst>
              <a:ext uri="{FF2B5EF4-FFF2-40B4-BE49-F238E27FC236}">
                <a16:creationId xmlns:a16="http://schemas.microsoft.com/office/drawing/2014/main" id="{EBBC6A8D-CB3B-0046-5894-F7BB6B5A6E65}"/>
              </a:ext>
            </a:extLst>
          </p:cNvPr>
          <p:cNvPicPr>
            <a:picLocks noChangeAspect="1"/>
          </p:cNvPicPr>
          <p:nvPr/>
        </p:nvPicPr>
        <p:blipFill>
          <a:blip r:embed="rId3"/>
          <a:stretch>
            <a:fillRect/>
          </a:stretch>
        </p:blipFill>
        <p:spPr>
          <a:xfrm>
            <a:off x="4846739" y="1479526"/>
            <a:ext cx="3694205" cy="5126400"/>
          </a:xfrm>
          <a:prstGeom prst="rect">
            <a:avLst/>
          </a:prstGeom>
        </p:spPr>
      </p:pic>
    </p:spTree>
    <p:extLst>
      <p:ext uri="{BB962C8B-B14F-4D97-AF65-F5344CB8AC3E}">
        <p14:creationId xmlns:p14="http://schemas.microsoft.com/office/powerpoint/2010/main" val="3947536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DFE41-F350-F964-B71D-BE35F208531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63D550-3EE5-C3A6-A795-26C7193D28F1}"/>
              </a:ext>
            </a:extLst>
          </p:cNvPr>
          <p:cNvSpPr>
            <a:spLocks noGrp="1"/>
          </p:cNvSpPr>
          <p:nvPr>
            <p:ph type="title"/>
          </p:nvPr>
        </p:nvSpPr>
        <p:spPr/>
        <p:txBody>
          <a:bodyPr/>
          <a:lstStyle/>
          <a:p>
            <a:r>
              <a:rPr lang="zh-CN" altLang="en-US">
                <a:sym typeface="+mn-ea"/>
              </a:rPr>
              <a:t>习作评讲</a:t>
            </a:r>
            <a:endParaRPr lang="zh-CN" altLang="en-US"/>
          </a:p>
        </p:txBody>
      </p:sp>
      <p:sp>
        <p:nvSpPr>
          <p:cNvPr id="3" name="内容占位符 2">
            <a:extLst>
              <a:ext uri="{FF2B5EF4-FFF2-40B4-BE49-F238E27FC236}">
                <a16:creationId xmlns:a16="http://schemas.microsoft.com/office/drawing/2014/main" id="{9EC2D71F-FDB0-4453-C120-A3F3BF0804EC}"/>
              </a:ext>
            </a:extLst>
          </p:cNvPr>
          <p:cNvSpPr>
            <a:spLocks noGrp="1"/>
          </p:cNvSpPr>
          <p:nvPr>
            <p:ph idx="1"/>
          </p:nvPr>
        </p:nvSpPr>
        <p:spPr/>
        <p:txBody>
          <a:bodyPr/>
          <a:lstStyle/>
          <a:p>
            <a:r>
              <a:rPr lang="zh-CN" altLang="en-US"/>
              <a:t>正文</a:t>
            </a:r>
          </a:p>
        </p:txBody>
      </p:sp>
      <p:sp>
        <p:nvSpPr>
          <p:cNvPr id="4" name="灯片编号占位符 3">
            <a:extLst>
              <a:ext uri="{FF2B5EF4-FFF2-40B4-BE49-F238E27FC236}">
                <a16:creationId xmlns:a16="http://schemas.microsoft.com/office/drawing/2014/main" id="{0681D906-A643-1250-218C-55DBEA77A901}"/>
              </a:ext>
            </a:extLst>
          </p:cNvPr>
          <p:cNvSpPr>
            <a:spLocks noGrp="1"/>
          </p:cNvSpPr>
          <p:nvPr>
            <p:ph type="sldNum" sz="quarter" idx="12"/>
          </p:nvPr>
        </p:nvSpPr>
        <p:spPr/>
        <p:txBody>
          <a:bodyPr/>
          <a:lstStyle/>
          <a:p>
            <a:fld id="{F5B3F876-A004-4157-8DFA-8947287857F1}" type="slidenum">
              <a:rPr lang="en-US" altLang="zh-CN"/>
              <a:t>14</a:t>
            </a:fld>
            <a:endParaRPr lang="en-US" altLang="zh-CN"/>
          </a:p>
        </p:txBody>
      </p:sp>
      <p:pic>
        <p:nvPicPr>
          <p:cNvPr id="7" name="图片 6">
            <a:extLst>
              <a:ext uri="{FF2B5EF4-FFF2-40B4-BE49-F238E27FC236}">
                <a16:creationId xmlns:a16="http://schemas.microsoft.com/office/drawing/2014/main" id="{ECCEBC42-3952-F718-FE9B-C69F99DE5F14}"/>
              </a:ext>
            </a:extLst>
          </p:cNvPr>
          <p:cNvPicPr>
            <a:picLocks noChangeAspect="1"/>
          </p:cNvPicPr>
          <p:nvPr/>
        </p:nvPicPr>
        <p:blipFill>
          <a:blip r:embed="rId2"/>
          <a:stretch>
            <a:fillRect/>
          </a:stretch>
        </p:blipFill>
        <p:spPr>
          <a:xfrm>
            <a:off x="748204" y="1449352"/>
            <a:ext cx="3700175" cy="5184000"/>
          </a:xfrm>
          <a:prstGeom prst="rect">
            <a:avLst/>
          </a:prstGeom>
        </p:spPr>
      </p:pic>
      <p:pic>
        <p:nvPicPr>
          <p:cNvPr id="10" name="图片 9">
            <a:extLst>
              <a:ext uri="{FF2B5EF4-FFF2-40B4-BE49-F238E27FC236}">
                <a16:creationId xmlns:a16="http://schemas.microsoft.com/office/drawing/2014/main" id="{142E9E76-21E2-5F61-BF2E-ED00A443759C}"/>
              </a:ext>
            </a:extLst>
          </p:cNvPr>
          <p:cNvPicPr>
            <a:picLocks noChangeAspect="1"/>
          </p:cNvPicPr>
          <p:nvPr/>
        </p:nvPicPr>
        <p:blipFill>
          <a:blip r:embed="rId3"/>
          <a:stretch>
            <a:fillRect/>
          </a:stretch>
        </p:blipFill>
        <p:spPr>
          <a:xfrm>
            <a:off x="4853256" y="1415851"/>
            <a:ext cx="3740901" cy="5184000"/>
          </a:xfrm>
          <a:prstGeom prst="rect">
            <a:avLst/>
          </a:prstGeom>
        </p:spPr>
      </p:pic>
    </p:spTree>
    <p:extLst>
      <p:ext uri="{BB962C8B-B14F-4D97-AF65-F5344CB8AC3E}">
        <p14:creationId xmlns:p14="http://schemas.microsoft.com/office/powerpoint/2010/main" val="3187330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F6786-DCA9-342A-B2B4-60FB8EFA51A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7F3D715-B5FE-D280-1AA2-D89E403D55ED}"/>
              </a:ext>
            </a:extLst>
          </p:cNvPr>
          <p:cNvSpPr>
            <a:spLocks noGrp="1"/>
          </p:cNvSpPr>
          <p:nvPr>
            <p:ph type="title"/>
          </p:nvPr>
        </p:nvSpPr>
        <p:spPr/>
        <p:txBody>
          <a:bodyPr/>
          <a:lstStyle/>
          <a:p>
            <a:r>
              <a:rPr lang="zh-CN" altLang="en-US">
                <a:sym typeface="+mn-ea"/>
              </a:rPr>
              <a:t>习作评讲</a:t>
            </a:r>
            <a:endParaRPr lang="zh-CN" altLang="en-US"/>
          </a:p>
        </p:txBody>
      </p:sp>
      <p:sp>
        <p:nvSpPr>
          <p:cNvPr id="3" name="内容占位符 2">
            <a:extLst>
              <a:ext uri="{FF2B5EF4-FFF2-40B4-BE49-F238E27FC236}">
                <a16:creationId xmlns:a16="http://schemas.microsoft.com/office/drawing/2014/main" id="{96B7053F-1FB0-0A6C-011F-50D4820A88C2}"/>
              </a:ext>
            </a:extLst>
          </p:cNvPr>
          <p:cNvSpPr>
            <a:spLocks noGrp="1"/>
          </p:cNvSpPr>
          <p:nvPr>
            <p:ph idx="1"/>
          </p:nvPr>
        </p:nvSpPr>
        <p:spPr/>
        <p:txBody>
          <a:bodyPr/>
          <a:lstStyle/>
          <a:p>
            <a:r>
              <a:rPr lang="zh-CN" altLang="en-US"/>
              <a:t>正文</a:t>
            </a:r>
          </a:p>
        </p:txBody>
      </p:sp>
      <p:sp>
        <p:nvSpPr>
          <p:cNvPr id="4" name="灯片编号占位符 3">
            <a:extLst>
              <a:ext uri="{FF2B5EF4-FFF2-40B4-BE49-F238E27FC236}">
                <a16:creationId xmlns:a16="http://schemas.microsoft.com/office/drawing/2014/main" id="{21890C90-47F6-57FD-C6F9-46CAAFADE982}"/>
              </a:ext>
            </a:extLst>
          </p:cNvPr>
          <p:cNvSpPr>
            <a:spLocks noGrp="1"/>
          </p:cNvSpPr>
          <p:nvPr>
            <p:ph type="sldNum" sz="quarter" idx="12"/>
          </p:nvPr>
        </p:nvSpPr>
        <p:spPr/>
        <p:txBody>
          <a:bodyPr/>
          <a:lstStyle/>
          <a:p>
            <a:fld id="{F5B3F876-A004-4157-8DFA-8947287857F1}" type="slidenum">
              <a:rPr lang="en-US" altLang="zh-CN"/>
              <a:t>15</a:t>
            </a:fld>
            <a:endParaRPr lang="en-US" altLang="zh-CN"/>
          </a:p>
        </p:txBody>
      </p:sp>
      <p:pic>
        <p:nvPicPr>
          <p:cNvPr id="6" name="图片 5">
            <a:extLst>
              <a:ext uri="{FF2B5EF4-FFF2-40B4-BE49-F238E27FC236}">
                <a16:creationId xmlns:a16="http://schemas.microsoft.com/office/drawing/2014/main" id="{B21D344F-98B7-386C-74AD-DA9545430336}"/>
              </a:ext>
            </a:extLst>
          </p:cNvPr>
          <p:cNvPicPr>
            <a:picLocks noChangeAspect="1"/>
          </p:cNvPicPr>
          <p:nvPr/>
        </p:nvPicPr>
        <p:blipFill>
          <a:blip r:embed="rId2"/>
          <a:stretch>
            <a:fillRect/>
          </a:stretch>
        </p:blipFill>
        <p:spPr>
          <a:xfrm>
            <a:off x="677423" y="1521368"/>
            <a:ext cx="3903764" cy="5220000"/>
          </a:xfrm>
          <a:prstGeom prst="rect">
            <a:avLst/>
          </a:prstGeom>
        </p:spPr>
      </p:pic>
      <p:pic>
        <p:nvPicPr>
          <p:cNvPr id="9" name="图片 8">
            <a:extLst>
              <a:ext uri="{FF2B5EF4-FFF2-40B4-BE49-F238E27FC236}">
                <a16:creationId xmlns:a16="http://schemas.microsoft.com/office/drawing/2014/main" id="{0EAD3A8F-6AC2-CD31-D82C-D5CBFAD39183}"/>
              </a:ext>
            </a:extLst>
          </p:cNvPr>
          <p:cNvPicPr>
            <a:picLocks noChangeAspect="1"/>
          </p:cNvPicPr>
          <p:nvPr/>
        </p:nvPicPr>
        <p:blipFill>
          <a:blip r:embed="rId3"/>
          <a:stretch>
            <a:fillRect/>
          </a:stretch>
        </p:blipFill>
        <p:spPr>
          <a:xfrm>
            <a:off x="4853887" y="1521368"/>
            <a:ext cx="3822569" cy="5220000"/>
          </a:xfrm>
          <a:prstGeom prst="rect">
            <a:avLst/>
          </a:prstGeom>
        </p:spPr>
      </p:pic>
    </p:spTree>
    <p:extLst>
      <p:ext uri="{BB962C8B-B14F-4D97-AF65-F5344CB8AC3E}">
        <p14:creationId xmlns:p14="http://schemas.microsoft.com/office/powerpoint/2010/main" val="231052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a:sym typeface="+mn-ea"/>
              </a:rPr>
              <a:t>习作评讲</a:t>
            </a:r>
            <a:endParaRPr lang="zh-CN" altLang="en-US"/>
          </a:p>
        </p:txBody>
      </p:sp>
      <p:sp>
        <p:nvSpPr>
          <p:cNvPr id="3" name="内容占位符 2"/>
          <p:cNvSpPr>
            <a:spLocks noGrp="1"/>
          </p:cNvSpPr>
          <p:nvPr>
            <p:ph idx="1"/>
          </p:nvPr>
        </p:nvSpPr>
        <p:spPr/>
        <p:txBody>
          <a:bodyPr/>
          <a:lstStyle/>
          <a:p>
            <a:r>
              <a:rPr lang="zh-CN" altLang="en-US"/>
              <a:t>参考文献</a:t>
            </a:r>
          </a:p>
        </p:txBody>
      </p:sp>
      <p:sp>
        <p:nvSpPr>
          <p:cNvPr id="4" name="灯片编号占位符 3"/>
          <p:cNvSpPr>
            <a:spLocks noGrp="1"/>
          </p:cNvSpPr>
          <p:nvPr>
            <p:ph type="sldNum" sz="quarter" idx="12"/>
          </p:nvPr>
        </p:nvSpPr>
        <p:spPr/>
        <p:txBody>
          <a:bodyPr/>
          <a:lstStyle/>
          <a:p>
            <a:fld id="{F5B3F876-A004-4157-8DFA-8947287857F1}" type="slidenum">
              <a:rPr lang="en-US" altLang="zh-CN"/>
              <a:t>16</a:t>
            </a:fld>
            <a:endParaRPr lang="en-US" altLang="zh-CN"/>
          </a:p>
        </p:txBody>
      </p:sp>
      <p:pic>
        <p:nvPicPr>
          <p:cNvPr id="7" name="图片 6">
            <a:extLst>
              <a:ext uri="{FF2B5EF4-FFF2-40B4-BE49-F238E27FC236}">
                <a16:creationId xmlns:a16="http://schemas.microsoft.com/office/drawing/2014/main" id="{6A9AA25D-EAB2-7435-CA31-124B57856939}"/>
              </a:ext>
            </a:extLst>
          </p:cNvPr>
          <p:cNvPicPr>
            <a:picLocks noChangeAspect="1"/>
          </p:cNvPicPr>
          <p:nvPr/>
        </p:nvPicPr>
        <p:blipFill>
          <a:blip r:embed="rId2"/>
          <a:stretch>
            <a:fillRect/>
          </a:stretch>
        </p:blipFill>
        <p:spPr>
          <a:xfrm>
            <a:off x="899592" y="1556792"/>
            <a:ext cx="4348515" cy="504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习作评讲</a:t>
            </a:r>
            <a:endParaRPr lang="zh-CN" altLang="en-US"/>
          </a:p>
        </p:txBody>
      </p:sp>
      <p:sp>
        <p:nvSpPr>
          <p:cNvPr id="3" name="内容占位符 2"/>
          <p:cNvSpPr>
            <a:spLocks noGrp="1"/>
          </p:cNvSpPr>
          <p:nvPr>
            <p:ph idx="1"/>
          </p:nvPr>
        </p:nvSpPr>
        <p:spPr/>
        <p:txBody>
          <a:bodyPr/>
          <a:lstStyle/>
          <a:p>
            <a:r>
              <a:rPr lang="zh-CN" altLang="en-US"/>
              <a:t>图</a:t>
            </a:r>
          </a:p>
        </p:txBody>
      </p:sp>
      <p:sp>
        <p:nvSpPr>
          <p:cNvPr id="4" name="灯片编号占位符 3"/>
          <p:cNvSpPr>
            <a:spLocks noGrp="1"/>
          </p:cNvSpPr>
          <p:nvPr>
            <p:ph type="sldNum" sz="quarter" idx="12"/>
          </p:nvPr>
        </p:nvSpPr>
        <p:spPr/>
        <p:txBody>
          <a:bodyPr/>
          <a:lstStyle/>
          <a:p>
            <a:fld id="{F5B3F876-A004-4157-8DFA-8947287857F1}" type="slidenum">
              <a:rPr lang="en-US" altLang="zh-CN"/>
              <a:t>17</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习作评讲（第</a:t>
            </a:r>
            <a:r>
              <a:rPr lang="en-US" altLang="zh-CN">
                <a:sym typeface="+mn-ea"/>
              </a:rPr>
              <a:t>5</a:t>
            </a:r>
            <a:r>
              <a:rPr lang="zh-CN" altLang="en-US">
                <a:sym typeface="+mn-ea"/>
              </a:rPr>
              <a:t>组）</a:t>
            </a:r>
            <a:endParaRPr lang="zh-CN" altLang="en-US"/>
          </a:p>
        </p:txBody>
      </p:sp>
      <p:sp>
        <p:nvSpPr>
          <p:cNvPr id="4" name="灯片编号占位符 3"/>
          <p:cNvSpPr>
            <a:spLocks noGrp="1"/>
          </p:cNvSpPr>
          <p:nvPr>
            <p:ph type="sldNum" sz="quarter" idx="12"/>
          </p:nvPr>
        </p:nvSpPr>
        <p:spPr/>
        <p:txBody>
          <a:bodyPr/>
          <a:lstStyle/>
          <a:p>
            <a:fld id="{F5B3F876-A004-4157-8DFA-8947287857F1}" type="slidenum">
              <a:rPr lang="en-US" altLang="zh-CN"/>
              <a:t>18</a:t>
            </a:fld>
            <a:endParaRPr lang="en-US" altLang="zh-CN"/>
          </a:p>
        </p:txBody>
      </p:sp>
      <p:sp>
        <p:nvSpPr>
          <p:cNvPr id="6" name="内容占位符 5"/>
          <p:cNvSpPr>
            <a:spLocks noGrp="1"/>
          </p:cNvSpPr>
          <p:nvPr>
            <p:ph idx="1"/>
          </p:nvPr>
        </p:nvSpPr>
        <p:spPr/>
        <p:txBody>
          <a:bodyPr/>
          <a:lstStyle/>
          <a:p>
            <a:r>
              <a:rPr lang="zh-CN" altLang="en-US"/>
              <a:t>结论与摘要的区别是什么？</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en-US" altLang="zh-CN"/>
              <a:t>*</a:t>
            </a:r>
          </a:p>
        </p:txBody>
      </p:sp>
      <p:sp>
        <p:nvSpPr>
          <p:cNvPr id="9" name="Rectangle 2"/>
          <p:cNvSpPr>
            <a:spLocks noGrp="1" noChangeArrowheads="1"/>
          </p:cNvSpPr>
          <p:nvPr>
            <p:ph type="title"/>
          </p:nvPr>
        </p:nvSpPr>
        <p:spPr/>
        <p:txBody>
          <a:bodyPr/>
          <a:lstStyle/>
          <a:p>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sym typeface="+mn-ea"/>
              </a:rPr>
              <a:t>面向口头表达的写作</a:t>
            </a:r>
            <a:endParaRPr lang="zh-CN" altLang="en-US" dirty="0">
              <a:effectLst>
                <a:outerShdw blurRad="38100" dist="38100" dir="2700000" algn="tl">
                  <a:srgbClr val="000000"/>
                </a:outerShdw>
              </a:effectLst>
            </a:endParaRPr>
          </a:p>
        </p:txBody>
      </p:sp>
      <p:sp>
        <p:nvSpPr>
          <p:cNvPr id="6148" name="矩形 10"/>
          <p:cNvSpPr>
            <a:spLocks noChangeArrowheads="1"/>
          </p:cNvSpPr>
          <p:nvPr/>
        </p:nvSpPr>
        <p:spPr bwMode="auto">
          <a:xfrm>
            <a:off x="755650" y="908050"/>
            <a:ext cx="863441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Aft>
                <a:spcPts val="600"/>
              </a:spcAft>
              <a:buFont typeface="Wingdings" panose="05000000000000000000" pitchFamily="2" charset="2"/>
              <a:buChar char="l"/>
            </a:pPr>
            <a:r>
              <a:rPr kumimoji="0" lang="zh-CN" altLang="en-US" sz="2800" b="1" dirty="0">
                <a:solidFill>
                  <a:srgbClr val="000000"/>
                </a:solidFill>
                <a:latin typeface="Calibri" panose="020F0502020204030204" pitchFamily="34" charset="0"/>
                <a:ea typeface="等线" panose="02010600030101010101" pitchFamily="2" charset="-122"/>
              </a:rPr>
              <a:t>口头表达：</a:t>
            </a:r>
            <a:r>
              <a:rPr kumimoji="0" lang="zh-CN" altLang="en-US" sz="2800" b="1" dirty="0">
                <a:solidFill>
                  <a:srgbClr val="FF0000"/>
                </a:solidFill>
                <a:latin typeface="Calibri" panose="020F0502020204030204" pitchFamily="34" charset="0"/>
                <a:ea typeface="等线" panose="02010600030101010101" pitchFamily="2" charset="-122"/>
              </a:rPr>
              <a:t>如何定义口头表达呢？如何练好呢？</a:t>
            </a:r>
            <a:endParaRPr kumimoji="0" lang="en-US" altLang="zh-CN" sz="2800" b="1" dirty="0">
              <a:solidFill>
                <a:srgbClr val="FF0000"/>
              </a:solidFill>
              <a:latin typeface="Calibri" panose="020F0502020204030204" pitchFamily="34" charset="0"/>
              <a:ea typeface="等线" panose="02010600030101010101" pitchFamily="2" charset="-122"/>
            </a:endParaRPr>
          </a:p>
        </p:txBody>
      </p:sp>
      <p:sp>
        <p:nvSpPr>
          <p:cNvPr id="12" name="矩形 11"/>
          <p:cNvSpPr/>
          <p:nvPr/>
        </p:nvSpPr>
        <p:spPr>
          <a:xfrm>
            <a:off x="1229995" y="1484313"/>
            <a:ext cx="7913688" cy="1152525"/>
          </a:xfrm>
          <a:prstGeom prst="rect">
            <a:avLst/>
          </a:prstGeom>
          <a:solidFill>
            <a:srgbClr val="0070C0"/>
          </a:solidFill>
          <a:ln w="12700" cap="flat" cmpd="sng" algn="ctr">
            <a:noFill/>
            <a:prstDash val="solid"/>
            <a:miter lim="800000"/>
          </a:ln>
          <a:effectLst/>
        </p:spPr>
        <p:txBody>
          <a:bodyPr anchor="ctr"/>
          <a:lstStyle/>
          <a:p>
            <a:pPr defTabSz="457200" eaLnBrk="1" fontAlgn="auto" hangingPunct="1">
              <a:spcBef>
                <a:spcPts val="0"/>
              </a:spcBef>
              <a:spcAft>
                <a:spcPts val="0"/>
              </a:spcAft>
              <a:defRPr/>
            </a:pPr>
            <a:r>
              <a:rPr kumimoji="0" lang="zh-CN" altLang="en-US" sz="2400" kern="0" dirty="0">
                <a:solidFill>
                  <a:prstClr val="white"/>
                </a:solidFill>
                <a:latin typeface="华文楷体" panose="02010600040101010101" pitchFamily="2" charset="-122"/>
                <a:ea typeface="华文楷体" panose="02010600040101010101" pitchFamily="2" charset="-122"/>
              </a:rPr>
              <a:t>专业的口头表达是一种高层次的艺术。</a:t>
            </a:r>
            <a:endParaRPr kumimoji="0" lang="en-US" altLang="zh-CN" sz="2400" kern="0" dirty="0">
              <a:solidFill>
                <a:prstClr val="white"/>
              </a:solidFill>
              <a:latin typeface="华文楷体" panose="02010600040101010101" pitchFamily="2" charset="-122"/>
              <a:ea typeface="华文楷体" panose="02010600040101010101" pitchFamily="2" charset="-122"/>
            </a:endParaRPr>
          </a:p>
          <a:p>
            <a:pPr defTabSz="457200" eaLnBrk="1" fontAlgn="auto" hangingPunct="1">
              <a:spcBef>
                <a:spcPts val="0"/>
              </a:spcBef>
              <a:spcAft>
                <a:spcPts val="0"/>
              </a:spcAft>
              <a:defRPr/>
            </a:pPr>
            <a:r>
              <a:rPr kumimoji="0" lang="zh-CN" altLang="en-US" sz="2400" kern="0" dirty="0">
                <a:solidFill>
                  <a:prstClr val="white"/>
                </a:solidFill>
                <a:latin typeface="华文楷体" panose="02010600040101010101" pitchFamily="2" charset="-122"/>
                <a:ea typeface="华文楷体" panose="02010600040101010101" pitchFamily="2" charset="-122"/>
                <a:sym typeface="+mn-ea"/>
              </a:rPr>
              <a:t>一个好的口头表达是</a:t>
            </a:r>
            <a:r>
              <a:rPr kumimoji="0" lang="zh-CN" altLang="en-US" sz="2400" kern="0" dirty="0">
                <a:solidFill>
                  <a:prstClr val="white"/>
                </a:solidFill>
                <a:latin typeface="华文楷体" panose="02010600040101010101" pitchFamily="2" charset="-122"/>
                <a:ea typeface="华文楷体" panose="02010600040101010101" pitchFamily="2" charset="-122"/>
              </a:rPr>
              <a:t>建立在写作的基础之上，没有好的写作功底，讲不出好报告，更难以凝练而让人印象深刻。</a:t>
            </a:r>
          </a:p>
        </p:txBody>
      </p:sp>
      <p:pic>
        <p:nvPicPr>
          <p:cNvPr id="6150" name="图片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6980" y="2694305"/>
            <a:ext cx="1907540" cy="232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矩形 15"/>
          <p:cNvSpPr>
            <a:spLocks noChangeArrowheads="1"/>
          </p:cNvSpPr>
          <p:nvPr/>
        </p:nvSpPr>
        <p:spPr bwMode="auto">
          <a:xfrm>
            <a:off x="3131820" y="2781300"/>
            <a:ext cx="6076950"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000" dirty="0">
                <a:solidFill>
                  <a:srgbClr val="000000"/>
                </a:solidFill>
                <a:latin typeface="华文楷体" panose="02010600040101010101" pitchFamily="2" charset="-122"/>
                <a:ea typeface="华文楷体" panose="02010600040101010101" pitchFamily="2" charset="-122"/>
              </a:rPr>
              <a:t>BBC</a:t>
            </a:r>
            <a:r>
              <a:rPr kumimoji="0" lang="zh-CN" altLang="en-US" sz="2000" dirty="0">
                <a:solidFill>
                  <a:srgbClr val="000000"/>
                </a:solidFill>
                <a:latin typeface="华文楷体" panose="02010600040101010101" pitchFamily="2" charset="-122"/>
                <a:ea typeface="华文楷体" panose="02010600040101010101" pitchFamily="2" charset="-122"/>
              </a:rPr>
              <a:t>问丘吉尔：如果要你讲一个时长</a:t>
            </a:r>
            <a:r>
              <a:rPr kumimoji="0" lang="en-US" altLang="zh-CN" sz="2000" dirty="0">
                <a:solidFill>
                  <a:srgbClr val="000000"/>
                </a:solidFill>
                <a:latin typeface="华文楷体" panose="02010600040101010101" pitchFamily="2" charset="-122"/>
                <a:ea typeface="华文楷体" panose="02010600040101010101" pitchFamily="2" charset="-122"/>
              </a:rPr>
              <a:t>3</a:t>
            </a:r>
            <a:r>
              <a:rPr kumimoji="0" lang="zh-CN" altLang="en-US" sz="2000" dirty="0">
                <a:solidFill>
                  <a:srgbClr val="000000"/>
                </a:solidFill>
                <a:latin typeface="华文楷体" panose="02010600040101010101" pitchFamily="2" charset="-122"/>
                <a:ea typeface="华文楷体" panose="02010600040101010101" pitchFamily="2" charset="-122"/>
              </a:rPr>
              <a:t>分钟的报告，你要准备多久。</a:t>
            </a:r>
            <a:endParaRPr kumimoji="0" lang="en-US" altLang="zh-CN" sz="2000" dirty="0">
              <a:solidFill>
                <a:srgbClr val="000000"/>
              </a:solidFill>
              <a:latin typeface="华文楷体" panose="02010600040101010101" pitchFamily="2" charset="-122"/>
              <a:ea typeface="华文楷体" panose="02010600040101010101" pitchFamily="2" charset="-122"/>
            </a:endParaRPr>
          </a:p>
          <a:p>
            <a:pPr eaLnBrk="1" hangingPunct="1"/>
            <a:r>
              <a:rPr kumimoji="0" lang="zh-CN" altLang="en-US" sz="2000" dirty="0">
                <a:solidFill>
                  <a:srgbClr val="000000"/>
                </a:solidFill>
                <a:latin typeface="华文楷体" panose="02010600040101010101" pitchFamily="2" charset="-122"/>
                <a:ea typeface="华文楷体" panose="02010600040101010101" pitchFamily="2" charset="-122"/>
              </a:rPr>
              <a:t>丘吉尔：一周。</a:t>
            </a:r>
            <a:endParaRPr kumimoji="0" lang="en-US" altLang="zh-CN" sz="2000" dirty="0">
              <a:solidFill>
                <a:srgbClr val="000000"/>
              </a:solidFill>
              <a:latin typeface="华文楷体" panose="02010600040101010101" pitchFamily="2" charset="-122"/>
              <a:ea typeface="华文楷体" panose="02010600040101010101" pitchFamily="2" charset="-122"/>
            </a:endParaRPr>
          </a:p>
          <a:p>
            <a:pPr eaLnBrk="1" hangingPunct="1"/>
            <a:r>
              <a:rPr kumimoji="0" lang="zh-CN" altLang="en-US" sz="2000" dirty="0">
                <a:solidFill>
                  <a:srgbClr val="000000"/>
                </a:solidFill>
                <a:latin typeface="华文楷体" panose="02010600040101010101" pitchFamily="2" charset="-122"/>
                <a:ea typeface="华文楷体" panose="02010600040101010101" pitchFamily="2" charset="-122"/>
              </a:rPr>
              <a:t>“那</a:t>
            </a:r>
            <a:r>
              <a:rPr kumimoji="0" lang="en-US" altLang="zh-CN" sz="2000" dirty="0">
                <a:solidFill>
                  <a:srgbClr val="000000"/>
                </a:solidFill>
                <a:latin typeface="华文楷体" panose="02010600040101010101" pitchFamily="2" charset="-122"/>
                <a:ea typeface="华文楷体" panose="02010600040101010101" pitchFamily="2" charset="-122"/>
              </a:rPr>
              <a:t>30</a:t>
            </a:r>
            <a:r>
              <a:rPr kumimoji="0" lang="zh-CN" altLang="en-US" sz="2000" dirty="0">
                <a:solidFill>
                  <a:srgbClr val="000000"/>
                </a:solidFill>
                <a:latin typeface="华文楷体" panose="02010600040101010101" pitchFamily="2" charset="-122"/>
                <a:ea typeface="华文楷体" panose="02010600040101010101" pitchFamily="2" charset="-122"/>
              </a:rPr>
              <a:t>分钟呢”</a:t>
            </a:r>
            <a:endParaRPr kumimoji="0" lang="en-US" altLang="zh-CN" sz="2000" dirty="0">
              <a:solidFill>
                <a:srgbClr val="000000"/>
              </a:solidFill>
              <a:latin typeface="华文楷体" panose="02010600040101010101" pitchFamily="2" charset="-122"/>
              <a:ea typeface="华文楷体" panose="02010600040101010101" pitchFamily="2" charset="-122"/>
            </a:endParaRPr>
          </a:p>
          <a:p>
            <a:pPr eaLnBrk="1" hangingPunct="1"/>
            <a:r>
              <a:rPr kumimoji="0" lang="zh-CN" altLang="en-US" sz="2000" dirty="0">
                <a:solidFill>
                  <a:srgbClr val="000000"/>
                </a:solidFill>
                <a:latin typeface="华文楷体" panose="02010600040101010101" pitchFamily="2" charset="-122"/>
                <a:ea typeface="华文楷体" panose="02010600040101010101" pitchFamily="2" charset="-122"/>
              </a:rPr>
              <a:t>“准备</a:t>
            </a:r>
            <a:r>
              <a:rPr kumimoji="0" lang="en-US" altLang="zh-CN" sz="2000" dirty="0">
                <a:solidFill>
                  <a:srgbClr val="000000"/>
                </a:solidFill>
                <a:latin typeface="华文楷体" panose="02010600040101010101" pitchFamily="2" charset="-122"/>
                <a:ea typeface="华文楷体" panose="02010600040101010101" pitchFamily="2" charset="-122"/>
              </a:rPr>
              <a:t>2</a:t>
            </a:r>
            <a:r>
              <a:rPr kumimoji="0" lang="zh-CN" altLang="en-US" sz="2000" dirty="0">
                <a:solidFill>
                  <a:srgbClr val="000000"/>
                </a:solidFill>
                <a:latin typeface="华文楷体" panose="02010600040101010101" pitchFamily="2" charset="-122"/>
                <a:ea typeface="华文楷体" panose="02010600040101010101" pitchFamily="2" charset="-122"/>
              </a:rPr>
              <a:t>小时”</a:t>
            </a:r>
            <a:endParaRPr kumimoji="0" lang="en-US" altLang="zh-CN" sz="2000" dirty="0">
              <a:solidFill>
                <a:srgbClr val="000000"/>
              </a:solidFill>
              <a:latin typeface="华文楷体" panose="02010600040101010101" pitchFamily="2" charset="-122"/>
              <a:ea typeface="华文楷体" panose="02010600040101010101" pitchFamily="2" charset="-122"/>
            </a:endParaRPr>
          </a:p>
          <a:p>
            <a:pPr eaLnBrk="1" hangingPunct="1"/>
            <a:r>
              <a:rPr kumimoji="0" lang="zh-CN" altLang="en-US" sz="2000" dirty="0">
                <a:solidFill>
                  <a:srgbClr val="000000"/>
                </a:solidFill>
                <a:latin typeface="华文楷体" panose="02010600040101010101" pitchFamily="2" charset="-122"/>
                <a:ea typeface="华文楷体" panose="02010600040101010101" pitchFamily="2" charset="-122"/>
              </a:rPr>
              <a:t>“那</a:t>
            </a:r>
            <a:r>
              <a:rPr kumimoji="0" lang="en-US" altLang="zh-CN" sz="2000" dirty="0">
                <a:solidFill>
                  <a:srgbClr val="000000"/>
                </a:solidFill>
                <a:latin typeface="华文楷体" panose="02010600040101010101" pitchFamily="2" charset="-122"/>
                <a:ea typeface="华文楷体" panose="02010600040101010101" pitchFamily="2" charset="-122"/>
              </a:rPr>
              <a:t>3</a:t>
            </a:r>
            <a:r>
              <a:rPr kumimoji="0" lang="zh-CN" altLang="en-US" sz="2000" dirty="0">
                <a:solidFill>
                  <a:srgbClr val="000000"/>
                </a:solidFill>
                <a:latin typeface="华文楷体" panose="02010600040101010101" pitchFamily="2" charset="-122"/>
                <a:ea typeface="华文楷体" panose="02010600040101010101" pitchFamily="2" charset="-122"/>
              </a:rPr>
              <a:t>小时的报告呢”</a:t>
            </a:r>
            <a:endParaRPr kumimoji="0" lang="en-US" altLang="zh-CN" sz="2000" dirty="0">
              <a:solidFill>
                <a:srgbClr val="000000"/>
              </a:solidFill>
              <a:latin typeface="华文楷体" panose="02010600040101010101" pitchFamily="2" charset="-122"/>
              <a:ea typeface="华文楷体" panose="02010600040101010101" pitchFamily="2" charset="-122"/>
            </a:endParaRPr>
          </a:p>
          <a:p>
            <a:pPr eaLnBrk="1" hangingPunct="1"/>
            <a:r>
              <a:rPr kumimoji="0" lang="zh-CN" altLang="en-US" sz="2000" dirty="0">
                <a:solidFill>
                  <a:srgbClr val="000000"/>
                </a:solidFill>
                <a:latin typeface="华文楷体" panose="02010600040101010101" pitchFamily="2" charset="-122"/>
                <a:ea typeface="华文楷体" panose="02010600040101010101" pitchFamily="2" charset="-122"/>
              </a:rPr>
              <a:t>我现在就可以讲。</a:t>
            </a:r>
            <a:endParaRPr kumimoji="0" lang="zh-CN" altLang="en-US" sz="1800" dirty="0">
              <a:solidFill>
                <a:srgbClr val="000000"/>
              </a:solidFill>
              <a:latin typeface="Calibri" panose="020F0502020204030204" pitchFamily="34" charset="0"/>
              <a:ea typeface="等线" panose="02010600030101010101" pitchFamily="2" charset="-122"/>
            </a:endParaRPr>
          </a:p>
        </p:txBody>
      </p:sp>
      <p:sp>
        <p:nvSpPr>
          <p:cNvPr id="6152" name="矩形 16"/>
          <p:cNvSpPr>
            <a:spLocks noChangeArrowheads="1"/>
          </p:cNvSpPr>
          <p:nvPr/>
        </p:nvSpPr>
        <p:spPr bwMode="auto">
          <a:xfrm>
            <a:off x="5652135" y="3536315"/>
            <a:ext cx="270891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a:solidFill>
                  <a:srgbClr val="0070C0"/>
                </a:solidFill>
                <a:latin typeface="Calibri" panose="020F0502020204030204" pitchFamily="34" charset="0"/>
                <a:ea typeface="等线" panose="02010600030101010101" pitchFamily="2" charset="-122"/>
              </a:rPr>
              <a:t>如果丘吉尔可以用</a:t>
            </a:r>
            <a:r>
              <a:rPr kumimoji="0" lang="en-US" altLang="zh-CN" sz="1800">
                <a:solidFill>
                  <a:srgbClr val="0070C0"/>
                </a:solidFill>
                <a:latin typeface="Calibri" panose="020F0502020204030204" pitchFamily="34" charset="0"/>
                <a:ea typeface="等线" panose="02010600030101010101" pitchFamily="2" charset="-122"/>
              </a:rPr>
              <a:t>PPT</a:t>
            </a:r>
            <a:r>
              <a:rPr kumimoji="0" lang="zh-CN" altLang="en-US" sz="1800">
                <a:solidFill>
                  <a:srgbClr val="0070C0"/>
                </a:solidFill>
                <a:latin typeface="Calibri" panose="020F0502020204030204" pitchFamily="34" charset="0"/>
                <a:ea typeface="等线" panose="02010600030101010101" pitchFamily="2" charset="-122"/>
              </a:rPr>
              <a:t>，应该情况会好点？</a:t>
            </a:r>
          </a:p>
        </p:txBody>
      </p:sp>
      <p:sp>
        <p:nvSpPr>
          <p:cNvPr id="2" name="矩形 16"/>
          <p:cNvSpPr>
            <a:spLocks noChangeArrowheads="1"/>
          </p:cNvSpPr>
          <p:nvPr/>
        </p:nvSpPr>
        <p:spPr bwMode="auto">
          <a:xfrm>
            <a:off x="1236980" y="5301615"/>
            <a:ext cx="670115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800">
                <a:solidFill>
                  <a:srgbClr val="FF0000"/>
                </a:solidFill>
                <a:latin typeface="Calibri" panose="020F0502020204030204" pitchFamily="34" charset="0"/>
                <a:ea typeface="等线" panose="02010600030101010101" pitchFamily="2" charset="-122"/>
              </a:rPr>
              <a:t>你的第一次口头报告</a:t>
            </a:r>
            <a:r>
              <a:rPr kumimoji="0" lang="en-US" altLang="zh-CN" sz="1800">
                <a:solidFill>
                  <a:srgbClr val="FF0000"/>
                </a:solidFill>
                <a:latin typeface="Calibri" panose="020F0502020204030204" pitchFamily="34" charset="0"/>
                <a:ea typeface="等线" panose="02010600030101010101" pitchFamily="2" charset="-122"/>
              </a:rPr>
              <a:t>/</a:t>
            </a:r>
            <a:r>
              <a:rPr kumimoji="0" lang="zh-CN" altLang="en-US" sz="1800">
                <a:solidFill>
                  <a:srgbClr val="FF0000"/>
                </a:solidFill>
                <a:latin typeface="Calibri" panose="020F0502020204030204" pitchFamily="34" charset="0"/>
                <a:ea typeface="等线" panose="02010600030101010101" pitchFamily="2" charset="-122"/>
              </a:rPr>
              <a:t>分享</a:t>
            </a:r>
            <a:r>
              <a:rPr kumimoji="0" lang="en-US" altLang="zh-CN" sz="1800">
                <a:solidFill>
                  <a:srgbClr val="FF0000"/>
                </a:solidFill>
                <a:latin typeface="Calibri" panose="020F0502020204030204" pitchFamily="34" charset="0"/>
                <a:ea typeface="等线" panose="02010600030101010101" pitchFamily="2" charset="-122"/>
              </a:rPr>
              <a:t>/</a:t>
            </a:r>
            <a:r>
              <a:rPr kumimoji="0" lang="zh-CN" altLang="en-US" sz="1800">
                <a:solidFill>
                  <a:srgbClr val="FF0000"/>
                </a:solidFill>
                <a:latin typeface="Calibri" panose="020F0502020204030204" pitchFamily="34" charset="0"/>
                <a:ea typeface="等线" panose="02010600030101010101" pitchFamily="2" charset="-122"/>
              </a:rPr>
              <a:t>演讲在哪里？</a:t>
            </a:r>
          </a:p>
          <a:p>
            <a:pPr eaLnBrk="1" hangingPunct="1"/>
            <a:r>
              <a:rPr kumimoji="0" lang="zh-CN" altLang="en-US" sz="1800">
                <a:solidFill>
                  <a:srgbClr val="FF0000"/>
                </a:solidFill>
                <a:latin typeface="Calibri" panose="020F0502020204030204" pitchFamily="34" charset="0"/>
                <a:ea typeface="等线" panose="02010600030101010101" pitchFamily="2" charset="-122"/>
              </a:rPr>
              <a:t>是什么题目，讲述了什么内容？</a:t>
            </a:r>
            <a:endParaRPr kumimoji="0" lang="en-US" altLang="zh-CN" sz="1800">
              <a:solidFill>
                <a:srgbClr val="FF0000"/>
              </a:solidFill>
              <a:latin typeface="Calibri" panose="020F0502020204030204" pitchFamily="34" charset="0"/>
              <a:ea typeface="等线" panose="02010600030101010101" pitchFamily="2" charset="-122"/>
            </a:endParaRPr>
          </a:p>
        </p:txBody>
      </p:sp>
      <p:pic>
        <p:nvPicPr>
          <p:cNvPr id="4" name="图片 3"/>
          <p:cNvPicPr>
            <a:picLocks noChangeAspect="1"/>
          </p:cNvPicPr>
          <p:nvPr/>
        </p:nvPicPr>
        <p:blipFill>
          <a:blip r:embed="rId4"/>
          <a:stretch>
            <a:fillRect/>
          </a:stretch>
        </p:blipFill>
        <p:spPr>
          <a:xfrm>
            <a:off x="6540500" y="4181475"/>
            <a:ext cx="1829435" cy="26447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buClrTx/>
              <a:buSzTx/>
              <a:buFontTx/>
            </a:pPr>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rPr>
              <a:t>还记得第一次课的稚晖君吗？</a:t>
            </a:r>
          </a:p>
        </p:txBody>
      </p:sp>
      <p:pic>
        <p:nvPicPr>
          <p:cNvPr id="7" name="稚晖君">
            <a:hlinkClick r:id="" action="ppaction://media"/>
          </p:cNvPr>
          <p:cNvPicPr>
            <a:picLocks noGrp="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467360" y="1700530"/>
            <a:ext cx="8568055" cy="4312920"/>
          </a:xfrm>
          <a:prstGeom prst="rect">
            <a:avLst/>
          </a:prstGeom>
        </p:spPr>
      </p:pic>
      <p:sp>
        <p:nvSpPr>
          <p:cNvPr id="5" name="灯片编号占位符 4"/>
          <p:cNvSpPr>
            <a:spLocks noGrp="1"/>
          </p:cNvSpPr>
          <p:nvPr>
            <p:ph type="sldNum" sz="quarter" idx="12"/>
          </p:nvPr>
        </p:nvSpPr>
        <p:spPr/>
        <p:txBody>
          <a:bodyPr/>
          <a:lstStyle/>
          <a:p>
            <a:pPr>
              <a:defRPr/>
            </a:pPr>
            <a:fld id="{2A465935-1BA4-4372-8E54-A0CC449C93FA}" type="slidenum">
              <a:rPr lang="en-US" altLang="zh-CN"/>
              <a:t>20</a:t>
            </a:fld>
            <a:endParaRPr lang="en-US" altLang="zh-CN"/>
          </a:p>
        </p:txBody>
      </p:sp>
    </p:spTree>
  </p:cSld>
  <p:clrMapOvr>
    <a:masterClrMapping/>
  </p:clrMapOvr>
  <p:timing>
    <p:tnLst>
      <p:par>
        <p:cTn id="1" dur="indefinite" restart="never" nodeType="tmRoot">
          <p:childTnLst>
            <p:video>
              <p:cMediaNode>
                <p:cTn id="2" fill="hold" display="1">
                  <p:stCondLst>
                    <p:cond delay="indefinite"/>
                  </p:stCondLst>
                </p:cTn>
                <p:tgtEl>
                  <p:spTgt spid="7"/>
                </p:tgtEl>
              </p:cMediaNode>
            </p:video>
            <p:seq concurrent="1" nextAc="seek">
              <p:cTn id="3" restart="whenNotActive" fill="hold" evtFilter="cancelBubble" nodeType="interactiveSeq">
                <p:stCondLst>
                  <p:cond evt="onClick" delay="0">
                    <p:tgtEl>
                      <p:spTgt spid="7"/>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学术报告的幻灯片及演进</a:t>
            </a:r>
          </a:p>
        </p:txBody>
      </p:sp>
      <p:sp>
        <p:nvSpPr>
          <p:cNvPr id="3" name="内容占位符 2"/>
          <p:cNvSpPr>
            <a:spLocks noGrp="1"/>
          </p:cNvSpPr>
          <p:nvPr>
            <p:ph idx="1"/>
          </p:nvPr>
        </p:nvSpPr>
        <p:spPr/>
        <p:txBody>
          <a:bodyPr/>
          <a:lstStyle/>
          <a:p>
            <a:r>
              <a:rPr lang="en-US" altLang="zh-CN"/>
              <a:t>B</a:t>
            </a:r>
            <a:r>
              <a:rPr lang="zh-CN" altLang="en-US"/>
              <a:t>站（很多推荐）</a:t>
            </a:r>
          </a:p>
          <a:p>
            <a:pPr lvl="1"/>
            <a:r>
              <a:rPr lang="zh-CN" altLang="en-US"/>
              <a:t>【【理工科读博】第七期，学术报告/PPT，之一 |（听一个游戏区Up主讲读博系列）】 https://www.bilibili.com/video/BV1WR4y1X7nr/?share_source=copy_web&amp;vd_source=69e18b27325f650e9049324070dfec1c</a:t>
            </a:r>
          </a:p>
        </p:txBody>
      </p:sp>
      <p:sp>
        <p:nvSpPr>
          <p:cNvPr id="4" name="灯片编号占位符 3"/>
          <p:cNvSpPr>
            <a:spLocks noGrp="1"/>
          </p:cNvSpPr>
          <p:nvPr>
            <p:ph type="sldNum" sz="quarter" idx="12"/>
          </p:nvPr>
        </p:nvSpPr>
        <p:spPr/>
        <p:txBody>
          <a:bodyPr/>
          <a:lstStyle/>
          <a:p>
            <a:pPr>
              <a:defRPr/>
            </a:pPr>
            <a:fld id="{62F95C48-84FC-489C-B9E6-C94E191701E7}" type="slidenum">
              <a:rPr lang="en-US" altLang="zh-CN"/>
              <a:t>21</a:t>
            </a:fld>
            <a:endParaRPr lang="en-US" altLang="zh-CN"/>
          </a:p>
        </p:txBody>
      </p:sp>
      <p:pic>
        <p:nvPicPr>
          <p:cNvPr id="5" name="图片 4"/>
          <p:cNvPicPr>
            <a:picLocks noChangeAspect="1"/>
          </p:cNvPicPr>
          <p:nvPr>
            <p:custDataLst>
              <p:tags r:id="rId1"/>
            </p:custDataLst>
          </p:nvPr>
        </p:nvPicPr>
        <p:blipFill>
          <a:blip r:embed="rId4"/>
          <a:stretch>
            <a:fillRect/>
          </a:stretch>
        </p:blipFill>
        <p:spPr>
          <a:xfrm>
            <a:off x="971550" y="3861435"/>
            <a:ext cx="3974465" cy="2526665"/>
          </a:xfrm>
          <a:prstGeom prst="rect">
            <a:avLst/>
          </a:prstGeom>
        </p:spPr>
      </p:pic>
      <p:pic>
        <p:nvPicPr>
          <p:cNvPr id="6" name="图片 5"/>
          <p:cNvPicPr>
            <a:picLocks noChangeAspect="1"/>
          </p:cNvPicPr>
          <p:nvPr>
            <p:custDataLst>
              <p:tags r:id="rId2"/>
            </p:custDataLst>
          </p:nvPr>
        </p:nvPicPr>
        <p:blipFill>
          <a:blip r:embed="rId5"/>
          <a:stretch>
            <a:fillRect/>
          </a:stretch>
        </p:blipFill>
        <p:spPr>
          <a:xfrm>
            <a:off x="4946015" y="3861435"/>
            <a:ext cx="4143375" cy="18199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15"/>
          <p:cNvSpPr/>
          <p:nvPr/>
        </p:nvSpPr>
        <p:spPr>
          <a:xfrm>
            <a:off x="827584" y="1127149"/>
            <a:ext cx="6167438" cy="584775"/>
          </a:xfrm>
          <a:prstGeom prst="rect">
            <a:avLst/>
          </a:prstGeom>
          <a:noFill/>
          <a:ln w="9525">
            <a:noFill/>
          </a:ln>
        </p:spPr>
        <p:txBody>
          <a:bodyPr wrap="square" anchor="t">
            <a:spAutoFit/>
          </a:bodyPr>
          <a:lstStyle/>
          <a:p>
            <a:pPr marL="342900" indent="-342900">
              <a:buFont typeface="Wingdings" panose="05000000000000000000" charset="0"/>
              <a:buChar char="l"/>
            </a:pPr>
            <a:r>
              <a:rPr lang="zh-CN" altLang="en-US" sz="3200" b="1" kern="0" dirty="0">
                <a:solidFill>
                  <a:srgbClr val="000066"/>
                </a:solidFill>
                <a:ea typeface="楷体" panose="02010609060101010101" charset="-122"/>
                <a:cs typeface="Times New Roman" panose="02020603050405020304" pitchFamily="18" charset="0"/>
                <a:sym typeface="+mn-ea"/>
              </a:rPr>
              <a:t>什么是口头表达能力：</a:t>
            </a:r>
          </a:p>
        </p:txBody>
      </p:sp>
      <p:sp>
        <p:nvSpPr>
          <p:cNvPr id="2" name="文本框 1"/>
          <p:cNvSpPr txBox="1"/>
          <p:nvPr/>
        </p:nvSpPr>
        <p:spPr>
          <a:xfrm>
            <a:off x="892544" y="1838714"/>
            <a:ext cx="7931835" cy="830997"/>
          </a:xfrm>
          <a:prstGeom prst="rect">
            <a:avLst/>
          </a:prstGeom>
          <a:noFill/>
        </p:spPr>
        <p:txBody>
          <a:bodyPr wrap="square" rtlCol="0">
            <a:spAutoFit/>
          </a:bodyPr>
          <a:lstStyle/>
          <a:p>
            <a:pPr>
              <a:buFont typeface="Wingdings" panose="05000000000000000000" charset="0"/>
            </a:pPr>
            <a:r>
              <a:rPr lang="zh-CN" altLang="en-US" sz="2400" b="1" dirty="0">
                <a:solidFill>
                  <a:srgbClr val="002060"/>
                </a:solidFill>
                <a:latin typeface="华文楷体" panose="02010600040101010101" pitchFamily="2" charset="-122"/>
                <a:ea typeface="华文楷体" panose="02010600040101010101" pitchFamily="2" charset="-122"/>
              </a:rPr>
              <a:t>口头表达能力是指用口头语言来表达自己的思想、情感，以达到与人交流的目的的一种能力。</a:t>
            </a:r>
          </a:p>
        </p:txBody>
      </p:sp>
      <p:pic>
        <p:nvPicPr>
          <p:cNvPr id="3" name="图片 2"/>
          <p:cNvPicPr>
            <a:picLocks noChangeAspect="1"/>
          </p:cNvPicPr>
          <p:nvPr/>
        </p:nvPicPr>
        <p:blipFill>
          <a:blip r:embed="rId4"/>
          <a:stretch>
            <a:fillRect/>
          </a:stretch>
        </p:blipFill>
        <p:spPr>
          <a:xfrm>
            <a:off x="892810" y="2781300"/>
            <a:ext cx="2764790" cy="1967230"/>
          </a:xfrm>
          <a:prstGeom prst="rect">
            <a:avLst/>
          </a:prstGeom>
        </p:spPr>
      </p:pic>
      <p:pic>
        <p:nvPicPr>
          <p:cNvPr id="4" name="图片 3"/>
          <p:cNvPicPr>
            <a:picLocks noChangeAspect="1"/>
          </p:cNvPicPr>
          <p:nvPr/>
        </p:nvPicPr>
        <p:blipFill>
          <a:blip r:embed="rId5"/>
          <a:stretch>
            <a:fillRect/>
          </a:stretch>
        </p:blipFill>
        <p:spPr>
          <a:xfrm>
            <a:off x="7092315" y="2853055"/>
            <a:ext cx="1965325" cy="2661920"/>
          </a:xfrm>
          <a:prstGeom prst="rect">
            <a:avLst/>
          </a:prstGeom>
        </p:spPr>
      </p:pic>
      <p:pic>
        <p:nvPicPr>
          <p:cNvPr id="5" name="图片 4"/>
          <p:cNvPicPr>
            <a:picLocks noChangeAspect="1"/>
          </p:cNvPicPr>
          <p:nvPr/>
        </p:nvPicPr>
        <p:blipFill>
          <a:blip r:embed="rId6"/>
          <a:stretch>
            <a:fillRect/>
          </a:stretch>
        </p:blipFill>
        <p:spPr>
          <a:xfrm>
            <a:off x="3708400" y="2853055"/>
            <a:ext cx="3321685" cy="2227580"/>
          </a:xfrm>
          <a:prstGeom prst="rect">
            <a:avLst/>
          </a:prstGeom>
        </p:spPr>
      </p:pic>
      <p:sp>
        <p:nvSpPr>
          <p:cNvPr id="9" name="Rectangle 2"/>
          <p:cNvSpPr>
            <a:spLocks noGrp="1" noChangeArrowheads="1"/>
          </p:cNvSpPr>
          <p:nvPr>
            <p:custDataLst>
              <p:tags r:id="rId1"/>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sym typeface="+mn-ea"/>
              </a:rPr>
              <a:t>面向口头表达的写作</a:t>
            </a:r>
            <a:endParaRPr lang="zh-CN" altLang="en-US" dirty="0">
              <a:effectLst>
                <a:outerShdw blurRad="38100" dist="38100" dir="2700000" algn="tl">
                  <a:srgbClr val="000000"/>
                </a:outerShdw>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15"/>
          <p:cNvSpPr/>
          <p:nvPr/>
        </p:nvSpPr>
        <p:spPr>
          <a:xfrm>
            <a:off x="827584" y="1127149"/>
            <a:ext cx="6167438" cy="584775"/>
          </a:xfrm>
          <a:prstGeom prst="rect">
            <a:avLst/>
          </a:prstGeom>
          <a:noFill/>
          <a:ln w="9525">
            <a:noFill/>
          </a:ln>
        </p:spPr>
        <p:txBody>
          <a:bodyPr wrap="square" anchor="t">
            <a:spAutoFit/>
          </a:bodyPr>
          <a:lstStyle/>
          <a:p>
            <a:pPr marL="342900" indent="-342900">
              <a:buFont typeface="Wingdings" panose="05000000000000000000" charset="0"/>
              <a:buChar char="l"/>
            </a:pPr>
            <a:r>
              <a:rPr lang="zh-CN" altLang="en-US" sz="3200" b="1" kern="0" dirty="0">
                <a:solidFill>
                  <a:srgbClr val="000066"/>
                </a:solidFill>
                <a:ea typeface="楷体" panose="02010609060101010101" charset="-122"/>
                <a:cs typeface="Times New Roman" panose="02020603050405020304" pitchFamily="18" charset="0"/>
                <a:sym typeface="+mn-ea"/>
              </a:rPr>
              <a:t>什么是口头表达能力：</a:t>
            </a:r>
          </a:p>
        </p:txBody>
      </p:sp>
      <p:sp>
        <p:nvSpPr>
          <p:cNvPr id="2" name="文本框 1"/>
          <p:cNvSpPr txBox="1"/>
          <p:nvPr/>
        </p:nvSpPr>
        <p:spPr>
          <a:xfrm>
            <a:off x="904609" y="1628529"/>
            <a:ext cx="7931835" cy="1568450"/>
          </a:xfrm>
          <a:prstGeom prst="rect">
            <a:avLst/>
          </a:prstGeom>
          <a:noFill/>
        </p:spPr>
        <p:txBody>
          <a:bodyPr wrap="square" rtlCol="0">
            <a:spAutoFit/>
          </a:bodyPr>
          <a:lstStyle/>
          <a:p>
            <a:pPr>
              <a:buFont typeface="Wingdings" panose="05000000000000000000" charset="0"/>
            </a:pPr>
            <a:r>
              <a:rPr lang="zh-CN" altLang="en-US" sz="2400" b="1" dirty="0">
                <a:solidFill>
                  <a:srgbClr val="002060"/>
                </a:solidFill>
                <a:latin typeface="华文楷体" panose="02010600040101010101" pitchFamily="2" charset="-122"/>
                <a:ea typeface="华文楷体" panose="02010600040101010101" pitchFamily="2" charset="-122"/>
              </a:rPr>
              <a:t>口头表达能力是指用口头语言来表达自己的思想、情感，以达到与人交流的目的的一种能力。</a:t>
            </a:r>
          </a:p>
          <a:p>
            <a:pPr>
              <a:buFont typeface="Wingdings" panose="05000000000000000000" charset="0"/>
            </a:pPr>
            <a:r>
              <a:rPr lang="zh-CN" altLang="en-US" sz="2400" b="1">
                <a:solidFill>
                  <a:srgbClr val="FF0000"/>
                </a:solidFill>
                <a:latin typeface="华文仿宋" panose="02010600040101010101" charset="-122"/>
                <a:ea typeface="华文仿宋" panose="02010600040101010101" charset="-122"/>
                <a:sym typeface="+mn-ea"/>
              </a:rPr>
              <a:t>一个好的口语表达需要什么要素呢？</a:t>
            </a:r>
            <a:endParaRPr lang="zh-CN" altLang="en-US" sz="2400" b="1">
              <a:solidFill>
                <a:srgbClr val="FF0000"/>
              </a:solidFill>
              <a:latin typeface="华文仿宋" panose="02010600040101010101" charset="-122"/>
              <a:ea typeface="华文仿宋" panose="02010600040101010101" charset="-122"/>
            </a:endParaRPr>
          </a:p>
          <a:p>
            <a:pPr>
              <a:buFont typeface="Wingdings" panose="05000000000000000000" charset="0"/>
            </a:pPr>
            <a:endParaRPr lang="zh-CN" altLang="en-US" sz="2400" b="1" dirty="0">
              <a:solidFill>
                <a:srgbClr val="FF0000"/>
              </a:solidFill>
              <a:latin typeface="华文仿宋" panose="02010600040101010101" charset="-122"/>
              <a:ea typeface="华文仿宋" panose="02010600040101010101" charset="-122"/>
            </a:endParaRPr>
          </a:p>
        </p:txBody>
      </p:sp>
      <p:sp>
        <p:nvSpPr>
          <p:cNvPr id="6" name="文本框 5"/>
          <p:cNvSpPr txBox="1"/>
          <p:nvPr/>
        </p:nvSpPr>
        <p:spPr>
          <a:xfrm>
            <a:off x="971550" y="2997200"/>
            <a:ext cx="8116570" cy="2861310"/>
          </a:xfrm>
          <a:prstGeom prst="rect">
            <a:avLst/>
          </a:prstGeom>
          <a:noFill/>
        </p:spPr>
        <p:txBody>
          <a:bodyPr wrap="square" rtlCol="0">
            <a:spAutoFit/>
          </a:bodyPr>
          <a:lstStyle/>
          <a:p>
            <a:pPr marL="342900" indent="-342900">
              <a:buFont typeface="Arial" panose="020B0604020202020204" pitchFamily="34" charset="0"/>
              <a:buChar char="•"/>
            </a:pPr>
            <a:r>
              <a:rPr lang="zh-CN" altLang="en-US" sz="2000" b="1" dirty="0">
                <a:solidFill>
                  <a:srgbClr val="002060"/>
                </a:solidFill>
                <a:latin typeface="华文楷体" panose="02010600040101010101" pitchFamily="2" charset="-122"/>
                <a:ea typeface="华文楷体" panose="02010600040101010101" pitchFamily="2" charset="-122"/>
              </a:rPr>
              <a:t>语脉要连贯，讲话要富于逻辑，推理论证严密；</a:t>
            </a:r>
          </a:p>
          <a:p>
            <a:pPr marL="342900" indent="-342900">
              <a:buFont typeface="Arial" panose="020B0604020202020204" pitchFamily="34" charset="0"/>
              <a:buChar char="•"/>
            </a:pPr>
            <a:r>
              <a:rPr lang="zh-CN" altLang="en-US" sz="2000" b="1" dirty="0">
                <a:solidFill>
                  <a:srgbClr val="002060"/>
                </a:solidFill>
                <a:latin typeface="华文楷体" panose="02010600040101010101" pitchFamily="2" charset="-122"/>
                <a:ea typeface="华文楷体" panose="02010600040101010101" pitchFamily="2" charset="-122"/>
              </a:rPr>
              <a:t>语法要符合规范，要有口语特点，要用简单句；</a:t>
            </a:r>
          </a:p>
          <a:p>
            <a:pPr marL="342900" indent="-342900">
              <a:buFont typeface="Arial" panose="020B0604020202020204" pitchFamily="34" charset="0"/>
              <a:buChar char="•"/>
            </a:pPr>
            <a:r>
              <a:rPr lang="zh-CN" altLang="en-US" sz="2000" b="1" dirty="0">
                <a:solidFill>
                  <a:srgbClr val="002060"/>
                </a:solidFill>
                <a:latin typeface="华文楷体" panose="02010600040101010101" pitchFamily="2" charset="-122"/>
                <a:ea typeface="华文楷体" panose="02010600040101010101" pitchFamily="2" charset="-122"/>
              </a:rPr>
              <a:t>避免复杂句，杜绝病句；</a:t>
            </a:r>
          </a:p>
          <a:p>
            <a:pPr marL="342900" indent="-342900">
              <a:buFont typeface="Arial" panose="020B0604020202020204" pitchFamily="34" charset="0"/>
              <a:buChar char="•"/>
            </a:pPr>
            <a:r>
              <a:rPr lang="zh-CN" altLang="en-US" sz="2000" b="1" dirty="0">
                <a:solidFill>
                  <a:srgbClr val="002060"/>
                </a:solidFill>
                <a:latin typeface="华文楷体" panose="02010600040101010101" pitchFamily="2" charset="-122"/>
                <a:ea typeface="华文楷体" panose="02010600040101010101" pitchFamily="2" charset="-122"/>
              </a:rPr>
              <a:t>词句要精 心修饰，遣词造句要精心安排，口头说明清楚、准确，形象生动。</a:t>
            </a:r>
          </a:p>
          <a:p>
            <a:pPr marL="342900" indent="-342900">
              <a:buFont typeface="Arial" panose="020B0604020202020204" pitchFamily="34" charset="0"/>
              <a:buChar char="•"/>
            </a:pPr>
            <a:r>
              <a:rPr lang="zh-CN" altLang="en-US" sz="2000" b="1" dirty="0">
                <a:solidFill>
                  <a:srgbClr val="002060"/>
                </a:solidFill>
                <a:latin typeface="华文楷体" panose="02010600040101010101" pitchFamily="2" charset="-122"/>
                <a:ea typeface="华文楷体" panose="02010600040101010101" pitchFamily="2" charset="-122"/>
              </a:rPr>
              <a:t>可运用比喻、夸张、借代、排比修辞方法，注意运用大众化语言；</a:t>
            </a:r>
          </a:p>
          <a:p>
            <a:pPr marL="342900" indent="-342900">
              <a:buFont typeface="Arial" panose="020B0604020202020204" pitchFamily="34" charset="0"/>
              <a:buChar char="•"/>
            </a:pPr>
            <a:r>
              <a:rPr lang="zh-CN" altLang="en-US" sz="2000" b="1" dirty="0">
                <a:solidFill>
                  <a:srgbClr val="002060"/>
                </a:solidFill>
                <a:latin typeface="华文楷体" panose="02010600040101010101" pitchFamily="2" charset="-122"/>
                <a:ea typeface="华文楷体" panose="02010600040101010101" pitchFamily="2" charset="-122"/>
              </a:rPr>
              <a:t>发音要标准、吐字清楚，简明扼要，声调要有节奏；</a:t>
            </a:r>
          </a:p>
          <a:p>
            <a:pPr marL="342900" indent="-342900">
              <a:buFont typeface="Arial" panose="020B0604020202020204" pitchFamily="34" charset="0"/>
              <a:buChar char="•"/>
            </a:pPr>
            <a:r>
              <a:rPr lang="zh-CN" altLang="en-US" sz="2000" b="1" dirty="0">
                <a:solidFill>
                  <a:srgbClr val="002060"/>
                </a:solidFill>
                <a:latin typeface="华文楷体" panose="02010600040101010101" pitchFamily="2" charset="-122"/>
                <a:ea typeface="华文楷体" panose="02010600040101010101" pitchFamily="2" charset="-122"/>
              </a:rPr>
              <a:t>语言色彩要适合听众特点，这样才具有思想性、逻 辑性、趣味性、启发性，使之达到启发人、教育人、激动人的目的。</a:t>
            </a:r>
          </a:p>
        </p:txBody>
      </p:sp>
      <p:sp>
        <p:nvSpPr>
          <p:cNvPr id="9" name="Rectangle 2"/>
          <p:cNvSpPr>
            <a:spLocks noGrp="1" noChangeArrowheads="1"/>
          </p:cNvSpPr>
          <p:nvPr>
            <p:custDataLst>
              <p:tags r:id="rId1"/>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sym typeface="+mn-ea"/>
              </a:rPr>
              <a:t>面向口头表达的写作</a:t>
            </a:r>
            <a:endParaRPr lang="zh-CN" altLang="en-US" dirty="0">
              <a:effectLst>
                <a:outerShdw blurRad="38100" dist="38100" dir="2700000" algn="tl">
                  <a:srgbClr val="000000"/>
                </a:outerShdw>
              </a:effectL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p:cNvSpPr/>
          <p:nvPr/>
        </p:nvSpPr>
        <p:spPr>
          <a:xfrm>
            <a:off x="827584" y="1287943"/>
            <a:ext cx="6167438" cy="584775"/>
          </a:xfrm>
          <a:prstGeom prst="rect">
            <a:avLst/>
          </a:prstGeom>
          <a:noFill/>
          <a:ln w="9525">
            <a:noFill/>
          </a:ln>
        </p:spPr>
        <p:txBody>
          <a:bodyPr wrap="square" anchor="t">
            <a:spAutoFit/>
          </a:bodyPr>
          <a:lstStyle/>
          <a:p>
            <a:pPr marL="342900" indent="-342900">
              <a:buFont typeface="Wingdings" panose="05000000000000000000" charset="0"/>
              <a:buChar char="l"/>
            </a:pPr>
            <a:r>
              <a:rPr lang="zh-CN" altLang="en-US" sz="3200" b="1" kern="0" dirty="0">
                <a:solidFill>
                  <a:srgbClr val="000066"/>
                </a:solidFill>
                <a:ea typeface="楷体" panose="02010609060101010101" charset="-122"/>
                <a:cs typeface="Times New Roman" panose="02020603050405020304" pitchFamily="18" charset="0"/>
                <a:sym typeface="+mn-ea"/>
              </a:rPr>
              <a:t>口头表达分类：</a:t>
            </a:r>
          </a:p>
        </p:txBody>
      </p:sp>
      <p:sp>
        <p:nvSpPr>
          <p:cNvPr id="5" name="文本框 4"/>
          <p:cNvSpPr txBox="1"/>
          <p:nvPr/>
        </p:nvSpPr>
        <p:spPr>
          <a:xfrm>
            <a:off x="1187624" y="2307627"/>
            <a:ext cx="6624636" cy="2677656"/>
          </a:xfrm>
          <a:prstGeom prst="rect">
            <a:avLst/>
          </a:prstGeom>
          <a:noFill/>
        </p:spPr>
        <p:txBody>
          <a:bodyPr wrap="square" rtlCol="0">
            <a:spAutoFit/>
          </a:bodyPr>
          <a:lstStyle/>
          <a:p>
            <a:r>
              <a:rPr lang="zh-CN" altLang="en-US" sz="2800" b="1" kern="0" dirty="0">
                <a:solidFill>
                  <a:srgbClr val="002060"/>
                </a:solidFill>
                <a:ea typeface="楷体" panose="02010609060101010101" charset="-122"/>
                <a:cs typeface="Times New Roman" panose="02020603050405020304" pitchFamily="18" charset="0"/>
                <a:sym typeface="+mn-ea"/>
              </a:rPr>
              <a:t>（</a:t>
            </a:r>
            <a:r>
              <a:rPr lang="en-US" altLang="zh-CN" sz="2800" b="1" kern="0" dirty="0">
                <a:solidFill>
                  <a:srgbClr val="002060"/>
                </a:solidFill>
                <a:ea typeface="楷体" panose="02010609060101010101" charset="-122"/>
                <a:cs typeface="Times New Roman" panose="02020603050405020304" pitchFamily="18" charset="0"/>
                <a:sym typeface="+mn-ea"/>
              </a:rPr>
              <a:t>1</a:t>
            </a:r>
            <a:r>
              <a:rPr lang="zh-CN" altLang="en-US" sz="2800" b="1" kern="0" dirty="0">
                <a:solidFill>
                  <a:srgbClr val="002060"/>
                </a:solidFill>
                <a:ea typeface="楷体" panose="02010609060101010101" charset="-122"/>
                <a:cs typeface="Times New Roman" panose="02020603050405020304" pitchFamily="18" charset="0"/>
                <a:sym typeface="+mn-ea"/>
              </a:rPr>
              <a:t>）</a:t>
            </a:r>
            <a:r>
              <a:rPr lang="zh-CN" altLang="en-US" sz="2800" b="1" dirty="0">
                <a:solidFill>
                  <a:srgbClr val="002060"/>
                </a:solidFill>
                <a:latin typeface="华文楷体" panose="02010600040101010101" pitchFamily="2" charset="-122"/>
                <a:ea typeface="华文楷体" panose="02010600040101010101" pitchFamily="2" charset="-122"/>
              </a:rPr>
              <a:t>即席发言 （无任何事先准备）</a:t>
            </a:r>
            <a:endParaRPr lang="en-US" altLang="zh-CN" sz="2800" b="1" dirty="0">
              <a:solidFill>
                <a:srgbClr val="002060"/>
              </a:solidFill>
              <a:latin typeface="华文楷体" panose="02010600040101010101" pitchFamily="2" charset="-122"/>
              <a:ea typeface="华文楷体" panose="02010600040101010101" pitchFamily="2" charset="-122"/>
            </a:endParaRPr>
          </a:p>
          <a:p>
            <a:endParaRPr lang="zh-CN" altLang="en-US" sz="2800" b="1" dirty="0">
              <a:solidFill>
                <a:srgbClr val="002060"/>
              </a:solidFill>
              <a:latin typeface="华文楷体" panose="02010600040101010101" pitchFamily="2" charset="-122"/>
              <a:ea typeface="华文楷体" panose="02010600040101010101" pitchFamily="2" charset="-122"/>
            </a:endParaRPr>
          </a:p>
          <a:p>
            <a:r>
              <a:rPr lang="en-US" altLang="zh-CN" sz="2800" b="1" kern="0" dirty="0">
                <a:solidFill>
                  <a:srgbClr val="002060"/>
                </a:solidFill>
                <a:ea typeface="楷体" panose="02010609060101010101" charset="-122"/>
                <a:cs typeface="Times New Roman" panose="02020603050405020304" pitchFamily="18" charset="0"/>
              </a:rPr>
              <a:t>（2）</a:t>
            </a:r>
            <a:r>
              <a:rPr lang="zh-CN" altLang="en-US" sz="2800" b="1" dirty="0">
                <a:solidFill>
                  <a:srgbClr val="002060"/>
                </a:solidFill>
                <a:latin typeface="华文楷体" panose="02010600040101010101" pitchFamily="2" charset="-122"/>
                <a:ea typeface="华文楷体" panose="02010600040101010101" pitchFamily="2" charset="-122"/>
              </a:rPr>
              <a:t>凭记忆讲</a:t>
            </a:r>
            <a:r>
              <a:rPr lang="en-US" altLang="zh-CN" sz="2800" b="1" dirty="0">
                <a:solidFill>
                  <a:srgbClr val="002060"/>
                </a:solidFill>
                <a:latin typeface="华文楷体" panose="02010600040101010101" pitchFamily="2" charset="-122"/>
                <a:ea typeface="华文楷体" panose="02010600040101010101" pitchFamily="2" charset="-122"/>
              </a:rPr>
              <a:t>——</a:t>
            </a:r>
            <a:r>
              <a:rPr lang="zh-CN" altLang="en-US" sz="2800" b="1" dirty="0">
                <a:solidFill>
                  <a:srgbClr val="002060"/>
                </a:solidFill>
                <a:latin typeface="华文楷体" panose="02010600040101010101" pitchFamily="2" charset="-122"/>
                <a:ea typeface="华文楷体" panose="02010600040101010101" pitchFamily="2" charset="-122"/>
              </a:rPr>
              <a:t>演讲（有演讲稿）</a:t>
            </a:r>
            <a:endParaRPr lang="en-US" altLang="zh-CN" sz="2800" b="1" dirty="0">
              <a:solidFill>
                <a:srgbClr val="002060"/>
              </a:solidFill>
              <a:latin typeface="华文楷体" panose="02010600040101010101" pitchFamily="2" charset="-122"/>
              <a:ea typeface="华文楷体" panose="02010600040101010101" pitchFamily="2" charset="-122"/>
            </a:endParaRPr>
          </a:p>
          <a:p>
            <a:endParaRPr lang="zh-CN" altLang="en-US" sz="2800" b="1" dirty="0">
              <a:solidFill>
                <a:srgbClr val="002060"/>
              </a:solidFill>
              <a:latin typeface="华文楷体" panose="02010600040101010101" pitchFamily="2" charset="-122"/>
              <a:ea typeface="华文楷体" panose="02010600040101010101" pitchFamily="2" charset="-122"/>
            </a:endParaRPr>
          </a:p>
          <a:p>
            <a:r>
              <a:rPr lang="zh-CN" altLang="en-US" sz="2800" b="1" kern="0" dirty="0">
                <a:solidFill>
                  <a:srgbClr val="002060"/>
                </a:solidFill>
                <a:ea typeface="楷体" panose="02010609060101010101" charset="-122"/>
                <a:cs typeface="Times New Roman" panose="02020603050405020304" pitchFamily="18" charset="0"/>
              </a:rPr>
              <a:t>（</a:t>
            </a:r>
            <a:r>
              <a:rPr lang="en-US" altLang="zh-CN" sz="2800" b="1" kern="0" dirty="0">
                <a:solidFill>
                  <a:srgbClr val="002060"/>
                </a:solidFill>
                <a:ea typeface="楷体" panose="02010609060101010101" charset="-122"/>
                <a:cs typeface="Times New Roman" panose="02020603050405020304" pitchFamily="18" charset="0"/>
              </a:rPr>
              <a:t>3</a:t>
            </a:r>
            <a:r>
              <a:rPr lang="zh-CN" altLang="en-US" sz="2800" b="1" kern="0" dirty="0">
                <a:solidFill>
                  <a:srgbClr val="002060"/>
                </a:solidFill>
                <a:ea typeface="楷体" panose="02010609060101010101" charset="-122"/>
                <a:cs typeface="Times New Roman" panose="02020603050405020304" pitchFamily="18" charset="0"/>
              </a:rPr>
              <a:t>）</a:t>
            </a:r>
            <a:r>
              <a:rPr lang="zh-CN" altLang="en-US" sz="2800" b="1" dirty="0">
                <a:solidFill>
                  <a:srgbClr val="002060"/>
                </a:solidFill>
                <a:latin typeface="华文楷体" panose="02010600040101010101" pitchFamily="2" charset="-122"/>
                <a:ea typeface="华文楷体" panose="02010600040101010101" pitchFamily="2" charset="-122"/>
              </a:rPr>
              <a:t>有准备的脱稿讲（只拟好提纲）</a:t>
            </a:r>
          </a:p>
          <a:p>
            <a:pPr>
              <a:buFont typeface="Wingdings" panose="05000000000000000000" charset="0"/>
            </a:pPr>
            <a:endParaRPr lang="zh-CN" altLang="en-US" sz="2800" b="1" kern="0" dirty="0">
              <a:solidFill>
                <a:srgbClr val="002060"/>
              </a:solidFill>
              <a:ea typeface="楷体" panose="02010609060101010101" charset="-122"/>
              <a:cs typeface="Times New Roman" panose="02020603050405020304" pitchFamily="18" charset="0"/>
            </a:endParaRPr>
          </a:p>
        </p:txBody>
      </p:sp>
      <p:sp>
        <p:nvSpPr>
          <p:cNvPr id="9" name="Rectangle 2"/>
          <p:cNvSpPr>
            <a:spLocks noGrp="1" noChangeArrowheads="1"/>
          </p:cNvSpPr>
          <p:nvPr>
            <p:custDataLst>
              <p:tags r:id="rId1"/>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sym typeface="+mn-ea"/>
              </a:rPr>
              <a:t>面向口头表达的写作</a:t>
            </a:r>
            <a:endParaRPr lang="zh-CN" altLang="en-US" dirty="0">
              <a:effectLst>
                <a:outerShdw blurRad="38100" dist="38100" dir="2700000" algn="tl">
                  <a:srgbClr val="000000"/>
                </a:outerShdw>
              </a:effectL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6858368-55F4-49F8-8934-3519A6DBEEC1}" type="slidenum">
              <a:rPr kumimoji="0" lang="en-US" altLang="zh-CN" sz="2000" smtClean="0"/>
              <a:t>25</a:t>
            </a:fld>
            <a:endParaRPr kumimoji="0" lang="en-US" altLang="zh-CN" sz="2000"/>
          </a:p>
        </p:txBody>
      </p:sp>
      <p:sp>
        <p:nvSpPr>
          <p:cNvPr id="9" name="Rectangle 2"/>
          <p:cNvSpPr>
            <a:spLocks noGrp="1" noChangeArrowheads="1"/>
          </p:cNvSpPr>
          <p:nvPr>
            <p:ph type="title"/>
          </p:nvPr>
        </p:nvSpPr>
        <p:spPr>
          <a:xfrm>
            <a:off x="1090295" y="44450"/>
            <a:ext cx="7945755" cy="792480"/>
          </a:xfrm>
        </p:spPr>
        <p:txBody>
          <a:bodyPr/>
          <a:lstStyle/>
          <a:p>
            <a:pPr eaLnBrk="1" hangingPunct="1">
              <a:defRPr/>
            </a:pPr>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sym typeface="+mn-ea"/>
              </a:rPr>
              <a:t>面向口头表达的写作</a:t>
            </a:r>
            <a:endParaRPr lang="zh-CN" altLang="en-US" b="1" dirty="0">
              <a:solidFill>
                <a:schemeClr val="tx1"/>
              </a:solidFill>
              <a:effectLst>
                <a:outerShdw blurRad="38100" dist="38100" dir="2700000" algn="tl">
                  <a:srgbClr val="000000"/>
                </a:outerShdw>
              </a:effectLst>
              <a:latin typeface="方正楷体_GB2312" panose="02000000000000000000" charset="-122"/>
              <a:ea typeface="方正楷体_GB2312" panose="02000000000000000000" charset="-122"/>
              <a:cs typeface="方正楷体_GB2312" panose="02000000000000000000" charset="-122"/>
              <a:sym typeface="+mn-ea"/>
            </a:endParaRPr>
          </a:p>
        </p:txBody>
      </p:sp>
      <p:sp>
        <p:nvSpPr>
          <p:cNvPr id="8" name="矩形 7"/>
          <p:cNvSpPr/>
          <p:nvPr/>
        </p:nvSpPr>
        <p:spPr>
          <a:xfrm>
            <a:off x="925513" y="1052513"/>
            <a:ext cx="8218487" cy="536575"/>
          </a:xfrm>
          <a:prstGeom prst="rect">
            <a:avLst/>
          </a:prstGeom>
          <a:solidFill>
            <a:srgbClr val="0070C0"/>
          </a:solidFill>
          <a:ln w="12700" cap="flat" cmpd="sng" algn="ctr">
            <a:noFill/>
            <a:prstDash val="solid"/>
            <a:miter lim="800000"/>
          </a:ln>
          <a:effectLst/>
        </p:spPr>
        <p:txBody>
          <a:bodyPr anchor="ctr"/>
          <a:lstStyle/>
          <a:p>
            <a:pPr defTabSz="457200" eaLnBrk="1" fontAlgn="auto" hangingPunct="1">
              <a:spcBef>
                <a:spcPts val="0"/>
              </a:spcBef>
              <a:spcAft>
                <a:spcPts val="0"/>
              </a:spcAft>
              <a:defRPr/>
            </a:pPr>
            <a:r>
              <a:rPr kumimoji="0" lang="zh-CN" altLang="en-US" sz="2400" kern="0" dirty="0">
                <a:solidFill>
                  <a:prstClr val="white"/>
                </a:solidFill>
                <a:latin typeface="华文楷体" panose="02010600040101010101" pitchFamily="2" charset="-122"/>
                <a:ea typeface="华文楷体" panose="02010600040101010101" pitchFamily="2" charset="-122"/>
              </a:rPr>
              <a:t>做好幻灯片，并排练、</a:t>
            </a:r>
            <a:r>
              <a:rPr kumimoji="0" lang="zh-CN" altLang="en-US" sz="2400" kern="0" dirty="0">
                <a:solidFill>
                  <a:prstClr val="white"/>
                </a:solidFill>
                <a:latin typeface="华文楷体" panose="02010600040101010101" pitchFamily="2" charset="-122"/>
                <a:ea typeface="华文楷体" panose="02010600040101010101" pitchFamily="2" charset="-122"/>
                <a:sym typeface="+mn-ea"/>
              </a:rPr>
              <a:t>排练、</a:t>
            </a:r>
            <a:r>
              <a:rPr kumimoji="0" lang="zh-CN" altLang="en-US" sz="2400" kern="0" dirty="0">
                <a:solidFill>
                  <a:prstClr val="white"/>
                </a:solidFill>
                <a:latin typeface="华文楷体" panose="02010600040101010101" pitchFamily="2" charset="-122"/>
                <a:ea typeface="华文楷体" panose="02010600040101010101" pitchFamily="2" charset="-122"/>
              </a:rPr>
              <a:t>再排练！</a:t>
            </a:r>
          </a:p>
        </p:txBody>
      </p:sp>
      <p:sp>
        <p:nvSpPr>
          <p:cNvPr id="8198" name="矩形 11"/>
          <p:cNvSpPr>
            <a:spLocks noChangeArrowheads="1"/>
          </p:cNvSpPr>
          <p:nvPr/>
        </p:nvSpPr>
        <p:spPr bwMode="auto">
          <a:xfrm>
            <a:off x="1077912" y="1600012"/>
            <a:ext cx="7913687"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dirty="0">
                <a:solidFill>
                  <a:srgbClr val="000000"/>
                </a:solidFill>
                <a:latin typeface="华文楷体" panose="02010600040101010101" pitchFamily="2" charset="-122"/>
                <a:ea typeface="华文楷体" panose="02010600040101010101" pitchFamily="2" charset="-122"/>
              </a:rPr>
              <a:t>千万不要以为幻灯片（</a:t>
            </a:r>
            <a:r>
              <a:rPr kumimoji="0" lang="en-US" altLang="zh-CN" sz="2000" dirty="0">
                <a:solidFill>
                  <a:srgbClr val="000000"/>
                </a:solidFill>
                <a:latin typeface="华文楷体" panose="02010600040101010101" pitchFamily="2" charset="-122"/>
                <a:ea typeface="华文楷体" panose="02010600040101010101" pitchFamily="2" charset="-122"/>
              </a:rPr>
              <a:t>slides</a:t>
            </a:r>
            <a:r>
              <a:rPr kumimoji="0" lang="zh-CN" altLang="en-US" sz="2000" dirty="0">
                <a:solidFill>
                  <a:srgbClr val="000000"/>
                </a:solidFill>
                <a:latin typeface="华文楷体" panose="02010600040101010101" pitchFamily="2" charset="-122"/>
                <a:ea typeface="华文楷体" panose="02010600040101010101" pitchFamily="2" charset="-122"/>
              </a:rPr>
              <a:t>）就是小孩玩的东西，在报告中，一个好的</a:t>
            </a:r>
            <a:r>
              <a:rPr kumimoji="0" lang="en-US" altLang="zh-CN" sz="2000" dirty="0">
                <a:solidFill>
                  <a:srgbClr val="000000"/>
                </a:solidFill>
                <a:latin typeface="华文楷体" panose="02010600040101010101" pitchFamily="2" charset="-122"/>
                <a:ea typeface="华文楷体" panose="02010600040101010101" pitchFamily="2" charset="-122"/>
              </a:rPr>
              <a:t>ppt</a:t>
            </a:r>
            <a:r>
              <a:rPr kumimoji="0" lang="zh-CN" altLang="en-US" sz="2000" dirty="0">
                <a:solidFill>
                  <a:srgbClr val="000000"/>
                </a:solidFill>
                <a:latin typeface="华文楷体" panose="02010600040101010101" pitchFamily="2" charset="-122"/>
                <a:ea typeface="华文楷体" panose="02010600040101010101" pitchFamily="2" charset="-122"/>
              </a:rPr>
              <a:t>能够帮你：</a:t>
            </a:r>
            <a:endParaRPr kumimoji="0" lang="en-US" altLang="zh-CN" sz="2000" dirty="0">
              <a:solidFill>
                <a:srgbClr val="000000"/>
              </a:solidFill>
              <a:latin typeface="华文楷体" panose="02010600040101010101" pitchFamily="2" charset="-122"/>
              <a:ea typeface="华文楷体" panose="02010600040101010101" pitchFamily="2" charset="-122"/>
            </a:endParaRPr>
          </a:p>
          <a:p>
            <a:pPr marL="342900" indent="-342900" eaLnBrk="1" hangingPunct="1">
              <a:buFont typeface="Arial" panose="020B0604020202020204" pitchFamily="34" charset="0"/>
              <a:buChar char="•"/>
            </a:pPr>
            <a:r>
              <a:rPr kumimoji="0" lang="zh-CN" altLang="en-US" sz="2000" dirty="0">
                <a:solidFill>
                  <a:srgbClr val="000000"/>
                </a:solidFill>
                <a:latin typeface="华文楷体" panose="02010600040101010101" pitchFamily="2" charset="-122"/>
                <a:ea typeface="华文楷体" panose="02010600040101010101" pitchFamily="2" charset="-122"/>
              </a:rPr>
              <a:t>调整思路、</a:t>
            </a:r>
            <a:endParaRPr kumimoji="0" lang="en-US" altLang="zh-CN" sz="2000" dirty="0">
              <a:solidFill>
                <a:srgbClr val="000000"/>
              </a:solidFill>
              <a:latin typeface="华文楷体" panose="02010600040101010101" pitchFamily="2" charset="-122"/>
              <a:ea typeface="华文楷体" panose="02010600040101010101" pitchFamily="2" charset="-122"/>
            </a:endParaRPr>
          </a:p>
          <a:p>
            <a:pPr marL="342900" indent="-342900" eaLnBrk="1" hangingPunct="1">
              <a:buFont typeface="Arial" panose="020B0604020202020204" pitchFamily="34" charset="0"/>
              <a:buChar char="•"/>
            </a:pPr>
            <a:r>
              <a:rPr kumimoji="0" lang="zh-CN" altLang="en-US" sz="2000" dirty="0">
                <a:solidFill>
                  <a:srgbClr val="000000"/>
                </a:solidFill>
                <a:latin typeface="华文楷体" panose="02010600040101010101" pitchFamily="2" charset="-122"/>
                <a:ea typeface="华文楷体" panose="02010600040101010101" pitchFamily="2" charset="-122"/>
              </a:rPr>
              <a:t>梳理重点、</a:t>
            </a:r>
            <a:endParaRPr kumimoji="0" lang="en-US" altLang="zh-CN" sz="2000" dirty="0">
              <a:solidFill>
                <a:srgbClr val="000000"/>
              </a:solidFill>
              <a:latin typeface="华文楷体" panose="02010600040101010101" pitchFamily="2" charset="-122"/>
              <a:ea typeface="华文楷体" panose="02010600040101010101" pitchFamily="2" charset="-122"/>
            </a:endParaRPr>
          </a:p>
          <a:p>
            <a:pPr marL="342900" indent="-342900" eaLnBrk="1" hangingPunct="1">
              <a:buFont typeface="Arial" panose="020B0604020202020204" pitchFamily="34" charset="0"/>
              <a:buChar char="•"/>
            </a:pPr>
            <a:r>
              <a:rPr kumimoji="0" lang="zh-CN" altLang="en-US" sz="2000" dirty="0">
                <a:solidFill>
                  <a:srgbClr val="000000"/>
                </a:solidFill>
                <a:latin typeface="华文楷体" panose="02010600040101010101" pitchFamily="2" charset="-122"/>
                <a:ea typeface="华文楷体" panose="02010600040101010101" pitchFamily="2" charset="-122"/>
              </a:rPr>
              <a:t>提升美感、</a:t>
            </a:r>
            <a:endParaRPr kumimoji="0" lang="en-US" altLang="zh-CN" sz="2000" dirty="0">
              <a:solidFill>
                <a:srgbClr val="000000"/>
              </a:solidFill>
              <a:latin typeface="华文楷体" panose="02010600040101010101" pitchFamily="2" charset="-122"/>
              <a:ea typeface="华文楷体" panose="02010600040101010101" pitchFamily="2" charset="-122"/>
            </a:endParaRPr>
          </a:p>
          <a:p>
            <a:pPr marL="342900" indent="-342900" eaLnBrk="1" hangingPunct="1">
              <a:buFont typeface="Arial" panose="020B0604020202020204" pitchFamily="34" charset="0"/>
              <a:buChar char="•"/>
            </a:pPr>
            <a:r>
              <a:rPr kumimoji="0" lang="zh-CN" altLang="en-US" sz="2000" dirty="0">
                <a:solidFill>
                  <a:srgbClr val="000000"/>
                </a:solidFill>
                <a:latin typeface="华文楷体" panose="02010600040101010101" pitchFamily="2" charset="-122"/>
                <a:ea typeface="华文楷体" panose="02010600040101010101" pitchFamily="2" charset="-122"/>
              </a:rPr>
              <a:t>控制时间。</a:t>
            </a:r>
          </a:p>
        </p:txBody>
      </p:sp>
      <p:pic>
        <p:nvPicPr>
          <p:cNvPr id="8199" name="图片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9725" y="4438650"/>
            <a:ext cx="1441450"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矩形 15"/>
          <p:cNvSpPr>
            <a:spLocks noChangeArrowheads="1"/>
          </p:cNvSpPr>
          <p:nvPr/>
        </p:nvSpPr>
        <p:spPr bwMode="auto">
          <a:xfrm>
            <a:off x="2355849" y="3514518"/>
            <a:ext cx="590899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b="1" dirty="0">
                <a:solidFill>
                  <a:srgbClr val="C00000"/>
                </a:solidFill>
                <a:latin typeface="华文楷体" panose="02010600040101010101" pitchFamily="2" charset="-122"/>
                <a:ea typeface="华文楷体" panose="02010600040101010101" pitchFamily="2" charset="-122"/>
              </a:rPr>
              <a:t>做好</a:t>
            </a:r>
            <a:r>
              <a:rPr kumimoji="0" lang="en-US" altLang="zh-CN" sz="2000" b="1" dirty="0">
                <a:solidFill>
                  <a:srgbClr val="C00000"/>
                </a:solidFill>
                <a:latin typeface="华文楷体" panose="02010600040101010101" pitchFamily="2" charset="-122"/>
                <a:ea typeface="华文楷体" panose="02010600040101010101" pitchFamily="2" charset="-122"/>
              </a:rPr>
              <a:t>ppt</a:t>
            </a:r>
            <a:r>
              <a:rPr kumimoji="0" lang="zh-CN" altLang="en-US" sz="2000" b="1" dirty="0">
                <a:solidFill>
                  <a:srgbClr val="C00000"/>
                </a:solidFill>
                <a:latin typeface="华文楷体" panose="02010600040101010101" pitchFamily="2" charset="-122"/>
                <a:ea typeface="华文楷体" panose="02010600040101010101" pitchFamily="2" charset="-122"/>
              </a:rPr>
              <a:t>，并进行优质的表达，本身就是一项才能。</a:t>
            </a:r>
            <a:endParaRPr kumimoji="0" lang="en-US" altLang="zh-CN" sz="2000" b="1" dirty="0">
              <a:solidFill>
                <a:srgbClr val="C00000"/>
              </a:solidFill>
              <a:latin typeface="华文楷体" panose="02010600040101010101" pitchFamily="2" charset="-122"/>
              <a:ea typeface="华文楷体" panose="02010600040101010101" pitchFamily="2" charset="-122"/>
            </a:endParaRPr>
          </a:p>
          <a:p>
            <a:pPr eaLnBrk="1" hangingPunct="1"/>
            <a:r>
              <a:rPr kumimoji="0" lang="zh-CN" altLang="en-US" sz="2000" b="1" dirty="0">
                <a:solidFill>
                  <a:srgbClr val="C00000"/>
                </a:solidFill>
                <a:latin typeface="华文楷体" panose="02010600040101010101" pitchFamily="2" charset="-122"/>
                <a:ea typeface="华文楷体" panose="02010600040101010101" pitchFamily="2" charset="-122"/>
              </a:rPr>
              <a:t>这些都是做</a:t>
            </a:r>
            <a:r>
              <a:rPr kumimoji="0" lang="en-US" altLang="zh-CN" sz="2000" b="1" dirty="0">
                <a:solidFill>
                  <a:srgbClr val="C00000"/>
                </a:solidFill>
                <a:latin typeface="华文楷体" panose="02010600040101010101" pitchFamily="2" charset="-122"/>
                <a:ea typeface="华文楷体" panose="02010600040101010101" pitchFamily="2" charset="-122"/>
              </a:rPr>
              <a:t>ppt</a:t>
            </a:r>
            <a:r>
              <a:rPr kumimoji="0" lang="zh-CN" altLang="en-US" sz="2000" b="1" dirty="0">
                <a:solidFill>
                  <a:srgbClr val="C00000"/>
                </a:solidFill>
                <a:latin typeface="华文楷体" panose="02010600040101010101" pitchFamily="2" charset="-122"/>
                <a:ea typeface="华文楷体" panose="02010600040101010101" pitchFamily="2" charset="-122"/>
              </a:rPr>
              <a:t>做的超一流的大佬。</a:t>
            </a:r>
            <a:endParaRPr kumimoji="0" lang="en-US" altLang="zh-CN" sz="2000" b="1" dirty="0">
              <a:solidFill>
                <a:srgbClr val="C00000"/>
              </a:solidFill>
              <a:latin typeface="华文楷体" panose="02010600040101010101" pitchFamily="2" charset="-122"/>
              <a:ea typeface="华文楷体" panose="02010600040101010101" pitchFamily="2" charset="-122"/>
            </a:endParaRPr>
          </a:p>
        </p:txBody>
      </p:sp>
      <p:pic>
        <p:nvPicPr>
          <p:cNvPr id="8201" name="图片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5488" y="4438650"/>
            <a:ext cx="1441450"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2" name="矩形 17"/>
          <p:cNvSpPr>
            <a:spLocks noChangeArrowheads="1"/>
          </p:cNvSpPr>
          <p:nvPr/>
        </p:nvSpPr>
        <p:spPr bwMode="auto">
          <a:xfrm>
            <a:off x="1611313" y="6096000"/>
            <a:ext cx="7239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400" dirty="0">
                <a:solidFill>
                  <a:srgbClr val="000000"/>
                </a:solidFill>
                <a:latin typeface="Calibri" panose="020F0502020204030204" pitchFamily="34" charset="0"/>
                <a:ea typeface="等线" panose="02010600030101010101" pitchFamily="2" charset="-122"/>
              </a:rPr>
              <a:t>杰克马</a:t>
            </a:r>
          </a:p>
        </p:txBody>
      </p:sp>
      <p:sp>
        <p:nvSpPr>
          <p:cNvPr id="8203" name="矩形 18"/>
          <p:cNvSpPr>
            <a:spLocks noChangeArrowheads="1"/>
          </p:cNvSpPr>
          <p:nvPr/>
        </p:nvSpPr>
        <p:spPr bwMode="auto">
          <a:xfrm>
            <a:off x="3263900" y="6096000"/>
            <a:ext cx="722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1400">
                <a:solidFill>
                  <a:srgbClr val="000000"/>
                </a:solidFill>
                <a:latin typeface="Calibri" panose="020F0502020204030204" pitchFamily="34" charset="0"/>
                <a:ea typeface="等线" panose="02010600030101010101" pitchFamily="2" charset="-122"/>
              </a:rPr>
              <a:t>Pony</a:t>
            </a:r>
            <a:r>
              <a:rPr kumimoji="0" lang="zh-CN" altLang="en-US" sz="1400">
                <a:solidFill>
                  <a:srgbClr val="000000"/>
                </a:solidFill>
                <a:latin typeface="Calibri" panose="020F0502020204030204" pitchFamily="34" charset="0"/>
                <a:ea typeface="等线" panose="02010600030101010101" pitchFamily="2" charset="-122"/>
              </a:rPr>
              <a:t>马</a:t>
            </a:r>
          </a:p>
        </p:txBody>
      </p:sp>
      <p:pic>
        <p:nvPicPr>
          <p:cNvPr id="8204" name="图片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4425" y="4438650"/>
            <a:ext cx="1439863"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5" name="矩形 20"/>
          <p:cNvSpPr>
            <a:spLocks noChangeArrowheads="1"/>
          </p:cNvSpPr>
          <p:nvPr/>
        </p:nvSpPr>
        <p:spPr bwMode="auto">
          <a:xfrm>
            <a:off x="4922838" y="6096000"/>
            <a:ext cx="720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400">
                <a:solidFill>
                  <a:srgbClr val="000000"/>
                </a:solidFill>
                <a:latin typeface="Calibri" panose="020F0502020204030204" pitchFamily="34" charset="0"/>
                <a:ea typeface="等线" panose="02010600030101010101" pitchFamily="2" charset="-122"/>
              </a:rPr>
              <a:t>雷布斯</a:t>
            </a:r>
          </a:p>
        </p:txBody>
      </p:sp>
      <p:pic>
        <p:nvPicPr>
          <p:cNvPr id="8206" name="图片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0188" y="4438650"/>
            <a:ext cx="1439862"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7" name="矩形 22"/>
          <p:cNvSpPr>
            <a:spLocks noChangeArrowheads="1"/>
          </p:cNvSpPr>
          <p:nvPr/>
        </p:nvSpPr>
        <p:spPr bwMode="auto">
          <a:xfrm>
            <a:off x="6580188" y="6096000"/>
            <a:ext cx="89408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400">
                <a:solidFill>
                  <a:srgbClr val="000000"/>
                </a:solidFill>
                <a:latin typeface="Calibri" panose="020F0502020204030204" pitchFamily="34" charset="0"/>
                <a:ea typeface="等线" panose="02010600030101010101" pitchFamily="2" charset="-122"/>
              </a:rPr>
              <a:t>校友丁磊</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15"/>
          <p:cNvSpPr/>
          <p:nvPr/>
        </p:nvSpPr>
        <p:spPr>
          <a:xfrm>
            <a:off x="755576" y="1196211"/>
            <a:ext cx="6167438" cy="584775"/>
          </a:xfrm>
          <a:prstGeom prst="rect">
            <a:avLst/>
          </a:prstGeom>
          <a:noFill/>
          <a:ln w="9525">
            <a:noFill/>
          </a:ln>
        </p:spPr>
        <p:txBody>
          <a:bodyPr wrap="square" anchor="t">
            <a:spAutoFit/>
          </a:bodyPr>
          <a:lstStyle/>
          <a:p>
            <a:pPr marL="342900" indent="-342900">
              <a:buFont typeface="Wingdings" panose="05000000000000000000" charset="0"/>
              <a:buChar char="l"/>
            </a:pPr>
            <a:r>
              <a:rPr lang="en-US" altLang="zh-CN" sz="3200" b="1" kern="0" dirty="0">
                <a:solidFill>
                  <a:srgbClr val="000066"/>
                </a:solidFill>
                <a:ea typeface="楷体" panose="02010609060101010101" charset="-122"/>
                <a:cs typeface="Times New Roman" panose="02020603050405020304" pitchFamily="18" charset="0"/>
                <a:sym typeface="+mn-ea"/>
              </a:rPr>
              <a:t>PPT</a:t>
            </a:r>
            <a:r>
              <a:rPr lang="zh-CN" altLang="en-US" sz="3200" b="1" kern="0" dirty="0">
                <a:solidFill>
                  <a:srgbClr val="000066"/>
                </a:solidFill>
                <a:ea typeface="楷体" panose="02010609060101010101" charset="-122"/>
                <a:cs typeface="Times New Roman" panose="02020603050405020304" pitchFamily="18" charset="0"/>
                <a:sym typeface="+mn-ea"/>
              </a:rPr>
              <a:t>准备：</a:t>
            </a:r>
          </a:p>
        </p:txBody>
      </p:sp>
      <p:sp>
        <p:nvSpPr>
          <p:cNvPr id="2" name="文本框 1"/>
          <p:cNvSpPr txBox="1"/>
          <p:nvPr/>
        </p:nvSpPr>
        <p:spPr>
          <a:xfrm>
            <a:off x="901289" y="2018916"/>
            <a:ext cx="8101042" cy="1200329"/>
          </a:xfrm>
          <a:prstGeom prst="rect">
            <a:avLst/>
          </a:prstGeom>
          <a:noFill/>
        </p:spPr>
        <p:txBody>
          <a:bodyPr wrap="square" rtlCol="0">
            <a:spAutoFit/>
          </a:bodyPr>
          <a:lstStyle/>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sym typeface="+mn-ea"/>
              </a:rPr>
              <a:t>（</a:t>
            </a:r>
            <a:r>
              <a:rPr lang="en-US" altLang="zh-CN" sz="2400" b="1" kern="0" dirty="0">
                <a:solidFill>
                  <a:srgbClr val="002060"/>
                </a:solidFill>
                <a:ea typeface="楷体" panose="02010609060101010101" charset="-122"/>
                <a:cs typeface="Times New Roman" panose="02020603050405020304" pitchFamily="18" charset="0"/>
                <a:sym typeface="+mn-ea"/>
              </a:rPr>
              <a:t>1</a:t>
            </a:r>
            <a:r>
              <a:rPr lang="zh-CN" altLang="en-US" sz="2400" b="1" kern="0" dirty="0">
                <a:solidFill>
                  <a:srgbClr val="002060"/>
                </a:solidFill>
                <a:ea typeface="楷体" panose="02010609060101010101" charset="-122"/>
                <a:cs typeface="Times New Roman" panose="02020603050405020304" pitchFamily="18" charset="0"/>
                <a:sym typeface="+mn-ea"/>
              </a:rPr>
              <a:t>）舒适性：</a:t>
            </a:r>
          </a:p>
          <a:p>
            <a:pPr>
              <a:buFont typeface="Wingdings" panose="05000000000000000000" charset="0"/>
            </a:pPr>
            <a:r>
              <a:rPr lang="en-US" altLang="zh-CN" sz="2400" b="1" dirty="0">
                <a:solidFill>
                  <a:srgbClr val="002060"/>
                </a:solidFill>
                <a:latin typeface="华文楷体" panose="02010600040101010101" pitchFamily="2" charset="-122"/>
                <a:ea typeface="华文楷体" panose="02010600040101010101" pitchFamily="2" charset="-122"/>
              </a:rPr>
              <a:t>          </a:t>
            </a:r>
            <a:r>
              <a:rPr lang="zh-CN" altLang="zh-CN" sz="2400" b="1" dirty="0">
                <a:solidFill>
                  <a:srgbClr val="002060"/>
                </a:solidFill>
                <a:latin typeface="华文楷体" panose="02010600040101010101" pitchFamily="2" charset="-122"/>
                <a:ea typeface="华文楷体" panose="02010600040101010101" pitchFamily="2" charset="-122"/>
              </a:rPr>
              <a:t>不要使用太花哨的模板，可以用最简单的白底板，字体颜色稍有对比，让听众视觉舒服为宜</a:t>
            </a:r>
            <a:r>
              <a:rPr lang="zh-CN" altLang="en-US" sz="2400" b="1" dirty="0">
                <a:solidFill>
                  <a:srgbClr val="002060"/>
                </a:solidFill>
                <a:latin typeface="华文楷体" panose="02010600040101010101" pitchFamily="2" charset="-122"/>
                <a:ea typeface="华文楷体" panose="02010600040101010101" pitchFamily="2" charset="-122"/>
              </a:rPr>
              <a:t>。</a:t>
            </a:r>
          </a:p>
        </p:txBody>
      </p:sp>
      <p:sp>
        <p:nvSpPr>
          <p:cNvPr id="5" name="文本框 4"/>
          <p:cNvSpPr txBox="1"/>
          <p:nvPr/>
        </p:nvSpPr>
        <p:spPr>
          <a:xfrm>
            <a:off x="862023" y="4657504"/>
            <a:ext cx="8101042" cy="1200329"/>
          </a:xfrm>
          <a:prstGeom prst="rect">
            <a:avLst/>
          </a:prstGeom>
          <a:noFill/>
        </p:spPr>
        <p:txBody>
          <a:bodyPr wrap="square" rtlCol="0">
            <a:spAutoFit/>
          </a:bodyPr>
          <a:lstStyle/>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sym typeface="+mn-ea"/>
              </a:rPr>
              <a:t>（</a:t>
            </a:r>
            <a:r>
              <a:rPr lang="en-US" altLang="zh-CN" sz="2400" b="1" kern="0" dirty="0">
                <a:solidFill>
                  <a:srgbClr val="002060"/>
                </a:solidFill>
                <a:ea typeface="楷体" panose="02010609060101010101" charset="-122"/>
                <a:cs typeface="Times New Roman" panose="02020603050405020304" pitchFamily="18" charset="0"/>
                <a:sym typeface="+mn-ea"/>
              </a:rPr>
              <a:t>3</a:t>
            </a:r>
            <a:r>
              <a:rPr lang="zh-CN" altLang="en-US" sz="2400" b="1" kern="0" dirty="0">
                <a:solidFill>
                  <a:srgbClr val="002060"/>
                </a:solidFill>
                <a:ea typeface="楷体" panose="02010609060101010101" charset="-122"/>
                <a:cs typeface="Times New Roman" panose="02020603050405020304" pitchFamily="18" charset="0"/>
                <a:sym typeface="+mn-ea"/>
              </a:rPr>
              <a:t>）巧用图表：</a:t>
            </a:r>
            <a:endParaRPr lang="zh-CN" altLang="en-US" sz="2400" b="1" kern="0" dirty="0">
              <a:solidFill>
                <a:srgbClr val="002060"/>
              </a:solidFill>
              <a:ea typeface="楷体" panose="02010609060101010101" charset="-122"/>
              <a:cs typeface="Times New Roman" panose="02020603050405020304" pitchFamily="18" charset="0"/>
            </a:endParaRPr>
          </a:p>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sym typeface="+mn-ea"/>
              </a:rPr>
              <a:t>          </a:t>
            </a:r>
            <a:r>
              <a:rPr lang="en-US" altLang="zh-CN" sz="2400" b="1" dirty="0">
                <a:solidFill>
                  <a:srgbClr val="002060"/>
                </a:solidFill>
                <a:latin typeface="华文楷体" panose="02010600040101010101" pitchFamily="2" charset="-122"/>
                <a:ea typeface="华文楷体" panose="02010600040101010101" pitchFamily="2" charset="-122"/>
              </a:rPr>
              <a:t>PPT</a:t>
            </a:r>
            <a:r>
              <a:rPr lang="zh-CN" altLang="zh-CN" sz="2400" b="1" dirty="0">
                <a:solidFill>
                  <a:srgbClr val="002060"/>
                </a:solidFill>
                <a:latin typeface="华文楷体" panose="02010600040101010101" pitchFamily="2" charset="-122"/>
                <a:ea typeface="华文楷体" panose="02010600040101010101" pitchFamily="2" charset="-122"/>
              </a:rPr>
              <a:t>里忌讳有大段文字，图文并茂可以使听众更好地理解你的要点</a:t>
            </a:r>
            <a:r>
              <a:rPr lang="zh-CN" altLang="en-US" sz="2400" b="1" kern="0" dirty="0">
                <a:solidFill>
                  <a:srgbClr val="002060"/>
                </a:solidFill>
                <a:ea typeface="楷体" panose="02010609060101010101" charset="-122"/>
                <a:cs typeface="Times New Roman" panose="02020603050405020304" pitchFamily="18" charset="0"/>
                <a:sym typeface="+mn-ea"/>
              </a:rPr>
              <a:t>。</a:t>
            </a:r>
            <a:endParaRPr lang="zh-CN" altLang="en-US" sz="2400" dirty="0">
              <a:solidFill>
                <a:srgbClr val="002060"/>
              </a:solidFill>
            </a:endParaRPr>
          </a:p>
        </p:txBody>
      </p:sp>
      <p:sp>
        <p:nvSpPr>
          <p:cNvPr id="6" name="文本框 5"/>
          <p:cNvSpPr txBox="1"/>
          <p:nvPr/>
        </p:nvSpPr>
        <p:spPr>
          <a:xfrm>
            <a:off x="888780" y="3219245"/>
            <a:ext cx="8101042" cy="1569660"/>
          </a:xfrm>
          <a:prstGeom prst="rect">
            <a:avLst/>
          </a:prstGeom>
          <a:noFill/>
        </p:spPr>
        <p:txBody>
          <a:bodyPr wrap="square" rtlCol="0">
            <a:spAutoFit/>
          </a:bodyPr>
          <a:lstStyle/>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sym typeface="+mn-ea"/>
              </a:rPr>
              <a:t>（</a:t>
            </a:r>
            <a:r>
              <a:rPr lang="en-US" altLang="zh-CN" sz="2400" b="1" kern="0" dirty="0">
                <a:solidFill>
                  <a:srgbClr val="002060"/>
                </a:solidFill>
                <a:ea typeface="楷体" panose="02010609060101010101" charset="-122"/>
                <a:cs typeface="Times New Roman" panose="02020603050405020304" pitchFamily="18" charset="0"/>
                <a:sym typeface="+mn-ea"/>
              </a:rPr>
              <a:t>2</a:t>
            </a:r>
            <a:r>
              <a:rPr lang="zh-CN" altLang="en-US" sz="2400" b="1" kern="0" dirty="0">
                <a:solidFill>
                  <a:srgbClr val="002060"/>
                </a:solidFill>
                <a:ea typeface="楷体" panose="02010609060101010101" charset="-122"/>
                <a:cs typeface="Times New Roman" panose="02020603050405020304" pitchFamily="18" charset="0"/>
                <a:sym typeface="+mn-ea"/>
              </a:rPr>
              <a:t>）专业性：</a:t>
            </a:r>
            <a:endParaRPr lang="zh-CN" altLang="en-US" sz="2400" b="1" kern="0" dirty="0">
              <a:solidFill>
                <a:srgbClr val="002060"/>
              </a:solidFill>
              <a:ea typeface="楷体" panose="02010609060101010101" charset="-122"/>
              <a:cs typeface="Times New Roman" panose="02020603050405020304" pitchFamily="18" charset="0"/>
            </a:endParaRPr>
          </a:p>
          <a:p>
            <a:pPr>
              <a:buFont typeface="Wingdings" panose="05000000000000000000" charset="0"/>
            </a:pPr>
            <a:r>
              <a:rPr lang="en-US" altLang="zh-CN" sz="2400" b="1" dirty="0">
                <a:solidFill>
                  <a:srgbClr val="002060"/>
                </a:solidFill>
                <a:latin typeface="华文楷体" panose="02010600040101010101" pitchFamily="2" charset="-122"/>
                <a:ea typeface="华文楷体" panose="02010600040101010101" pitchFamily="2" charset="-122"/>
              </a:rPr>
              <a:t>          </a:t>
            </a:r>
            <a:r>
              <a:rPr lang="zh-CN" altLang="zh-CN" sz="2400" b="1" dirty="0">
                <a:solidFill>
                  <a:srgbClr val="002060"/>
                </a:solidFill>
                <a:latin typeface="华文楷体" panose="02010600040101010101" pitchFamily="2" charset="-122"/>
                <a:ea typeface="华文楷体" panose="02010600040101010101" pitchFamily="2" charset="-122"/>
              </a:rPr>
              <a:t>严肃与活泼之间的度要掌握好。</a:t>
            </a:r>
            <a:r>
              <a:rPr lang="en-US" altLang="zh-CN" sz="2400" b="1" dirty="0">
                <a:solidFill>
                  <a:srgbClr val="002060"/>
                </a:solidFill>
                <a:latin typeface="华文楷体" panose="02010600040101010101" pitchFamily="2" charset="-122"/>
                <a:ea typeface="华文楷体" panose="02010600040101010101" pitchFamily="2" charset="-122"/>
              </a:rPr>
              <a:t>  </a:t>
            </a:r>
            <a:r>
              <a:rPr lang="zh-CN" altLang="zh-CN" sz="2400" b="1" dirty="0">
                <a:solidFill>
                  <a:srgbClr val="002060"/>
                </a:solidFill>
                <a:latin typeface="华文楷体" panose="02010600040101010101" pitchFamily="2" charset="-122"/>
                <a:ea typeface="华文楷体" panose="02010600040101010101" pitchFamily="2" charset="-122"/>
              </a:rPr>
              <a:t>字体要统一，不仅字体的格式、大小要统一，每一页标题的位置也要统一</a:t>
            </a:r>
            <a:r>
              <a:rPr lang="zh-CN" altLang="en-US" sz="2400" b="1" dirty="0">
                <a:solidFill>
                  <a:srgbClr val="002060"/>
                </a:solidFill>
                <a:latin typeface="华文楷体" panose="02010600040101010101" pitchFamily="2" charset="-122"/>
                <a:ea typeface="华文楷体" panose="02010600040101010101" pitchFamily="2" charset="-122"/>
              </a:rPr>
              <a:t> </a:t>
            </a:r>
            <a:r>
              <a:rPr lang="zh-CN" altLang="en-US" sz="2400" b="1" kern="0" dirty="0">
                <a:solidFill>
                  <a:srgbClr val="002060"/>
                </a:solidFill>
                <a:ea typeface="楷体" panose="02010609060101010101" charset="-122"/>
                <a:cs typeface="Times New Roman" panose="02020603050405020304" pitchFamily="18" charset="0"/>
                <a:sym typeface="+mn-ea"/>
              </a:rPr>
              <a:t>。</a:t>
            </a:r>
            <a:endParaRPr lang="zh-CN" altLang="en-US" sz="2400" b="1" dirty="0">
              <a:solidFill>
                <a:srgbClr val="002060"/>
              </a:solidFill>
            </a:endParaRPr>
          </a:p>
          <a:p>
            <a:endParaRPr lang="zh-CN" altLang="en-US" sz="2400" dirty="0">
              <a:solidFill>
                <a:srgbClr val="002060"/>
              </a:solidFill>
            </a:endParaRPr>
          </a:p>
        </p:txBody>
      </p:sp>
      <p:sp>
        <p:nvSpPr>
          <p:cNvPr id="7" name="Rectangle 2"/>
          <p:cNvSpPr txBox="1">
            <a:spLocks noChangeArrowheads="1"/>
          </p:cNvSpPr>
          <p:nvPr/>
        </p:nvSpPr>
        <p:spPr>
          <a:xfrm>
            <a:off x="1040130" y="44450"/>
            <a:ext cx="8067040" cy="792480"/>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sym typeface="+mn-ea"/>
              </a:rPr>
              <a:t>面向口头表达的写作</a:t>
            </a:r>
            <a:endParaRPr lang="zh-CN" altLang="en-US" b="1" kern="0" dirty="0">
              <a:solidFill>
                <a:schemeClr val="tx1"/>
              </a:solidFill>
              <a:effectLst>
                <a:outerShdw blurRad="38100" dist="38100" dir="2700000" algn="tl">
                  <a:srgbClr val="000000"/>
                </a:outerShdw>
              </a:effectLst>
              <a:latin typeface="方正楷体_GB2312" panose="02000000000000000000" charset="-122"/>
              <a:ea typeface="方正楷体_GB2312" panose="02000000000000000000" charset="-122"/>
              <a:cs typeface="方正楷体_GB2312" panose="02000000000000000000"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15"/>
          <p:cNvSpPr/>
          <p:nvPr/>
        </p:nvSpPr>
        <p:spPr>
          <a:xfrm>
            <a:off x="971600" y="1153916"/>
            <a:ext cx="6167438" cy="584775"/>
          </a:xfrm>
          <a:prstGeom prst="rect">
            <a:avLst/>
          </a:prstGeom>
          <a:noFill/>
          <a:ln w="9525">
            <a:noFill/>
          </a:ln>
        </p:spPr>
        <p:txBody>
          <a:bodyPr wrap="square" anchor="t">
            <a:spAutoFit/>
          </a:bodyPr>
          <a:lstStyle/>
          <a:p>
            <a:pPr marL="342900" indent="-342900">
              <a:buFont typeface="Wingdings" panose="05000000000000000000" charset="0"/>
              <a:buChar char="l"/>
            </a:pPr>
            <a:r>
              <a:rPr lang="zh-CN" altLang="en-US" sz="3200" b="1" kern="0" dirty="0">
                <a:solidFill>
                  <a:srgbClr val="000066"/>
                </a:solidFill>
                <a:ea typeface="楷体" panose="02010609060101010101" charset="-122"/>
                <a:cs typeface="Times New Roman" panose="02020603050405020304" pitchFamily="18" charset="0"/>
                <a:sym typeface="+mn-ea"/>
              </a:rPr>
              <a:t>学术会议口头报告：</a:t>
            </a:r>
          </a:p>
        </p:txBody>
      </p:sp>
      <p:sp>
        <p:nvSpPr>
          <p:cNvPr id="2" name="文本框 1"/>
          <p:cNvSpPr txBox="1"/>
          <p:nvPr/>
        </p:nvSpPr>
        <p:spPr>
          <a:xfrm>
            <a:off x="938199" y="1879705"/>
            <a:ext cx="7843446" cy="1569660"/>
          </a:xfrm>
          <a:prstGeom prst="rect">
            <a:avLst/>
          </a:prstGeom>
          <a:noFill/>
        </p:spPr>
        <p:txBody>
          <a:bodyPr wrap="square" rtlCol="0">
            <a:spAutoFit/>
          </a:bodyPr>
          <a:lstStyle/>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sym typeface="+mn-ea"/>
              </a:rPr>
              <a:t>（</a:t>
            </a:r>
            <a:r>
              <a:rPr lang="en-US" altLang="zh-CN" sz="2400" b="1" kern="0" dirty="0">
                <a:solidFill>
                  <a:srgbClr val="002060"/>
                </a:solidFill>
                <a:ea typeface="楷体" panose="02010609060101010101" charset="-122"/>
                <a:cs typeface="Times New Roman" panose="02020603050405020304" pitchFamily="18" charset="0"/>
                <a:sym typeface="+mn-ea"/>
              </a:rPr>
              <a:t>1</a:t>
            </a:r>
            <a:r>
              <a:rPr lang="zh-CN" altLang="en-US" sz="2400" b="1" kern="0" dirty="0">
                <a:solidFill>
                  <a:srgbClr val="002060"/>
                </a:solidFill>
                <a:ea typeface="楷体" panose="02010609060101010101" charset="-122"/>
                <a:cs typeface="Times New Roman" panose="02020603050405020304" pitchFamily="18" charset="0"/>
                <a:sym typeface="+mn-ea"/>
              </a:rPr>
              <a:t>）目的明确：</a:t>
            </a:r>
            <a:endParaRPr lang="en-US" altLang="zh-CN" sz="2400" b="1" kern="0" dirty="0">
              <a:solidFill>
                <a:srgbClr val="002060"/>
              </a:solidFill>
              <a:ea typeface="楷体" panose="02010609060101010101" charset="-122"/>
              <a:cs typeface="Times New Roman" panose="02020603050405020304" pitchFamily="18" charset="0"/>
              <a:sym typeface="+mn-ea"/>
            </a:endParaRPr>
          </a:p>
          <a:p>
            <a:pPr>
              <a:buFont typeface="Wingdings" panose="05000000000000000000" charset="0"/>
            </a:pPr>
            <a:r>
              <a:rPr lang="en-US" altLang="zh-CN" sz="2400" b="1" dirty="0">
                <a:solidFill>
                  <a:srgbClr val="002060"/>
                </a:solidFill>
                <a:latin typeface="华文楷体" panose="02010600040101010101" pitchFamily="2" charset="-122"/>
                <a:ea typeface="华文楷体" panose="02010600040101010101" pitchFamily="2" charset="-122"/>
              </a:rPr>
              <a:t>         </a:t>
            </a:r>
            <a:r>
              <a:rPr lang="zh-CN" altLang="zh-CN" sz="2400" b="1" dirty="0">
                <a:solidFill>
                  <a:srgbClr val="002060"/>
                </a:solidFill>
                <a:latin typeface="华文楷体" panose="02010600040101010101" pitchFamily="2" charset="-122"/>
                <a:ea typeface="华文楷体" panose="02010600040101010101" pitchFamily="2" charset="-122"/>
              </a:rPr>
              <a:t>必须明确说出文本或自己打算处理的问题为何，结论为何；必须把</a:t>
            </a:r>
            <a:r>
              <a:rPr lang="zh-CN" altLang="en-US" sz="2400" b="1" dirty="0">
                <a:solidFill>
                  <a:srgbClr val="002060"/>
                </a:solidFill>
                <a:latin typeface="华文楷体" panose="02010600040101010101" pitchFamily="2" charset="-122"/>
                <a:ea typeface="华文楷体" panose="02010600040101010101" pitchFamily="2" charset="-122"/>
              </a:rPr>
              <a:t>论文</a:t>
            </a:r>
            <a:r>
              <a:rPr lang="zh-CN" altLang="zh-CN" sz="2400" b="1" dirty="0">
                <a:solidFill>
                  <a:srgbClr val="002060"/>
                </a:solidFill>
                <a:latin typeface="华文楷体" panose="02010600040101010101" pitchFamily="2" charset="-122"/>
                <a:ea typeface="华文楷体" panose="02010600040101010101" pitchFamily="2" charset="-122"/>
              </a:rPr>
              <a:t>本中的或是自己的主张、论证及思想转折过渡，准确而可理解地表达出来。</a:t>
            </a:r>
            <a:endParaRPr lang="zh-CN" altLang="en-US" sz="2400" b="1" dirty="0">
              <a:solidFill>
                <a:srgbClr val="002060"/>
              </a:solidFill>
              <a:latin typeface="华文楷体" panose="02010600040101010101" pitchFamily="2" charset="-122"/>
              <a:ea typeface="华文楷体" panose="02010600040101010101" pitchFamily="2" charset="-122"/>
            </a:endParaRPr>
          </a:p>
        </p:txBody>
      </p:sp>
      <p:sp>
        <p:nvSpPr>
          <p:cNvPr id="3" name="文本框 2"/>
          <p:cNvSpPr txBox="1"/>
          <p:nvPr/>
        </p:nvSpPr>
        <p:spPr>
          <a:xfrm>
            <a:off x="903175" y="3688235"/>
            <a:ext cx="7878470" cy="830997"/>
          </a:xfrm>
          <a:prstGeom prst="rect">
            <a:avLst/>
          </a:prstGeom>
          <a:noFill/>
        </p:spPr>
        <p:txBody>
          <a:bodyPr wrap="square" rtlCol="0">
            <a:spAutoFit/>
          </a:bodyPr>
          <a:lstStyle/>
          <a:p>
            <a:pPr>
              <a:buFont typeface="Wingdings" panose="05000000000000000000" charset="0"/>
            </a:pPr>
            <a:r>
              <a:rPr lang="zh-CN" altLang="en-US" sz="2400" b="1" kern="0" dirty="0">
                <a:solidFill>
                  <a:srgbClr val="000066"/>
                </a:solidFill>
                <a:ea typeface="楷体" panose="02010609060101010101" charset="-122"/>
                <a:cs typeface="Times New Roman" panose="02020603050405020304" pitchFamily="18" charset="0"/>
                <a:sym typeface="+mn-ea"/>
              </a:rPr>
              <a:t>（2）思路清晰，讲述条理清楚：</a:t>
            </a:r>
            <a:endParaRPr lang="en-US" altLang="zh-CN" sz="2400" b="1" kern="0" dirty="0">
              <a:solidFill>
                <a:srgbClr val="000066"/>
              </a:solidFill>
              <a:ea typeface="楷体" panose="02010609060101010101" charset="-122"/>
              <a:cs typeface="Times New Roman" panose="02020603050405020304" pitchFamily="18" charset="0"/>
              <a:sym typeface="+mn-ea"/>
            </a:endParaRPr>
          </a:p>
          <a:p>
            <a:pPr>
              <a:buFont typeface="Wingdings" panose="05000000000000000000" charset="0"/>
            </a:pPr>
            <a:endParaRPr lang="zh-CN" altLang="en-US" sz="2400" b="1" kern="0" dirty="0">
              <a:solidFill>
                <a:srgbClr val="000066"/>
              </a:solidFill>
              <a:ea typeface="楷体" panose="02010609060101010101" charset="-122"/>
              <a:cs typeface="Times New Roman" panose="02020603050405020304" pitchFamily="18" charset="0"/>
            </a:endParaRPr>
          </a:p>
        </p:txBody>
      </p:sp>
      <p:sp>
        <p:nvSpPr>
          <p:cNvPr id="4" name="文本框 3"/>
          <p:cNvSpPr txBox="1"/>
          <p:nvPr/>
        </p:nvSpPr>
        <p:spPr>
          <a:xfrm>
            <a:off x="971465" y="4459732"/>
            <a:ext cx="8005127" cy="1938992"/>
          </a:xfrm>
          <a:prstGeom prst="rect">
            <a:avLst/>
          </a:prstGeom>
          <a:noFill/>
        </p:spPr>
        <p:txBody>
          <a:bodyPr wrap="square" rtlCol="0">
            <a:spAutoFit/>
          </a:bodyPr>
          <a:lstStyle/>
          <a:p>
            <a:r>
              <a:rPr lang="zh-CN" altLang="en-US" sz="2400" b="1" kern="0" dirty="0">
                <a:solidFill>
                  <a:srgbClr val="002060"/>
                </a:solidFill>
                <a:ea typeface="楷体" panose="02010609060101010101" charset="-122"/>
                <a:cs typeface="Times New Roman" panose="02020603050405020304" pitchFamily="18" charset="0"/>
                <a:sym typeface="+mn-ea"/>
              </a:rPr>
              <a:t>（</a:t>
            </a:r>
            <a:r>
              <a:rPr lang="en-US" altLang="zh-CN" sz="2400" b="1" kern="0" dirty="0">
                <a:solidFill>
                  <a:srgbClr val="002060"/>
                </a:solidFill>
                <a:ea typeface="楷体" panose="02010609060101010101" charset="-122"/>
                <a:cs typeface="Times New Roman" panose="02020603050405020304" pitchFamily="18" charset="0"/>
                <a:sym typeface="+mn-ea"/>
              </a:rPr>
              <a:t>3</a:t>
            </a:r>
            <a:r>
              <a:rPr lang="zh-CN" altLang="en-US" sz="2400" b="1" kern="0" dirty="0">
                <a:solidFill>
                  <a:srgbClr val="002060"/>
                </a:solidFill>
                <a:ea typeface="楷体" panose="02010609060101010101" charset="-122"/>
                <a:cs typeface="Times New Roman" panose="02020603050405020304" pitchFamily="18" charset="0"/>
                <a:sym typeface="+mn-ea"/>
              </a:rPr>
              <a:t>）</a:t>
            </a:r>
            <a:r>
              <a:rPr lang="zh-CN" altLang="en-US" sz="2400" b="1" dirty="0">
                <a:solidFill>
                  <a:srgbClr val="002060"/>
                </a:solidFill>
                <a:latin typeface="华文楷体" panose="02010600040101010101" pitchFamily="2" charset="-122"/>
                <a:ea typeface="华文楷体" panose="02010600040101010101" pitchFamily="2" charset="-122"/>
              </a:rPr>
              <a:t>语言流畅：</a:t>
            </a:r>
            <a:endParaRPr lang="en-US" altLang="zh-CN" sz="2400" b="1" dirty="0">
              <a:solidFill>
                <a:srgbClr val="002060"/>
              </a:solidFill>
              <a:latin typeface="华文楷体" panose="02010600040101010101" pitchFamily="2" charset="-122"/>
              <a:ea typeface="华文楷体" panose="02010600040101010101" pitchFamily="2" charset="-122"/>
            </a:endParaRPr>
          </a:p>
          <a:p>
            <a:r>
              <a:rPr lang="en-US" altLang="zh-CN" sz="2400" b="1" dirty="0">
                <a:solidFill>
                  <a:srgbClr val="002060"/>
                </a:solidFill>
                <a:latin typeface="华文楷体" panose="02010600040101010101" pitchFamily="2" charset="-122"/>
                <a:ea typeface="华文楷体" panose="02010600040101010101" pitchFamily="2" charset="-122"/>
              </a:rPr>
              <a:t>          </a:t>
            </a:r>
            <a:r>
              <a:rPr lang="zh-CN" altLang="zh-CN" sz="2400" b="1" dirty="0">
                <a:solidFill>
                  <a:srgbClr val="002060"/>
                </a:solidFill>
                <a:latin typeface="华文楷体" panose="02010600040101010101" pitchFamily="2" charset="-122"/>
                <a:ea typeface="华文楷体" panose="02010600040101010101" pitchFamily="2" charset="-122"/>
              </a:rPr>
              <a:t>建议从头到尾把每一句准备说的话都考虑好，尤其要注意</a:t>
            </a:r>
            <a:r>
              <a:rPr lang="en-US" altLang="zh-CN" sz="2400" b="1" dirty="0">
                <a:solidFill>
                  <a:srgbClr val="002060"/>
                </a:solidFill>
                <a:latin typeface="华文楷体" panose="02010600040101010101" pitchFamily="2" charset="-122"/>
                <a:ea typeface="华文楷体" panose="02010600040101010101" pitchFamily="2" charset="-122"/>
              </a:rPr>
              <a:t>slide</a:t>
            </a:r>
            <a:r>
              <a:rPr lang="zh-CN" altLang="zh-CN" sz="2400" b="1" dirty="0">
                <a:solidFill>
                  <a:srgbClr val="002060"/>
                </a:solidFill>
                <a:latin typeface="华文楷体" panose="02010600040101010101" pitchFamily="2" charset="-122"/>
                <a:ea typeface="华文楷体" panose="02010600040101010101" pitchFamily="2" charset="-122"/>
              </a:rPr>
              <a:t>之间起承转合的语句，加入一些过渡性语言能帮助听众从一个要点转到另一个要点，它们是容易被忽略却很关键的步骤，能使你所传达的信息更容易被记住。</a:t>
            </a:r>
            <a:endParaRPr lang="zh-CN" altLang="en-US" sz="2400" b="1" dirty="0">
              <a:solidFill>
                <a:srgbClr val="002060"/>
              </a:solidFill>
              <a:latin typeface="华文楷体" panose="02010600040101010101" pitchFamily="2" charset="-122"/>
              <a:ea typeface="华文楷体" panose="02010600040101010101" pitchFamily="2" charset="-122"/>
            </a:endParaRPr>
          </a:p>
        </p:txBody>
      </p:sp>
      <p:sp>
        <p:nvSpPr>
          <p:cNvPr id="9" name="Rectangle 2"/>
          <p:cNvSpPr>
            <a:spLocks noGrp="1" noChangeArrowheads="1"/>
          </p:cNvSpPr>
          <p:nvPr>
            <p:custDataLst>
              <p:tags r:id="rId1"/>
            </p:custDataLst>
          </p:nvPr>
        </p:nvSpPr>
        <p:spPr>
          <a:xfrm>
            <a:off x="1100455" y="44450"/>
            <a:ext cx="8011160"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sym typeface="+mn-ea"/>
              </a:rPr>
              <a:t>面向口头表达的写作</a:t>
            </a:r>
            <a:endParaRPr lang="zh-CN" altLang="en-US" b="1" dirty="0">
              <a:solidFill>
                <a:schemeClr val="tx1"/>
              </a:solidFill>
              <a:effectLst>
                <a:outerShdw blurRad="38100" dist="38100" dir="2700000" algn="tl">
                  <a:srgbClr val="000000"/>
                </a:outerShdw>
              </a:effectLst>
              <a:latin typeface="方正楷体_GB2312" panose="02000000000000000000" charset="-122"/>
              <a:ea typeface="方正楷体_GB2312" panose="02000000000000000000" charset="-122"/>
              <a:cs typeface="方正楷体_GB2312" panose="02000000000000000000"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15"/>
          <p:cNvSpPr/>
          <p:nvPr/>
        </p:nvSpPr>
        <p:spPr>
          <a:xfrm>
            <a:off x="899592" y="1207835"/>
            <a:ext cx="6167438" cy="584775"/>
          </a:xfrm>
          <a:prstGeom prst="rect">
            <a:avLst/>
          </a:prstGeom>
          <a:noFill/>
          <a:ln w="9525">
            <a:noFill/>
          </a:ln>
        </p:spPr>
        <p:txBody>
          <a:bodyPr wrap="square" anchor="t">
            <a:spAutoFit/>
          </a:bodyPr>
          <a:lstStyle/>
          <a:p>
            <a:pPr marL="342900" indent="-342900">
              <a:buFont typeface="Wingdings" panose="05000000000000000000" charset="0"/>
              <a:buChar char="l"/>
            </a:pPr>
            <a:r>
              <a:rPr lang="zh-CN" altLang="en-US" sz="3200" b="1" kern="0" dirty="0">
                <a:solidFill>
                  <a:srgbClr val="000066"/>
                </a:solidFill>
                <a:ea typeface="楷体" panose="02010609060101010101" charset="-122"/>
                <a:cs typeface="Times New Roman" panose="02020603050405020304" pitchFamily="18" charset="0"/>
                <a:sym typeface="+mn-ea"/>
              </a:rPr>
              <a:t>学术会议口头报告：</a:t>
            </a:r>
          </a:p>
        </p:txBody>
      </p:sp>
      <p:sp>
        <p:nvSpPr>
          <p:cNvPr id="2" name="文本框 1"/>
          <p:cNvSpPr txBox="1"/>
          <p:nvPr/>
        </p:nvSpPr>
        <p:spPr>
          <a:xfrm>
            <a:off x="913326" y="2022561"/>
            <a:ext cx="7893609" cy="1200329"/>
          </a:xfrm>
          <a:prstGeom prst="rect">
            <a:avLst/>
          </a:prstGeom>
          <a:noFill/>
        </p:spPr>
        <p:txBody>
          <a:bodyPr wrap="square" rtlCol="0">
            <a:spAutoFit/>
          </a:bodyPr>
          <a:lstStyle/>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sym typeface="+mn-ea"/>
              </a:rPr>
              <a:t>（</a:t>
            </a:r>
            <a:r>
              <a:rPr lang="en-US" altLang="zh-CN" sz="2400" b="1" kern="0" dirty="0">
                <a:solidFill>
                  <a:srgbClr val="002060"/>
                </a:solidFill>
                <a:ea typeface="楷体" panose="02010609060101010101" charset="-122"/>
                <a:cs typeface="Times New Roman" panose="02020603050405020304" pitchFamily="18" charset="0"/>
                <a:sym typeface="+mn-ea"/>
              </a:rPr>
              <a:t>4</a:t>
            </a:r>
            <a:r>
              <a:rPr lang="zh-CN" altLang="en-US" sz="2400" b="1" kern="0" dirty="0">
                <a:solidFill>
                  <a:srgbClr val="002060"/>
                </a:solidFill>
                <a:ea typeface="楷体" panose="02010609060101010101" charset="-122"/>
                <a:cs typeface="Times New Roman" panose="02020603050405020304" pitchFamily="18" charset="0"/>
                <a:sym typeface="+mn-ea"/>
              </a:rPr>
              <a:t>）开场白：</a:t>
            </a:r>
            <a:endParaRPr lang="en-US" altLang="zh-CN" sz="2400" b="1" kern="0" dirty="0">
              <a:solidFill>
                <a:srgbClr val="002060"/>
              </a:solidFill>
              <a:ea typeface="楷体" panose="02010609060101010101" charset="-122"/>
              <a:cs typeface="Times New Roman" panose="02020603050405020304" pitchFamily="18" charset="0"/>
              <a:sym typeface="+mn-ea"/>
            </a:endParaRPr>
          </a:p>
          <a:p>
            <a:pPr>
              <a:buFont typeface="Wingdings" panose="05000000000000000000" charset="0"/>
            </a:pPr>
            <a:r>
              <a:rPr lang="en-US" altLang="zh-CN" sz="2400" b="1" dirty="0">
                <a:solidFill>
                  <a:srgbClr val="002060"/>
                </a:solidFill>
                <a:latin typeface="华文楷体" panose="02010600040101010101" pitchFamily="2" charset="-122"/>
                <a:ea typeface="华文楷体" panose="02010600040101010101" pitchFamily="2" charset="-122"/>
              </a:rPr>
              <a:t>         </a:t>
            </a:r>
            <a:r>
              <a:rPr lang="zh-CN" altLang="en-US" sz="2400" b="1" dirty="0">
                <a:solidFill>
                  <a:srgbClr val="002060"/>
                </a:solidFill>
                <a:latin typeface="华文楷体" panose="02010600040101010101" pitchFamily="2" charset="-122"/>
                <a:ea typeface="华文楷体" panose="02010600040101010101" pitchFamily="2" charset="-122"/>
              </a:rPr>
              <a:t>开门见山、引人入胜、能在短时间内</a:t>
            </a:r>
            <a:r>
              <a:rPr lang="zh-CN" altLang="zh-CN" sz="2400" b="1" dirty="0">
                <a:solidFill>
                  <a:srgbClr val="002060"/>
                </a:solidFill>
                <a:latin typeface="华文楷体" panose="02010600040101010101" pitchFamily="2" charset="-122"/>
                <a:ea typeface="华文楷体" panose="02010600040101010101" pitchFamily="2" charset="-122"/>
              </a:rPr>
              <a:t>把听众带进到报告中来。</a:t>
            </a:r>
            <a:endParaRPr lang="zh-CN" altLang="en-US" sz="2400" b="1" dirty="0">
              <a:solidFill>
                <a:srgbClr val="002060"/>
              </a:solidFill>
              <a:latin typeface="华文楷体" panose="02010600040101010101" pitchFamily="2" charset="-122"/>
              <a:ea typeface="华文楷体" panose="02010600040101010101" pitchFamily="2" charset="-122"/>
            </a:endParaRPr>
          </a:p>
        </p:txBody>
      </p:sp>
      <p:sp>
        <p:nvSpPr>
          <p:cNvPr id="3" name="文本框 2"/>
          <p:cNvSpPr txBox="1"/>
          <p:nvPr/>
        </p:nvSpPr>
        <p:spPr>
          <a:xfrm>
            <a:off x="891952" y="3452841"/>
            <a:ext cx="7893609" cy="1200329"/>
          </a:xfrm>
          <a:prstGeom prst="rect">
            <a:avLst/>
          </a:prstGeom>
          <a:noFill/>
        </p:spPr>
        <p:txBody>
          <a:bodyPr wrap="square" rtlCol="0">
            <a:spAutoFit/>
          </a:bodyPr>
          <a:lstStyle/>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sym typeface="+mn-ea"/>
              </a:rPr>
              <a:t>（</a:t>
            </a:r>
            <a:r>
              <a:rPr lang="en-US" altLang="zh-CN" sz="2400" b="1" kern="0" dirty="0">
                <a:solidFill>
                  <a:srgbClr val="002060"/>
                </a:solidFill>
                <a:ea typeface="楷体" panose="02010609060101010101" charset="-122"/>
                <a:cs typeface="Times New Roman" panose="02020603050405020304" pitchFamily="18" charset="0"/>
                <a:sym typeface="+mn-ea"/>
              </a:rPr>
              <a:t>5</a:t>
            </a:r>
            <a:r>
              <a:rPr lang="zh-CN" altLang="en-US" sz="2400" b="1" kern="0" dirty="0">
                <a:solidFill>
                  <a:srgbClr val="002060"/>
                </a:solidFill>
                <a:ea typeface="楷体" panose="02010609060101010101" charset="-122"/>
                <a:cs typeface="Times New Roman" panose="02020603050405020304" pitchFamily="18" charset="0"/>
                <a:sym typeface="+mn-ea"/>
              </a:rPr>
              <a:t>）语言：</a:t>
            </a:r>
            <a:endParaRPr lang="en-US" altLang="zh-CN" sz="2400" b="1" kern="0" dirty="0">
              <a:solidFill>
                <a:srgbClr val="002060"/>
              </a:solidFill>
              <a:ea typeface="楷体" panose="02010609060101010101" charset="-122"/>
              <a:cs typeface="Times New Roman" panose="02020603050405020304" pitchFamily="18" charset="0"/>
              <a:sym typeface="+mn-ea"/>
            </a:endParaRPr>
          </a:p>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rPr>
              <a:t>           流畅、语速适中、字正腔圆、声音洪亮、讲述时</a:t>
            </a:r>
            <a:r>
              <a:rPr lang="zh-CN" altLang="zh-CN" sz="2400" b="1" dirty="0">
                <a:solidFill>
                  <a:srgbClr val="002060"/>
                </a:solidFill>
                <a:latin typeface="华文楷体" panose="02010600040101010101" pitchFamily="2" charset="-122"/>
                <a:ea typeface="华文楷体" panose="02010600040101010101" pitchFamily="2" charset="-122"/>
              </a:rPr>
              <a:t>自信</a:t>
            </a:r>
            <a:r>
              <a:rPr lang="zh-CN" altLang="en-US" sz="2400" b="1" dirty="0">
                <a:solidFill>
                  <a:srgbClr val="002060"/>
                </a:solidFill>
                <a:latin typeface="华文楷体" panose="02010600040101010101" pitchFamily="2" charset="-122"/>
                <a:ea typeface="华文楷体" panose="02010600040101010101" pitchFamily="2" charset="-122"/>
              </a:rPr>
              <a:t>、</a:t>
            </a:r>
            <a:r>
              <a:rPr lang="zh-CN" altLang="zh-CN" sz="2400" b="1" dirty="0">
                <a:solidFill>
                  <a:srgbClr val="002060"/>
                </a:solidFill>
                <a:latin typeface="华文楷体" panose="02010600040101010101" pitchFamily="2" charset="-122"/>
                <a:ea typeface="华文楷体" panose="02010600040101010101" pitchFamily="2" charset="-122"/>
              </a:rPr>
              <a:t>自然</a:t>
            </a:r>
            <a:r>
              <a:rPr lang="zh-CN" altLang="en-US" sz="2400" b="1" dirty="0">
                <a:solidFill>
                  <a:srgbClr val="002060"/>
                </a:solidFill>
                <a:latin typeface="华文楷体" panose="02010600040101010101" pitchFamily="2" charset="-122"/>
                <a:ea typeface="华文楷体" panose="02010600040101010101" pitchFamily="2" charset="-122"/>
              </a:rPr>
              <a:t>。</a:t>
            </a:r>
            <a:endParaRPr lang="zh-CN" altLang="en-US" sz="2400" b="1" kern="0" dirty="0">
              <a:solidFill>
                <a:srgbClr val="002060"/>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5" name="文本框 4"/>
          <p:cNvSpPr txBox="1"/>
          <p:nvPr/>
        </p:nvSpPr>
        <p:spPr>
          <a:xfrm>
            <a:off x="871736" y="4868792"/>
            <a:ext cx="7750060" cy="1200329"/>
          </a:xfrm>
          <a:prstGeom prst="rect">
            <a:avLst/>
          </a:prstGeom>
          <a:noFill/>
        </p:spPr>
        <p:txBody>
          <a:bodyPr wrap="square" rtlCol="0">
            <a:spAutoFit/>
          </a:bodyPr>
          <a:lstStyle/>
          <a:p>
            <a:r>
              <a:rPr lang="zh-CN" altLang="en-US" sz="2400" b="1" kern="0" dirty="0">
                <a:solidFill>
                  <a:srgbClr val="002060"/>
                </a:solidFill>
                <a:ea typeface="楷体" panose="02010609060101010101" charset="-122"/>
                <a:cs typeface="Times New Roman" panose="02020603050405020304" pitchFamily="18" charset="0"/>
                <a:sym typeface="+mn-ea"/>
              </a:rPr>
              <a:t>（</a:t>
            </a:r>
            <a:r>
              <a:rPr lang="en-US" altLang="zh-CN" sz="2400" b="1" kern="0" dirty="0">
                <a:solidFill>
                  <a:srgbClr val="002060"/>
                </a:solidFill>
                <a:ea typeface="楷体" panose="02010609060101010101" charset="-122"/>
                <a:cs typeface="Times New Roman" panose="02020603050405020304" pitchFamily="18" charset="0"/>
                <a:sym typeface="+mn-ea"/>
              </a:rPr>
              <a:t>6</a:t>
            </a:r>
            <a:r>
              <a:rPr lang="zh-CN" altLang="en-US" sz="2400" b="1" kern="0" dirty="0">
                <a:solidFill>
                  <a:srgbClr val="002060"/>
                </a:solidFill>
                <a:ea typeface="楷体" panose="02010609060101010101" charset="-122"/>
                <a:cs typeface="Times New Roman" panose="02020603050405020304" pitchFamily="18" charset="0"/>
                <a:sym typeface="+mn-ea"/>
              </a:rPr>
              <a:t>）</a:t>
            </a:r>
            <a:r>
              <a:rPr lang="zh-CN" altLang="en-US" sz="2400" b="1" dirty="0">
                <a:solidFill>
                  <a:srgbClr val="002060"/>
                </a:solidFill>
                <a:latin typeface="华文楷体" panose="02010600040101010101" pitchFamily="2" charset="-122"/>
                <a:ea typeface="华文楷体" panose="02010600040101010101" pitchFamily="2" charset="-122"/>
              </a:rPr>
              <a:t>恰当的语言肢体：</a:t>
            </a:r>
            <a:endParaRPr lang="en-US" altLang="zh-CN" sz="2400" b="1" dirty="0">
              <a:solidFill>
                <a:srgbClr val="002060"/>
              </a:solidFill>
              <a:latin typeface="华文楷体" panose="02010600040101010101" pitchFamily="2" charset="-122"/>
              <a:ea typeface="华文楷体" panose="02010600040101010101" pitchFamily="2" charset="-122"/>
            </a:endParaRPr>
          </a:p>
          <a:p>
            <a:r>
              <a:rPr lang="en-US" altLang="zh-CN" sz="2400" b="1" dirty="0">
                <a:solidFill>
                  <a:srgbClr val="002060"/>
                </a:solidFill>
                <a:latin typeface="华文楷体" panose="02010600040101010101" pitchFamily="2" charset="-122"/>
                <a:ea typeface="华文楷体" panose="02010600040101010101" pitchFamily="2" charset="-122"/>
              </a:rPr>
              <a:t>          </a:t>
            </a:r>
            <a:r>
              <a:rPr lang="zh-CN" altLang="en-US" sz="2400" b="1" dirty="0">
                <a:solidFill>
                  <a:srgbClr val="002060"/>
                </a:solidFill>
                <a:latin typeface="华文楷体" panose="02010600040101010101" pitchFamily="2" charset="-122"/>
                <a:ea typeface="华文楷体" panose="02010600040101010101" pitchFamily="2" charset="-122"/>
              </a:rPr>
              <a:t>衣着得体、彬彬有礼、举止端正、恰当的面部表情和肢体语言。</a:t>
            </a:r>
          </a:p>
        </p:txBody>
      </p:sp>
      <p:sp>
        <p:nvSpPr>
          <p:cNvPr id="7" name="Rectangle 2"/>
          <p:cNvSpPr txBox="1">
            <a:spLocks noChangeArrowheads="1"/>
          </p:cNvSpPr>
          <p:nvPr/>
        </p:nvSpPr>
        <p:spPr>
          <a:xfrm>
            <a:off x="1029335" y="44450"/>
            <a:ext cx="8179435" cy="792480"/>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sym typeface="+mn-ea"/>
              </a:rPr>
              <a:t>面向口头表达的写作</a:t>
            </a:r>
            <a:endParaRPr lang="zh-CN" altLang="en-US" b="1" kern="0" dirty="0">
              <a:solidFill>
                <a:schemeClr val="tx1"/>
              </a:solidFill>
              <a:effectLst>
                <a:outerShdw blurRad="38100" dist="38100" dir="2700000" algn="tl">
                  <a:srgbClr val="000000"/>
                </a:outerShdw>
              </a:effectLst>
              <a:latin typeface="方正楷体_GB2312" panose="02000000000000000000" charset="-122"/>
              <a:ea typeface="方正楷体_GB2312" panose="02000000000000000000" charset="-122"/>
              <a:cs typeface="方正楷体_GB2312" panose="02000000000000000000"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6E0A653-F027-4429-A3E3-5B4BDAFBD832}" type="slidenum">
              <a:rPr kumimoji="0" lang="en-US" altLang="zh-CN" sz="2000" smtClean="0"/>
              <a:t>29</a:t>
            </a:fld>
            <a:endParaRPr kumimoji="0" lang="en-US" altLang="zh-CN" sz="2000"/>
          </a:p>
        </p:txBody>
      </p:sp>
      <p:sp>
        <p:nvSpPr>
          <p:cNvPr id="9" name="Rectangle 2"/>
          <p:cNvSpPr>
            <a:spLocks noGrp="1" noChangeArrowheads="1"/>
          </p:cNvSpPr>
          <p:nvPr>
            <p:ph type="title"/>
          </p:nvPr>
        </p:nvSpPr>
        <p:spPr>
          <a:xfrm>
            <a:off x="1100455" y="44450"/>
            <a:ext cx="8011160" cy="792480"/>
          </a:xfrm>
        </p:spPr>
        <p:txBody>
          <a:bodyPr/>
          <a:lstStyle/>
          <a:p>
            <a:pPr eaLnBrk="1" hangingPunct="1">
              <a:defRPr/>
            </a:pPr>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sym typeface="+mn-ea"/>
              </a:rPr>
              <a:t>面向口头表达的写作</a:t>
            </a:r>
            <a:endParaRPr lang="zh-CN" altLang="en-US" b="1" dirty="0">
              <a:solidFill>
                <a:schemeClr val="tx1"/>
              </a:solidFill>
              <a:effectLst>
                <a:outerShdw blurRad="38100" dist="38100" dir="2700000" algn="tl">
                  <a:srgbClr val="000000"/>
                </a:outerShdw>
              </a:effectLst>
              <a:latin typeface="方正楷体_GB2312" panose="02000000000000000000" charset="-122"/>
              <a:ea typeface="方正楷体_GB2312" panose="02000000000000000000" charset="-122"/>
              <a:cs typeface="方正楷体_GB2312" panose="02000000000000000000" charset="-122"/>
              <a:sym typeface="+mn-ea"/>
            </a:endParaRPr>
          </a:p>
        </p:txBody>
      </p:sp>
      <p:sp>
        <p:nvSpPr>
          <p:cNvPr id="7172" name="矩形 10"/>
          <p:cNvSpPr>
            <a:spLocks noChangeArrowheads="1"/>
          </p:cNvSpPr>
          <p:nvPr/>
        </p:nvSpPr>
        <p:spPr bwMode="auto">
          <a:xfrm>
            <a:off x="755650" y="908050"/>
            <a:ext cx="8634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Aft>
                <a:spcPts val="600"/>
              </a:spcAft>
              <a:buFont typeface="Wingdings" panose="05000000000000000000" pitchFamily="2" charset="2"/>
              <a:buChar char="l"/>
            </a:pPr>
            <a:r>
              <a:rPr kumimoji="0" lang="zh-CN" altLang="en-US" sz="2000" b="1">
                <a:solidFill>
                  <a:srgbClr val="000000"/>
                </a:solidFill>
                <a:latin typeface="Calibri" panose="020F0502020204030204" pitchFamily="34" charset="0"/>
                <a:ea typeface="等线" panose="02010600030101010101" pitchFamily="2" charset="-122"/>
              </a:rPr>
              <a:t>口头表达：</a:t>
            </a:r>
            <a:endParaRPr kumimoji="0" lang="en-US" altLang="zh-CN" sz="2000" b="1">
              <a:solidFill>
                <a:srgbClr val="000000"/>
              </a:solidFill>
              <a:latin typeface="Calibri" panose="020F0502020204030204" pitchFamily="34" charset="0"/>
              <a:ea typeface="等线" panose="02010600030101010101" pitchFamily="2" charset="-122"/>
            </a:endParaRPr>
          </a:p>
        </p:txBody>
      </p:sp>
      <p:sp>
        <p:nvSpPr>
          <p:cNvPr id="10" name="矩形 9"/>
          <p:cNvSpPr/>
          <p:nvPr/>
        </p:nvSpPr>
        <p:spPr>
          <a:xfrm>
            <a:off x="900113" y="1452563"/>
            <a:ext cx="8208962" cy="536575"/>
          </a:xfrm>
          <a:prstGeom prst="rect">
            <a:avLst/>
          </a:prstGeom>
          <a:solidFill>
            <a:srgbClr val="0070C0"/>
          </a:solidFill>
          <a:ln w="12700" cap="flat" cmpd="sng" algn="ctr">
            <a:noFill/>
            <a:prstDash val="solid"/>
            <a:miter lim="800000"/>
          </a:ln>
          <a:effectLst/>
        </p:spPr>
        <p:txBody>
          <a:bodyPr anchor="ctr"/>
          <a:lstStyle/>
          <a:p>
            <a:pPr defTabSz="457200" eaLnBrk="1" fontAlgn="auto" hangingPunct="1">
              <a:spcBef>
                <a:spcPts val="0"/>
              </a:spcBef>
              <a:spcAft>
                <a:spcPts val="0"/>
              </a:spcAft>
              <a:defRPr/>
            </a:pPr>
            <a:r>
              <a:rPr kumimoji="0" lang="zh-CN" altLang="en-US" sz="2400" kern="0" dirty="0">
                <a:solidFill>
                  <a:prstClr val="white"/>
                </a:solidFill>
                <a:latin typeface="华文楷体" panose="02010600040101010101" pitchFamily="2" charset="-122"/>
                <a:ea typeface="华文楷体" panose="02010600040101010101" pitchFamily="2" charset="-122"/>
              </a:rPr>
              <a:t>科技领域，专业技术报告的</a:t>
            </a:r>
            <a:r>
              <a:rPr kumimoji="0" lang="en-US" altLang="zh-CN" sz="2400" kern="0" dirty="0" err="1">
                <a:solidFill>
                  <a:prstClr val="white"/>
                </a:solidFill>
                <a:latin typeface="华文楷体" panose="02010600040101010101" pitchFamily="2" charset="-122"/>
                <a:ea typeface="华文楷体" panose="02010600040101010101" pitchFamily="2" charset="-122"/>
              </a:rPr>
              <a:t>ppt</a:t>
            </a:r>
            <a:r>
              <a:rPr kumimoji="0" lang="zh-CN" altLang="en-US" sz="2400" kern="0" dirty="0">
                <a:solidFill>
                  <a:prstClr val="white"/>
                </a:solidFill>
                <a:latin typeface="华文楷体" panose="02010600040101010101" pitchFamily="2" charset="-122"/>
                <a:ea typeface="华文楷体" panose="02010600040101010101" pitchFamily="2" charset="-122"/>
              </a:rPr>
              <a:t>该怎么做？</a:t>
            </a:r>
          </a:p>
        </p:txBody>
      </p:sp>
      <p:sp>
        <p:nvSpPr>
          <p:cNvPr id="7174" name="矩形 12"/>
          <p:cNvSpPr>
            <a:spLocks noChangeArrowheads="1"/>
          </p:cNvSpPr>
          <p:nvPr/>
        </p:nvSpPr>
        <p:spPr bwMode="auto">
          <a:xfrm>
            <a:off x="1122362" y="2204562"/>
            <a:ext cx="79136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400" dirty="0">
                <a:solidFill>
                  <a:srgbClr val="000000"/>
                </a:solidFill>
                <a:latin typeface="华文楷体" panose="02010600040101010101" pitchFamily="2" charset="-122"/>
                <a:ea typeface="华文楷体" panose="02010600040101010101" pitchFamily="2" charset="-122"/>
              </a:rPr>
              <a:t>我们以本课程为例，练习</a:t>
            </a:r>
            <a:r>
              <a:rPr kumimoji="0" lang="en-US" altLang="zh-CN" sz="2400" dirty="0">
                <a:solidFill>
                  <a:srgbClr val="000000"/>
                </a:solidFill>
                <a:latin typeface="华文楷体" panose="02010600040101010101" pitchFamily="2" charset="-122"/>
                <a:ea typeface="华文楷体" panose="02010600040101010101" pitchFamily="2" charset="-122"/>
              </a:rPr>
              <a:t>5</a:t>
            </a:r>
            <a:r>
              <a:rPr kumimoji="0" lang="zh-CN" altLang="en-US" sz="2400" dirty="0">
                <a:solidFill>
                  <a:srgbClr val="000000"/>
                </a:solidFill>
                <a:latin typeface="华文楷体" panose="02010600040101010101" pitchFamily="2" charset="-122"/>
                <a:ea typeface="华文楷体" panose="02010600040101010101" pitchFamily="2" charset="-122"/>
              </a:rPr>
              <a:t>分钟左右的口头表达及其</a:t>
            </a:r>
            <a:r>
              <a:rPr kumimoji="0" lang="en-US" altLang="zh-CN" sz="2400" dirty="0">
                <a:solidFill>
                  <a:srgbClr val="000000"/>
                </a:solidFill>
                <a:latin typeface="华文楷体" panose="02010600040101010101" pitchFamily="2" charset="-122"/>
                <a:ea typeface="华文楷体" panose="02010600040101010101" pitchFamily="2" charset="-122"/>
              </a:rPr>
              <a:t>slides</a:t>
            </a:r>
            <a:r>
              <a:rPr kumimoji="0" lang="zh-CN" altLang="en-US" sz="2400" dirty="0">
                <a:solidFill>
                  <a:srgbClr val="000000"/>
                </a:solidFill>
                <a:latin typeface="华文楷体" panose="02010600040101010101" pitchFamily="2" charset="-122"/>
                <a:ea typeface="华文楷体" panose="02010600040101010101" pitchFamily="2" charset="-122"/>
              </a:rPr>
              <a:t>。</a:t>
            </a:r>
            <a:endParaRPr kumimoji="0" lang="en-US" altLang="zh-CN" sz="2400" dirty="0">
              <a:solidFill>
                <a:srgbClr val="000000"/>
              </a:solidFill>
              <a:latin typeface="华文楷体" panose="02010600040101010101" pitchFamily="2" charset="-122"/>
              <a:ea typeface="华文楷体" panose="02010600040101010101" pitchFamily="2" charset="-122"/>
            </a:endParaRPr>
          </a:p>
          <a:p>
            <a:pPr eaLnBrk="1" hangingPunct="1"/>
            <a:r>
              <a:rPr kumimoji="0" lang="zh-CN" altLang="en-US" sz="2400" b="1" dirty="0">
                <a:solidFill>
                  <a:srgbClr val="000000"/>
                </a:solidFill>
                <a:latin typeface="华文楷体" panose="02010600040101010101" pitchFamily="2" charset="-122"/>
                <a:ea typeface="华文楷体" panose="02010600040101010101" pitchFamily="2" charset="-122"/>
              </a:rPr>
              <a:t>你们的毕业论文汇报也是大约</a:t>
            </a:r>
            <a:r>
              <a:rPr kumimoji="0" lang="en-US" altLang="zh-CN" sz="2400" b="1" dirty="0">
                <a:solidFill>
                  <a:srgbClr val="000000"/>
                </a:solidFill>
                <a:latin typeface="华文楷体" panose="02010600040101010101" pitchFamily="2" charset="-122"/>
                <a:ea typeface="华文楷体" panose="02010600040101010101" pitchFamily="2" charset="-122"/>
              </a:rPr>
              <a:t>5</a:t>
            </a:r>
            <a:r>
              <a:rPr kumimoji="0" lang="zh-CN" altLang="en-US" sz="2400" b="1" dirty="0">
                <a:solidFill>
                  <a:srgbClr val="000000"/>
                </a:solidFill>
                <a:latin typeface="华文楷体" panose="02010600040101010101" pitchFamily="2" charset="-122"/>
                <a:ea typeface="华文楷体" panose="02010600040101010101" pitchFamily="2" charset="-122"/>
              </a:rPr>
              <a:t>分钟。</a:t>
            </a:r>
          </a:p>
        </p:txBody>
      </p:sp>
      <p:sp>
        <p:nvSpPr>
          <p:cNvPr id="14" name="矩形 13"/>
          <p:cNvSpPr/>
          <p:nvPr/>
        </p:nvSpPr>
        <p:spPr>
          <a:xfrm>
            <a:off x="1230312" y="3439600"/>
            <a:ext cx="7913688" cy="2586037"/>
          </a:xfrm>
          <a:prstGeom prst="rect">
            <a:avLst/>
          </a:prstGeom>
        </p:spPr>
        <p:txBody>
          <a:bodyPr>
            <a:spAutoFit/>
          </a:bodyPr>
          <a:lstStyle/>
          <a:p>
            <a:pPr defTabSz="457200" eaLnBrk="1" fontAlgn="auto" hangingPunct="1">
              <a:spcBef>
                <a:spcPts val="0"/>
              </a:spcBef>
              <a:spcAft>
                <a:spcPts val="0"/>
              </a:spcAft>
              <a:defRPr/>
            </a:pPr>
            <a:r>
              <a:rPr kumimoji="0" lang="zh-CN" altLang="en-US" sz="2400" b="1" dirty="0">
                <a:solidFill>
                  <a:srgbClr val="0070C0"/>
                </a:solidFill>
                <a:latin typeface="华文楷体" panose="02010600040101010101" pitchFamily="2" charset="-122"/>
                <a:ea typeface="华文楷体" panose="02010600040101010101" pitchFamily="2" charset="-122"/>
              </a:rPr>
              <a:t>本课程的口头报告建议提纲：</a:t>
            </a:r>
            <a:endParaRPr kumimoji="0" lang="en-US" altLang="zh-CN" sz="2400" b="1" dirty="0">
              <a:solidFill>
                <a:srgbClr val="0070C0"/>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r>
              <a:rPr kumimoji="0" lang="en-US" altLang="zh-CN" sz="2400" dirty="0">
                <a:solidFill>
                  <a:prstClr val="black"/>
                </a:solidFill>
                <a:latin typeface="华文楷体" panose="02010600040101010101" pitchFamily="2" charset="-122"/>
                <a:ea typeface="华文楷体" panose="02010600040101010101" pitchFamily="2" charset="-122"/>
              </a:rPr>
              <a:t>Introduction</a:t>
            </a:r>
            <a:r>
              <a:rPr kumimoji="0" lang="zh-CN" altLang="en-US" sz="2400" dirty="0">
                <a:solidFill>
                  <a:prstClr val="black"/>
                </a:solidFill>
                <a:latin typeface="华文楷体" panose="02010600040101010101" pitchFamily="2" charset="-122"/>
                <a:ea typeface="华文楷体" panose="02010600040101010101" pitchFamily="2" charset="-122"/>
              </a:rPr>
              <a:t>（介绍背景和</a:t>
            </a:r>
            <a:r>
              <a:rPr kumimoji="0" lang="en-US" altLang="zh-CN" sz="2400" dirty="0">
                <a:solidFill>
                  <a:prstClr val="black"/>
                </a:solidFill>
                <a:latin typeface="华文楷体" panose="02010600040101010101" pitchFamily="2" charset="-122"/>
                <a:ea typeface="华文楷体" panose="02010600040101010101" pitchFamily="2" charset="-122"/>
              </a:rPr>
              <a:t>motivation</a:t>
            </a:r>
            <a:r>
              <a:rPr kumimoji="0" lang="zh-CN" altLang="en-US" sz="2400" dirty="0">
                <a:solidFill>
                  <a:prstClr val="black"/>
                </a:solidFill>
                <a:latin typeface="华文楷体" panose="02010600040101010101" pitchFamily="2" charset="-122"/>
                <a:ea typeface="华文楷体" panose="02010600040101010101" pitchFamily="2" charset="-122"/>
              </a:rPr>
              <a:t>、</a:t>
            </a:r>
            <a:r>
              <a:rPr kumimoji="0" lang="en-US" altLang="zh-CN" sz="2400" dirty="0">
                <a:solidFill>
                  <a:prstClr val="black"/>
                </a:solidFill>
                <a:latin typeface="华文楷体" panose="02010600040101010101" pitchFamily="2" charset="-122"/>
                <a:ea typeface="华文楷体" panose="02010600040101010101" pitchFamily="2" charset="-122"/>
              </a:rPr>
              <a:t>2-4</a:t>
            </a:r>
            <a:r>
              <a:rPr kumimoji="0" lang="zh-CN" altLang="en-US" sz="2400" dirty="0">
                <a:solidFill>
                  <a:prstClr val="black"/>
                </a:solidFill>
                <a:latin typeface="华文楷体" panose="02010600040101010101" pitchFamily="2" charset="-122"/>
                <a:ea typeface="华文楷体" panose="02010600040101010101" pitchFamily="2" charset="-122"/>
              </a:rPr>
              <a:t>）</a:t>
            </a:r>
            <a:endParaRPr kumimoji="0" lang="en-US" altLang="zh-CN" sz="2400" dirty="0">
              <a:solidFill>
                <a:prstClr val="black"/>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r>
              <a:rPr kumimoji="0" lang="en-US" altLang="zh-CN" sz="2400" dirty="0">
                <a:solidFill>
                  <a:prstClr val="black"/>
                </a:solidFill>
                <a:latin typeface="华文楷体" panose="02010600040101010101" pitchFamily="2" charset="-122"/>
                <a:ea typeface="华文楷体" panose="02010600040101010101" pitchFamily="2" charset="-122"/>
              </a:rPr>
              <a:t>Review</a:t>
            </a:r>
            <a:r>
              <a:rPr kumimoji="0" lang="zh-CN" altLang="en-US" sz="2400" dirty="0">
                <a:solidFill>
                  <a:prstClr val="black"/>
                </a:solidFill>
                <a:latin typeface="华文楷体" panose="02010600040101010101" pitchFamily="2" charset="-122"/>
                <a:ea typeface="华文楷体" panose="02010600040101010101" pitchFamily="2" charset="-122"/>
              </a:rPr>
              <a:t>（介绍综述情况、</a:t>
            </a:r>
            <a:r>
              <a:rPr kumimoji="0" lang="en-US" altLang="zh-CN" sz="2400" dirty="0">
                <a:solidFill>
                  <a:prstClr val="black"/>
                </a:solidFill>
                <a:latin typeface="华文楷体" panose="02010600040101010101" pitchFamily="2" charset="-122"/>
                <a:ea typeface="华文楷体" panose="02010600040101010101" pitchFamily="2" charset="-122"/>
              </a:rPr>
              <a:t>5-6</a:t>
            </a:r>
            <a:r>
              <a:rPr kumimoji="0" lang="zh-CN" altLang="en-US" sz="2400" dirty="0">
                <a:solidFill>
                  <a:prstClr val="black"/>
                </a:solidFill>
                <a:latin typeface="华文楷体" panose="02010600040101010101" pitchFamily="2" charset="-122"/>
                <a:ea typeface="华文楷体" panose="02010600040101010101" pitchFamily="2" charset="-122"/>
              </a:rPr>
              <a:t>页）</a:t>
            </a:r>
            <a:endParaRPr kumimoji="0" lang="en-US" altLang="zh-CN" sz="2400" dirty="0">
              <a:solidFill>
                <a:prstClr val="black"/>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r>
              <a:rPr kumimoji="0" lang="en-US" altLang="zh-CN" sz="2400" dirty="0">
                <a:solidFill>
                  <a:prstClr val="black"/>
                </a:solidFill>
                <a:latin typeface="华文楷体" panose="02010600040101010101" pitchFamily="2" charset="-122"/>
                <a:ea typeface="华文楷体" panose="02010600040101010101" pitchFamily="2" charset="-122"/>
              </a:rPr>
              <a:t>Idea and Plan</a:t>
            </a:r>
            <a:r>
              <a:rPr kumimoji="0" lang="zh-CN" altLang="en-US" sz="2400" dirty="0">
                <a:solidFill>
                  <a:prstClr val="black"/>
                </a:solidFill>
                <a:latin typeface="华文楷体" panose="02010600040101010101" pitchFamily="2" charset="-122"/>
                <a:ea typeface="华文楷体" panose="02010600040101010101" pitchFamily="2" charset="-122"/>
              </a:rPr>
              <a:t>（</a:t>
            </a:r>
            <a:r>
              <a:rPr kumimoji="0" lang="en-US" altLang="zh-CN" sz="2400" dirty="0">
                <a:solidFill>
                  <a:prstClr val="black"/>
                </a:solidFill>
                <a:latin typeface="华文楷体" panose="02010600040101010101" pitchFamily="2" charset="-122"/>
                <a:ea typeface="华文楷体" panose="02010600040101010101" pitchFamily="2" charset="-122"/>
              </a:rPr>
              <a:t>2-3</a:t>
            </a:r>
            <a:r>
              <a:rPr kumimoji="0" lang="zh-CN" altLang="en-US" sz="2400" dirty="0">
                <a:solidFill>
                  <a:prstClr val="black"/>
                </a:solidFill>
                <a:latin typeface="华文楷体" panose="02010600040101010101" pitchFamily="2" charset="-122"/>
                <a:ea typeface="华文楷体" panose="02010600040101010101" pitchFamily="2" charset="-122"/>
              </a:rPr>
              <a:t>页）</a:t>
            </a:r>
            <a:endParaRPr kumimoji="0" lang="en-US" altLang="zh-CN" sz="2400" dirty="0">
              <a:solidFill>
                <a:prstClr val="black"/>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r>
              <a:rPr kumimoji="0" lang="en-US" altLang="zh-CN" sz="2400" dirty="0">
                <a:solidFill>
                  <a:prstClr val="black"/>
                </a:solidFill>
                <a:latin typeface="华文楷体" panose="02010600040101010101" pitchFamily="2" charset="-122"/>
                <a:ea typeface="华文楷体" panose="02010600040101010101" pitchFamily="2" charset="-122"/>
              </a:rPr>
              <a:t>Acknowledgement</a:t>
            </a:r>
            <a:r>
              <a:rPr kumimoji="0" lang="zh-CN" altLang="en-US" sz="2400" dirty="0">
                <a:solidFill>
                  <a:prstClr val="black"/>
                </a:solidFill>
                <a:latin typeface="华文楷体" panose="02010600040101010101" pitchFamily="2" charset="-122"/>
                <a:ea typeface="华文楷体" panose="02010600040101010101" pitchFamily="2" charset="-122"/>
              </a:rPr>
              <a:t>，阐述你们组每个人的贡献（</a:t>
            </a:r>
            <a:r>
              <a:rPr kumimoji="0" lang="en-US" altLang="zh-CN" sz="2400" dirty="0">
                <a:solidFill>
                  <a:prstClr val="black"/>
                </a:solidFill>
                <a:latin typeface="华文楷体" panose="02010600040101010101" pitchFamily="2" charset="-122"/>
                <a:ea typeface="华文楷体" panose="02010600040101010101" pitchFamily="2" charset="-122"/>
              </a:rPr>
              <a:t>1</a:t>
            </a:r>
            <a:r>
              <a:rPr kumimoji="0" lang="zh-CN" altLang="en-US" sz="2400" dirty="0">
                <a:solidFill>
                  <a:prstClr val="black"/>
                </a:solidFill>
                <a:latin typeface="华文楷体" panose="02010600040101010101" pitchFamily="2" charset="-122"/>
                <a:ea typeface="华文楷体" panose="02010600040101010101" pitchFamily="2" charset="-122"/>
              </a:rPr>
              <a:t>页）</a:t>
            </a:r>
            <a:endParaRPr kumimoji="0" lang="en-US" altLang="zh-CN" sz="2400" dirty="0">
              <a:solidFill>
                <a:prstClr val="black"/>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r>
              <a:rPr kumimoji="0" lang="en-US" altLang="zh-CN" sz="2400" dirty="0">
                <a:solidFill>
                  <a:prstClr val="black"/>
                </a:solidFill>
                <a:latin typeface="华文楷体" panose="02010600040101010101" pitchFamily="2" charset="-122"/>
                <a:ea typeface="华文楷体" panose="02010600040101010101" pitchFamily="2" charset="-122"/>
              </a:rPr>
              <a:t>Conclusion</a:t>
            </a:r>
            <a:r>
              <a:rPr kumimoji="0" lang="zh-CN" altLang="en-US" sz="2400" dirty="0">
                <a:solidFill>
                  <a:prstClr val="black"/>
                </a:solidFill>
                <a:latin typeface="华文楷体" panose="02010600040101010101" pitchFamily="2" charset="-122"/>
                <a:ea typeface="华文楷体" panose="02010600040101010101" pitchFamily="2" charset="-122"/>
              </a:rPr>
              <a:t>（</a:t>
            </a:r>
            <a:r>
              <a:rPr kumimoji="0" lang="en-US" altLang="zh-CN" sz="2400" dirty="0">
                <a:solidFill>
                  <a:prstClr val="black"/>
                </a:solidFill>
                <a:latin typeface="华文楷体" panose="02010600040101010101" pitchFamily="2" charset="-122"/>
                <a:ea typeface="华文楷体" panose="02010600040101010101" pitchFamily="2" charset="-122"/>
              </a:rPr>
              <a:t>1</a:t>
            </a:r>
            <a:r>
              <a:rPr kumimoji="0" lang="zh-CN" altLang="en-US" sz="2400" dirty="0">
                <a:solidFill>
                  <a:prstClr val="black"/>
                </a:solidFill>
                <a:latin typeface="华文楷体" panose="02010600040101010101" pitchFamily="2" charset="-122"/>
                <a:ea typeface="华文楷体" panose="02010600040101010101" pitchFamily="2" charset="-122"/>
              </a:rPr>
              <a:t>页）</a:t>
            </a:r>
            <a:endParaRPr kumimoji="0" lang="en-US" altLang="zh-CN" sz="2400" dirty="0">
              <a:solidFill>
                <a:prstClr val="black"/>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endParaRPr kumimoji="0" lang="en-US" altLang="zh-CN" sz="1800" dirty="0">
              <a:solidFill>
                <a:prstClr val="black"/>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6E0A653-F027-4429-A3E3-5B4BDAFBD832}" type="slidenum">
              <a:rPr kumimoji="0" lang="en-US" altLang="zh-CN" sz="2000" smtClean="0"/>
              <a:t>30</a:t>
            </a:fld>
            <a:endParaRPr kumimoji="0" lang="en-US" altLang="zh-CN" sz="2000"/>
          </a:p>
        </p:txBody>
      </p:sp>
      <p:sp>
        <p:nvSpPr>
          <p:cNvPr id="9" name="Rectangle 2"/>
          <p:cNvSpPr>
            <a:spLocks noGrp="1" noChangeArrowheads="1"/>
          </p:cNvSpPr>
          <p:nvPr>
            <p:ph type="title"/>
          </p:nvPr>
        </p:nvSpPr>
        <p:spPr>
          <a:xfrm>
            <a:off x="1100455" y="44450"/>
            <a:ext cx="8011160" cy="792480"/>
          </a:xfrm>
        </p:spPr>
        <p:txBody>
          <a:bodyPr/>
          <a:lstStyle/>
          <a:p>
            <a:pPr eaLnBrk="1" hangingPunct="1">
              <a:defRPr/>
            </a:pPr>
            <a:r>
              <a:rPr lang="zh-CN" altLang="en-US" b="1" dirty="0">
                <a:solidFill>
                  <a:schemeClr val="tx1"/>
                </a:solidFill>
                <a:latin typeface="方正楷体_GB2312" panose="02000000000000000000" charset="-122"/>
                <a:ea typeface="方正楷体_GB2312" panose="02000000000000000000" charset="-122"/>
                <a:cs typeface="方正楷体_GB2312" panose="02000000000000000000" charset="-122"/>
                <a:sym typeface="+mn-ea"/>
              </a:rPr>
              <a:t>综述论文汇报互评</a:t>
            </a:r>
          </a:p>
        </p:txBody>
      </p:sp>
      <p:sp>
        <p:nvSpPr>
          <p:cNvPr id="7172" name="矩形 10"/>
          <p:cNvSpPr>
            <a:spLocks noChangeArrowheads="1"/>
          </p:cNvSpPr>
          <p:nvPr/>
        </p:nvSpPr>
        <p:spPr bwMode="auto">
          <a:xfrm>
            <a:off x="755650" y="908050"/>
            <a:ext cx="863441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457200">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defRPr kumimoji="1" sz="3200">
                <a:solidFill>
                  <a:schemeClr val="tx1"/>
                </a:solidFill>
                <a:latin typeface="Times New Roman" panose="02020603050405020304" pitchFamily="18" charset="0"/>
                <a:ea typeface="宋体" panose="02010600030101010101" pitchFamily="2" charset="-122"/>
              </a:defRPr>
            </a:lvl2pPr>
            <a:lvl3pPr marL="1143000" indent="-228600" defTabSz="457200">
              <a:defRPr kumimoji="1" sz="3200">
                <a:solidFill>
                  <a:schemeClr val="tx1"/>
                </a:solidFill>
                <a:latin typeface="Times New Roman" panose="02020603050405020304" pitchFamily="18" charset="0"/>
                <a:ea typeface="宋体" panose="02010600030101010101" pitchFamily="2" charset="-122"/>
              </a:defRPr>
            </a:lvl3pPr>
            <a:lvl4pPr marL="1600200" indent="-228600" defTabSz="457200">
              <a:defRPr kumimoji="1" sz="3200">
                <a:solidFill>
                  <a:schemeClr val="tx1"/>
                </a:solidFill>
                <a:latin typeface="Times New Roman" panose="02020603050405020304" pitchFamily="18" charset="0"/>
                <a:ea typeface="宋体" panose="02010600030101010101" pitchFamily="2" charset="-122"/>
              </a:defRPr>
            </a:lvl4pPr>
            <a:lvl5pPr marL="2057400" indent="-228600" defTabSz="457200">
              <a:defRPr kumimoji="1" sz="32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Aft>
                <a:spcPts val="600"/>
              </a:spcAft>
              <a:buFont typeface="Wingdings" panose="05000000000000000000" pitchFamily="2" charset="2"/>
              <a:buChar char="l"/>
            </a:pPr>
            <a:r>
              <a:rPr kumimoji="0" lang="zh-CN" altLang="en-US" sz="2000" b="1">
                <a:solidFill>
                  <a:srgbClr val="000000"/>
                </a:solidFill>
                <a:latin typeface="Calibri" panose="020F0502020204030204" pitchFamily="34" charset="0"/>
                <a:ea typeface="等线" panose="02010600030101010101" pitchFamily="2" charset="-122"/>
              </a:rPr>
              <a:t>综述论文写作过程汇报</a:t>
            </a:r>
          </a:p>
        </p:txBody>
      </p:sp>
      <p:sp>
        <p:nvSpPr>
          <p:cNvPr id="10" name="矩形 9"/>
          <p:cNvSpPr/>
          <p:nvPr/>
        </p:nvSpPr>
        <p:spPr>
          <a:xfrm>
            <a:off x="900430" y="1306830"/>
            <a:ext cx="8208645" cy="790575"/>
          </a:xfrm>
          <a:prstGeom prst="rect">
            <a:avLst/>
          </a:prstGeom>
          <a:solidFill>
            <a:srgbClr val="0070C0"/>
          </a:solidFill>
          <a:ln w="12700" cap="flat" cmpd="sng" algn="ctr">
            <a:noFill/>
            <a:prstDash val="solid"/>
            <a:miter lim="800000"/>
          </a:ln>
          <a:effectLst/>
        </p:spPr>
        <p:txBody>
          <a:bodyPr anchor="ctr"/>
          <a:lstStyle/>
          <a:p>
            <a:pPr defTabSz="457200" eaLnBrk="1" fontAlgn="auto" hangingPunct="1">
              <a:spcBef>
                <a:spcPts val="0"/>
              </a:spcBef>
              <a:spcAft>
                <a:spcPts val="0"/>
              </a:spcAft>
              <a:defRPr/>
            </a:pPr>
            <a:r>
              <a:rPr kumimoji="0" lang="zh-CN" altLang="en-US" sz="2400" kern="0" dirty="0">
                <a:solidFill>
                  <a:prstClr val="white"/>
                </a:solidFill>
                <a:latin typeface="华文楷体" panose="02010600040101010101" pitchFamily="2" charset="-122"/>
                <a:ea typeface="华文楷体" panose="02010600040101010101" pitchFamily="2" charset="-122"/>
              </a:rPr>
              <a:t>汇报完成综述论文全过程：文献检索、结构拟定、分工写作及修改过程</a:t>
            </a:r>
          </a:p>
        </p:txBody>
      </p:sp>
      <p:sp>
        <p:nvSpPr>
          <p:cNvPr id="14" name="矩形 13"/>
          <p:cNvSpPr/>
          <p:nvPr/>
        </p:nvSpPr>
        <p:spPr>
          <a:xfrm>
            <a:off x="971867" y="2316285"/>
            <a:ext cx="7913688" cy="4154170"/>
          </a:xfrm>
          <a:prstGeom prst="rect">
            <a:avLst/>
          </a:prstGeom>
        </p:spPr>
        <p:txBody>
          <a:bodyPr>
            <a:spAutoFit/>
          </a:bodyPr>
          <a:lstStyle/>
          <a:p>
            <a:pPr defTabSz="457200" eaLnBrk="1" fontAlgn="auto" hangingPunct="1">
              <a:spcBef>
                <a:spcPts val="0"/>
              </a:spcBef>
              <a:spcAft>
                <a:spcPts val="0"/>
              </a:spcAft>
              <a:defRPr/>
            </a:pPr>
            <a:r>
              <a:rPr kumimoji="0" lang="zh-CN" altLang="en-US" sz="2400" b="1" dirty="0">
                <a:solidFill>
                  <a:srgbClr val="0070C0"/>
                </a:solidFill>
                <a:latin typeface="华文楷体" panose="02010600040101010101" pitchFamily="2" charset="-122"/>
                <a:ea typeface="华文楷体" panose="02010600040101010101" pitchFamily="2" charset="-122"/>
              </a:rPr>
              <a:t>本课程的口头报告建议提纲：</a:t>
            </a:r>
            <a:endParaRPr kumimoji="0" lang="en-US" altLang="zh-CN" sz="2400" b="1" dirty="0">
              <a:solidFill>
                <a:srgbClr val="0070C0"/>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r>
              <a:rPr kumimoji="0" lang="en-US" altLang="zh-CN" sz="2400" dirty="0">
                <a:solidFill>
                  <a:prstClr val="black"/>
                </a:solidFill>
                <a:latin typeface="华文楷体" panose="02010600040101010101" pitchFamily="2" charset="-122"/>
                <a:ea typeface="华文楷体" panose="02010600040101010101" pitchFamily="2" charset="-122"/>
              </a:rPr>
              <a:t>Introduction</a:t>
            </a:r>
            <a:r>
              <a:rPr kumimoji="0" lang="zh-CN" altLang="en-US" sz="2400" dirty="0">
                <a:solidFill>
                  <a:prstClr val="black"/>
                </a:solidFill>
                <a:latin typeface="华文楷体" panose="02010600040101010101" pitchFamily="2" charset="-122"/>
                <a:ea typeface="华文楷体" panose="02010600040101010101" pitchFamily="2" charset="-122"/>
              </a:rPr>
              <a:t>（介绍选题背景和动机、</a:t>
            </a:r>
            <a:r>
              <a:rPr kumimoji="0" lang="en-US" altLang="zh-CN" sz="2400" dirty="0">
                <a:solidFill>
                  <a:prstClr val="black"/>
                </a:solidFill>
                <a:latin typeface="华文楷体" panose="02010600040101010101" pitchFamily="2" charset="-122"/>
                <a:ea typeface="华文楷体" panose="02010600040101010101" pitchFamily="2" charset="-122"/>
              </a:rPr>
              <a:t>2-4</a:t>
            </a:r>
            <a:r>
              <a:rPr kumimoji="0" lang="zh-CN" altLang="en-US" sz="2400" dirty="0">
                <a:solidFill>
                  <a:prstClr val="black"/>
                </a:solidFill>
                <a:latin typeface="华文楷体" panose="02010600040101010101" pitchFamily="2" charset="-122"/>
                <a:ea typeface="华文楷体" panose="02010600040101010101" pitchFamily="2" charset="-122"/>
              </a:rPr>
              <a:t>页）</a:t>
            </a:r>
            <a:endParaRPr kumimoji="0" lang="en-US" altLang="zh-CN" sz="2400" dirty="0">
              <a:solidFill>
                <a:prstClr val="black"/>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r>
              <a:rPr kumimoji="0" lang="en-US" altLang="zh-CN" sz="2400" dirty="0">
                <a:solidFill>
                  <a:prstClr val="black"/>
                </a:solidFill>
                <a:latin typeface="华文楷体" panose="02010600040101010101" pitchFamily="2" charset="-122"/>
                <a:ea typeface="华文楷体" panose="02010600040101010101" pitchFamily="2" charset="-122"/>
              </a:rPr>
              <a:t>Review</a:t>
            </a:r>
            <a:r>
              <a:rPr kumimoji="0" lang="zh-CN" altLang="en-US" sz="2400" dirty="0">
                <a:solidFill>
                  <a:prstClr val="black"/>
                </a:solidFill>
                <a:latin typeface="华文楷体" panose="02010600040101010101" pitchFamily="2" charset="-122"/>
                <a:ea typeface="华文楷体" panose="02010600040101010101" pitchFamily="2" charset="-122"/>
              </a:rPr>
              <a:t>（介绍综述撰写情况、</a:t>
            </a:r>
            <a:r>
              <a:rPr kumimoji="0" lang="en-US" altLang="zh-CN" sz="2400" dirty="0">
                <a:solidFill>
                  <a:prstClr val="black"/>
                </a:solidFill>
                <a:latin typeface="华文楷体" panose="02010600040101010101" pitchFamily="2" charset="-122"/>
                <a:ea typeface="华文楷体" panose="02010600040101010101" pitchFamily="2" charset="-122"/>
              </a:rPr>
              <a:t>5-6</a:t>
            </a:r>
            <a:r>
              <a:rPr kumimoji="0" lang="zh-CN" altLang="en-US" sz="2400" dirty="0">
                <a:solidFill>
                  <a:prstClr val="black"/>
                </a:solidFill>
                <a:latin typeface="华文楷体" panose="02010600040101010101" pitchFamily="2" charset="-122"/>
                <a:ea typeface="华文楷体" panose="02010600040101010101" pitchFamily="2" charset="-122"/>
              </a:rPr>
              <a:t>页）</a:t>
            </a:r>
          </a:p>
          <a:p>
            <a:pPr marL="800100" lvl="1" indent="-342900" defTabSz="457200" eaLnBrk="1" fontAlgn="auto" hangingPunct="1">
              <a:spcBef>
                <a:spcPts val="0"/>
              </a:spcBef>
              <a:spcAft>
                <a:spcPts val="0"/>
              </a:spcAft>
              <a:buFont typeface="Arial" panose="020B0604020202020204" pitchFamily="34" charset="0"/>
              <a:buChar char="•"/>
              <a:defRPr/>
            </a:pPr>
            <a:r>
              <a:rPr kumimoji="0" lang="zh-CN" altLang="en-US" sz="2400" kern="0" dirty="0">
                <a:solidFill>
                  <a:srgbClr val="0000FF"/>
                </a:solidFill>
                <a:latin typeface="华文楷体" panose="02010600040101010101" pitchFamily="2" charset="-122"/>
                <a:ea typeface="华文楷体" panose="02010600040101010101" pitchFamily="2" charset="-122"/>
                <a:sym typeface="+mn-ea"/>
              </a:rPr>
              <a:t>文献检索</a:t>
            </a:r>
          </a:p>
          <a:p>
            <a:pPr marL="800100" lvl="1" indent="-342900" defTabSz="457200" eaLnBrk="1" fontAlgn="auto" hangingPunct="1">
              <a:spcBef>
                <a:spcPts val="0"/>
              </a:spcBef>
              <a:spcAft>
                <a:spcPts val="0"/>
              </a:spcAft>
              <a:buFont typeface="Arial" panose="020B0604020202020204" pitchFamily="34" charset="0"/>
              <a:buChar char="•"/>
              <a:defRPr/>
            </a:pPr>
            <a:r>
              <a:rPr kumimoji="0" lang="zh-CN" altLang="en-US" sz="2400" kern="0" dirty="0">
                <a:solidFill>
                  <a:srgbClr val="0000FF"/>
                </a:solidFill>
                <a:latin typeface="华文楷体" panose="02010600040101010101" pitchFamily="2" charset="-122"/>
                <a:ea typeface="华文楷体" panose="02010600040101010101" pitchFamily="2" charset="-122"/>
                <a:sym typeface="+mn-ea"/>
              </a:rPr>
              <a:t>结构拟定与写作过程</a:t>
            </a:r>
            <a:endParaRPr kumimoji="0" lang="en-US" altLang="zh-CN" sz="2400" dirty="0">
              <a:solidFill>
                <a:srgbClr val="0000FF"/>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r>
              <a:rPr kumimoji="0" lang="zh-CN" altLang="en-US" sz="2400" kern="0" dirty="0">
                <a:solidFill>
                  <a:srgbClr val="0000FF"/>
                </a:solidFill>
                <a:latin typeface="华文楷体" panose="02010600040101010101" pitchFamily="2" charset="-122"/>
                <a:ea typeface="华文楷体" panose="02010600040101010101" pitchFamily="2" charset="-122"/>
                <a:sym typeface="+mn-ea"/>
              </a:rPr>
              <a:t>修改过程</a:t>
            </a:r>
            <a:r>
              <a:rPr kumimoji="0" lang="zh-CN" altLang="en-US" sz="2400" dirty="0">
                <a:solidFill>
                  <a:prstClr val="black"/>
                </a:solidFill>
                <a:latin typeface="华文楷体" panose="02010600040101010101" pitchFamily="2" charset="-122"/>
                <a:ea typeface="华文楷体" panose="02010600040101010101" pitchFamily="2" charset="-122"/>
              </a:rPr>
              <a:t>（</a:t>
            </a:r>
            <a:r>
              <a:rPr kumimoji="0" lang="en-US" altLang="zh-CN" sz="2400" dirty="0">
                <a:solidFill>
                  <a:prstClr val="black"/>
                </a:solidFill>
                <a:latin typeface="华文楷体" panose="02010600040101010101" pitchFamily="2" charset="-122"/>
                <a:ea typeface="华文楷体" panose="02010600040101010101" pitchFamily="2" charset="-122"/>
              </a:rPr>
              <a:t>2-3</a:t>
            </a:r>
            <a:r>
              <a:rPr kumimoji="0" lang="zh-CN" altLang="en-US" sz="2400" dirty="0">
                <a:solidFill>
                  <a:prstClr val="black"/>
                </a:solidFill>
                <a:latin typeface="华文楷体" panose="02010600040101010101" pitchFamily="2" charset="-122"/>
                <a:ea typeface="华文楷体" panose="02010600040101010101" pitchFamily="2" charset="-122"/>
              </a:rPr>
              <a:t>页）</a:t>
            </a:r>
            <a:endParaRPr kumimoji="0" lang="en-US" altLang="zh-CN" sz="2400" dirty="0">
              <a:solidFill>
                <a:prstClr val="black"/>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r>
              <a:rPr kumimoji="0" lang="zh-CN" altLang="en-US" sz="2400" dirty="0">
                <a:solidFill>
                  <a:prstClr val="black"/>
                </a:solidFill>
                <a:latin typeface="华文楷体" panose="02010600040101010101" pitchFamily="2" charset="-122"/>
                <a:ea typeface="华文楷体" panose="02010600040101010101" pitchFamily="2" charset="-122"/>
              </a:rPr>
              <a:t>组内每个人的贡献（</a:t>
            </a:r>
            <a:r>
              <a:rPr kumimoji="0" lang="en-US" altLang="zh-CN" sz="2400" dirty="0">
                <a:solidFill>
                  <a:prstClr val="black"/>
                </a:solidFill>
                <a:latin typeface="华文楷体" panose="02010600040101010101" pitchFamily="2" charset="-122"/>
                <a:ea typeface="华文楷体" panose="02010600040101010101" pitchFamily="2" charset="-122"/>
              </a:rPr>
              <a:t>1</a:t>
            </a:r>
            <a:r>
              <a:rPr kumimoji="0" lang="zh-CN" altLang="en-US" sz="2400" dirty="0">
                <a:solidFill>
                  <a:prstClr val="black"/>
                </a:solidFill>
                <a:latin typeface="华文楷体" panose="02010600040101010101" pitchFamily="2" charset="-122"/>
                <a:ea typeface="华文楷体" panose="02010600040101010101" pitchFamily="2" charset="-122"/>
              </a:rPr>
              <a:t>页）</a:t>
            </a:r>
            <a:endParaRPr kumimoji="0" lang="en-US" altLang="zh-CN" sz="2400" dirty="0">
              <a:solidFill>
                <a:prstClr val="black"/>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Tx/>
              <a:buAutoNum type="arabicPeriod"/>
              <a:defRPr/>
            </a:pPr>
            <a:r>
              <a:rPr kumimoji="0" lang="zh-CN" altLang="en-US" sz="2400" dirty="0">
                <a:solidFill>
                  <a:prstClr val="black"/>
                </a:solidFill>
                <a:latin typeface="华文楷体" panose="02010600040101010101" pitchFamily="2" charset="-122"/>
                <a:ea typeface="华文楷体" panose="02010600040101010101" pitchFamily="2" charset="-122"/>
              </a:rPr>
              <a:t>此次写作感受（</a:t>
            </a:r>
            <a:r>
              <a:rPr kumimoji="0" lang="en-US" altLang="zh-CN" sz="2400" dirty="0">
                <a:solidFill>
                  <a:prstClr val="black"/>
                </a:solidFill>
                <a:latin typeface="华文楷体" panose="02010600040101010101" pitchFamily="2" charset="-122"/>
                <a:ea typeface="华文楷体" panose="02010600040101010101" pitchFamily="2" charset="-122"/>
              </a:rPr>
              <a:t>1</a:t>
            </a:r>
            <a:r>
              <a:rPr kumimoji="0" lang="zh-CN" altLang="en-US" sz="2400" dirty="0">
                <a:solidFill>
                  <a:prstClr val="black"/>
                </a:solidFill>
                <a:latin typeface="华文楷体" panose="02010600040101010101" pitchFamily="2" charset="-122"/>
                <a:ea typeface="华文楷体" panose="02010600040101010101" pitchFamily="2" charset="-122"/>
              </a:rPr>
              <a:t>页）</a:t>
            </a:r>
            <a:endParaRPr kumimoji="0" lang="zh-CN" altLang="en-US" sz="2400" kern="0" dirty="0">
              <a:solidFill>
                <a:srgbClr val="0000FF"/>
              </a:solidFill>
              <a:latin typeface="华文楷体" panose="02010600040101010101" pitchFamily="2" charset="-122"/>
              <a:ea typeface="华文楷体" panose="02010600040101010101" pitchFamily="2" charset="-122"/>
            </a:endParaRPr>
          </a:p>
          <a:p>
            <a:pPr marL="800100" lvl="1" indent="-342900" algn="l" defTabSz="457200" eaLnBrk="1" fontAlgn="auto" hangingPunct="1">
              <a:spcBef>
                <a:spcPts val="0"/>
              </a:spcBef>
              <a:spcAft>
                <a:spcPts val="0"/>
              </a:spcAft>
              <a:buClrTx/>
              <a:buSzTx/>
              <a:buFont typeface="Arial" panose="020B0604020202020204" pitchFamily="34" charset="0"/>
              <a:buChar char="•"/>
              <a:defRPr/>
            </a:pPr>
            <a:r>
              <a:rPr kumimoji="0" lang="zh-CN" altLang="en-US" sz="2400" kern="0" dirty="0">
                <a:solidFill>
                  <a:srgbClr val="0000FF"/>
                </a:solidFill>
                <a:latin typeface="华文楷体" panose="02010600040101010101" pitchFamily="2" charset="-122"/>
                <a:ea typeface="华文楷体" panose="02010600040101010101" pitchFamily="2" charset="-122"/>
                <a:sym typeface="+mn-ea"/>
              </a:rPr>
              <a:t>每组可一名或多名代表做口头报告</a:t>
            </a:r>
          </a:p>
          <a:p>
            <a:pPr marL="800100" lvl="1" indent="-342900" algn="l" defTabSz="457200" eaLnBrk="1" fontAlgn="auto" hangingPunct="1">
              <a:spcBef>
                <a:spcPts val="0"/>
              </a:spcBef>
              <a:spcAft>
                <a:spcPts val="0"/>
              </a:spcAft>
              <a:buClrTx/>
              <a:buSzTx/>
              <a:buFont typeface="Arial" panose="020B0604020202020204" pitchFamily="34" charset="0"/>
              <a:buChar char="•"/>
              <a:defRPr/>
            </a:pPr>
            <a:r>
              <a:rPr kumimoji="0" lang="zh-CN" altLang="en-US" sz="2400" kern="0" dirty="0">
                <a:solidFill>
                  <a:srgbClr val="0000FF"/>
                </a:solidFill>
                <a:latin typeface="华文楷体" panose="02010600040101010101" pitchFamily="2" charset="-122"/>
                <a:ea typeface="华文楷体" panose="02010600040101010101" pitchFamily="2" charset="-122"/>
                <a:sym typeface="+mn-ea"/>
              </a:rPr>
              <a:t>时间：8分钟/组</a:t>
            </a:r>
          </a:p>
          <a:p>
            <a:pPr marL="800100" lvl="1" indent="-342900" algn="l" defTabSz="457200" eaLnBrk="1" fontAlgn="auto" hangingPunct="1">
              <a:spcBef>
                <a:spcPts val="0"/>
              </a:spcBef>
              <a:spcAft>
                <a:spcPts val="0"/>
              </a:spcAft>
              <a:buClrTx/>
              <a:buSzTx/>
              <a:buFont typeface="Arial" panose="020B0604020202020204" pitchFamily="34" charset="0"/>
              <a:buChar char="•"/>
              <a:defRPr/>
            </a:pPr>
            <a:r>
              <a:rPr kumimoji="0" lang="zh-CN" altLang="en-US" sz="2400" kern="0" dirty="0">
                <a:solidFill>
                  <a:srgbClr val="0000FF"/>
                </a:solidFill>
                <a:latin typeface="华文楷体" panose="02010600040101010101" pitchFamily="2" charset="-122"/>
                <a:ea typeface="华文楷体" panose="02010600040101010101" pitchFamily="2" charset="-122"/>
                <a:sym typeface="+mn-ea"/>
              </a:rPr>
              <a:t>其他组同学可针对综述及写作相关过程提问</a:t>
            </a:r>
            <a:endParaRPr kumimoji="0" lang="zh-CN" altLang="en-US" sz="2400" kern="0" dirty="0">
              <a:solidFill>
                <a:srgbClr val="0000FF"/>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t>综述论文修订问题</a:t>
            </a:r>
          </a:p>
        </p:txBody>
      </p:sp>
      <p:sp>
        <p:nvSpPr>
          <p:cNvPr id="7" name="内容占位符 6"/>
          <p:cNvSpPr>
            <a:spLocks noGrp="1"/>
          </p:cNvSpPr>
          <p:nvPr>
            <p:ph sz="half" idx="1"/>
          </p:nvPr>
        </p:nvSpPr>
        <p:spPr>
          <a:xfrm>
            <a:off x="1066800" y="907415"/>
            <a:ext cx="3733800" cy="4959985"/>
          </a:xfrm>
        </p:spPr>
        <p:txBody>
          <a:bodyPr/>
          <a:lstStyle/>
          <a:p>
            <a:r>
              <a:rPr lang="zh-CN" altLang="en-US"/>
              <a:t>格式规范</a:t>
            </a:r>
          </a:p>
          <a:p>
            <a:pPr lvl="1"/>
            <a:r>
              <a:rPr lang="zh-CN" altLang="en-US"/>
              <a:t>段落缩进</a:t>
            </a:r>
          </a:p>
          <a:p>
            <a:pPr lvl="2"/>
            <a:r>
              <a:rPr lang="zh-CN" altLang="en-US" sz="2000"/>
              <a:t>空格、回车</a:t>
            </a:r>
            <a:endParaRPr lang="zh-CN" altLang="en-US"/>
          </a:p>
          <a:p>
            <a:pPr lvl="1"/>
            <a:r>
              <a:rPr lang="zh-CN" altLang="en-US"/>
              <a:t>项目符号</a:t>
            </a:r>
          </a:p>
          <a:p>
            <a:pPr lvl="2"/>
            <a:r>
              <a:rPr lang="zh-CN" altLang="en-US"/>
              <a:t>不一致</a:t>
            </a:r>
          </a:p>
          <a:p>
            <a:pPr lvl="1"/>
            <a:r>
              <a:rPr lang="zh-CN" altLang="en-US"/>
              <a:t>英文字体</a:t>
            </a:r>
          </a:p>
          <a:p>
            <a:pPr lvl="2"/>
            <a:r>
              <a:rPr lang="zh-CN" altLang="en-US"/>
              <a:t>非</a:t>
            </a:r>
            <a:r>
              <a:rPr lang="en-US" altLang="zh-CN"/>
              <a:t>Times New Roman</a:t>
            </a:r>
            <a:r>
              <a:rPr lang="zh-CN" altLang="en-US"/>
              <a:t>字体</a:t>
            </a:r>
          </a:p>
          <a:p>
            <a:pPr lvl="1"/>
            <a:r>
              <a:rPr lang="zh-CN" altLang="en-US"/>
              <a:t>图表问题</a:t>
            </a:r>
          </a:p>
          <a:p>
            <a:pPr lvl="2"/>
            <a:r>
              <a:rPr lang="zh-CN" altLang="en-US" sz="2000"/>
              <a:t>图不清晰、图位置</a:t>
            </a:r>
          </a:p>
          <a:p>
            <a:pPr lvl="2"/>
            <a:r>
              <a:rPr lang="zh-CN" altLang="en-US" sz="2000"/>
              <a:t>表题滞后</a:t>
            </a:r>
            <a:endParaRPr lang="zh-CN" altLang="en-US"/>
          </a:p>
          <a:p>
            <a:pPr lvl="1"/>
            <a:r>
              <a:rPr lang="zh-CN" altLang="en-US"/>
              <a:t>参考文献对齐</a:t>
            </a:r>
          </a:p>
          <a:p>
            <a:pPr lvl="1"/>
            <a:r>
              <a:rPr lang="zh-CN" altLang="en-US"/>
              <a:t>公式字体</a:t>
            </a:r>
          </a:p>
          <a:p>
            <a:pPr lvl="2"/>
            <a:r>
              <a:rPr lang="zh-CN" altLang="en-US"/>
              <a:t>变量、常量、矩阵</a:t>
            </a:r>
          </a:p>
        </p:txBody>
      </p:sp>
      <p:sp>
        <p:nvSpPr>
          <p:cNvPr id="8" name="内容占位符 7"/>
          <p:cNvSpPr>
            <a:spLocks noGrp="1"/>
          </p:cNvSpPr>
          <p:nvPr>
            <p:ph sz="half" idx="2"/>
          </p:nvPr>
        </p:nvSpPr>
        <p:spPr>
          <a:xfrm>
            <a:off x="4953000" y="907415"/>
            <a:ext cx="3733800" cy="4959985"/>
          </a:xfrm>
        </p:spPr>
        <p:txBody>
          <a:bodyPr/>
          <a:lstStyle/>
          <a:p>
            <a:r>
              <a:rPr lang="zh-CN" altLang="en-US"/>
              <a:t>表达与内容</a:t>
            </a:r>
          </a:p>
          <a:p>
            <a:pPr lvl="1"/>
            <a:r>
              <a:rPr lang="zh-CN" altLang="en-US" sz="2400"/>
              <a:t>摘要</a:t>
            </a:r>
          </a:p>
          <a:p>
            <a:pPr lvl="2"/>
            <a:r>
              <a:rPr lang="zh-CN" altLang="en-US"/>
              <a:t>未概括全文</a:t>
            </a:r>
          </a:p>
          <a:p>
            <a:pPr lvl="1"/>
            <a:r>
              <a:rPr lang="zh-CN" altLang="en-US"/>
              <a:t>结构</a:t>
            </a:r>
          </a:p>
          <a:p>
            <a:pPr lvl="2"/>
            <a:r>
              <a:rPr lang="zh-CN" altLang="en-US" sz="2000"/>
              <a:t>划分合理性还缺乏</a:t>
            </a:r>
            <a:endParaRPr lang="zh-CN" altLang="en-US"/>
          </a:p>
          <a:p>
            <a:pPr lvl="1"/>
            <a:r>
              <a:rPr lang="zh-CN" altLang="en-US"/>
              <a:t>节标题</a:t>
            </a:r>
          </a:p>
          <a:p>
            <a:pPr lvl="2"/>
            <a:r>
              <a:rPr lang="zh-CN" altLang="en-US"/>
              <a:t>冗余与表达</a:t>
            </a:r>
          </a:p>
          <a:p>
            <a:pPr lvl="1"/>
            <a:r>
              <a:rPr lang="zh-CN" altLang="en-US"/>
              <a:t>上下文连接词</a:t>
            </a:r>
          </a:p>
          <a:p>
            <a:pPr lvl="1"/>
            <a:r>
              <a:rPr lang="zh-CN" altLang="en-US"/>
              <a:t>图表解释文字</a:t>
            </a:r>
          </a:p>
          <a:p>
            <a:pPr lvl="2"/>
            <a:r>
              <a:rPr lang="zh-CN" altLang="en-US" sz="2000"/>
              <a:t>不</a:t>
            </a:r>
            <a:r>
              <a:rPr lang="zh-CN" altLang="en-US"/>
              <a:t>够充分</a:t>
            </a:r>
          </a:p>
          <a:p>
            <a:pPr lvl="1"/>
            <a:r>
              <a:rPr lang="zh-CN" altLang="en-US"/>
              <a:t>关键引用缺乏</a:t>
            </a:r>
          </a:p>
        </p:txBody>
      </p:sp>
      <p:sp>
        <p:nvSpPr>
          <p:cNvPr id="5" name="灯片编号占位符 4"/>
          <p:cNvSpPr>
            <a:spLocks noGrp="1"/>
          </p:cNvSpPr>
          <p:nvPr>
            <p:ph type="sldNum" sz="quarter" idx="12"/>
          </p:nvPr>
        </p:nvSpPr>
        <p:spPr/>
        <p:txBody>
          <a:bodyPr/>
          <a:lstStyle/>
          <a:p>
            <a:pPr>
              <a:defRPr/>
            </a:pPr>
            <a:fld id="{2A465935-1BA4-4372-8E54-A0CC449C93FA}" type="slidenum">
              <a:rPr lang="en-US" altLang="zh-CN"/>
              <a:t>31</a:t>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t>结课作业与论文</a:t>
            </a:r>
          </a:p>
        </p:txBody>
      </p:sp>
      <p:sp>
        <p:nvSpPr>
          <p:cNvPr id="7" name="内容占位符 6"/>
          <p:cNvSpPr>
            <a:spLocks noGrp="1"/>
          </p:cNvSpPr>
          <p:nvPr>
            <p:ph idx="1"/>
          </p:nvPr>
        </p:nvSpPr>
        <p:spPr/>
        <p:txBody>
          <a:bodyPr/>
          <a:lstStyle/>
          <a:p>
            <a:r>
              <a:rPr lang="zh-CN" altLang="en-US" dirty="0">
                <a:sym typeface="+mn-ea"/>
              </a:rPr>
              <a:t>综述</a:t>
            </a:r>
            <a:r>
              <a:rPr lang="zh-CN" altLang="en-US" dirty="0">
                <a:solidFill>
                  <a:srgbClr val="C00000"/>
                </a:solidFill>
                <a:sym typeface="+mn-ea"/>
              </a:rPr>
              <a:t>论文终版</a:t>
            </a:r>
            <a:r>
              <a:rPr lang="zh-CN" altLang="en-US" dirty="0">
                <a:sym typeface="+mn-ea"/>
              </a:rPr>
              <a:t>和</a:t>
            </a:r>
            <a:r>
              <a:rPr lang="zh-CN" altLang="en-US" dirty="0">
                <a:solidFill>
                  <a:srgbClr val="C00000"/>
                </a:solidFill>
                <a:sym typeface="+mn-ea"/>
              </a:rPr>
              <a:t>作业补交</a:t>
            </a:r>
            <a:r>
              <a:rPr lang="zh-CN" altLang="en-US" dirty="0">
                <a:sym typeface="+mn-ea"/>
              </a:rPr>
              <a:t>提交截止时间：</a:t>
            </a:r>
            <a:r>
              <a:rPr lang="en-US" altLang="zh-CN" dirty="0">
                <a:sym typeface="+mn-ea"/>
              </a:rPr>
              <a:t>10</a:t>
            </a:r>
            <a:r>
              <a:rPr lang="zh-CN" altLang="en-US" dirty="0"/>
              <a:t>月</a:t>
            </a:r>
            <a:r>
              <a:rPr lang="en-US" altLang="zh-CN" dirty="0"/>
              <a:t>30</a:t>
            </a:r>
            <a:r>
              <a:rPr lang="zh-CN" altLang="en-US" dirty="0"/>
              <a:t>日</a:t>
            </a:r>
          </a:p>
          <a:p>
            <a:pPr lvl="1"/>
            <a:r>
              <a:rPr lang="zh-CN" altLang="en-US" dirty="0"/>
              <a:t>请各位分组同学把分组完成的综述论文发给助教</a:t>
            </a:r>
          </a:p>
          <a:p>
            <a:pPr lvl="2"/>
            <a:r>
              <a:rPr lang="zh-CN" altLang="en-US" dirty="0"/>
              <a:t>请将论文命名为</a:t>
            </a:r>
            <a:r>
              <a:rPr lang="en-US" altLang="zh-CN" dirty="0"/>
              <a:t>“</a:t>
            </a:r>
            <a:r>
              <a:rPr lang="zh-CN" altLang="en-US" dirty="0"/>
              <a:t>第</a:t>
            </a:r>
            <a:r>
              <a:rPr lang="en-US" altLang="zh-CN" dirty="0"/>
              <a:t>x</a:t>
            </a:r>
            <a:r>
              <a:rPr lang="zh-CN" altLang="en-US" dirty="0"/>
              <a:t>组</a:t>
            </a:r>
            <a:r>
              <a:rPr lang="en-US" altLang="zh-CN" dirty="0"/>
              <a:t>-</a:t>
            </a:r>
            <a:r>
              <a:rPr lang="zh-CN" altLang="en-US" dirty="0"/>
              <a:t>姓名</a:t>
            </a:r>
            <a:r>
              <a:rPr lang="en-US" altLang="zh-CN" dirty="0"/>
              <a:t>1-</a:t>
            </a:r>
            <a:r>
              <a:rPr lang="zh-CN" altLang="en-US" dirty="0"/>
              <a:t>姓名</a:t>
            </a:r>
            <a:r>
              <a:rPr lang="en-US" altLang="zh-CN" dirty="0"/>
              <a:t>2-</a:t>
            </a:r>
            <a:r>
              <a:rPr lang="zh-CN" altLang="en-US" dirty="0"/>
              <a:t>姓名</a:t>
            </a:r>
            <a:r>
              <a:rPr lang="en-US" altLang="zh-CN" dirty="0"/>
              <a:t>3-</a:t>
            </a:r>
            <a:r>
              <a:rPr lang="zh-CN" altLang="en-US" dirty="0"/>
              <a:t>题目</a:t>
            </a:r>
            <a:r>
              <a:rPr lang="en-US" altLang="zh-CN" dirty="0"/>
              <a:t>-</a:t>
            </a:r>
            <a:r>
              <a:rPr lang="zh-CN" altLang="en-US" dirty="0"/>
              <a:t>终版</a:t>
            </a:r>
            <a:r>
              <a:rPr lang="en-US" altLang="zh-CN" dirty="0"/>
              <a:t>-</a:t>
            </a:r>
            <a:r>
              <a:rPr lang="zh-CN" altLang="en-US" dirty="0"/>
              <a:t>日期</a:t>
            </a:r>
            <a:r>
              <a:rPr lang="en-US" altLang="zh-CN" dirty="0"/>
              <a:t>.docx”</a:t>
            </a:r>
          </a:p>
        </p:txBody>
      </p:sp>
      <p:sp>
        <p:nvSpPr>
          <p:cNvPr id="5" name="灯片编号占位符 4"/>
          <p:cNvSpPr>
            <a:spLocks noGrp="1"/>
          </p:cNvSpPr>
          <p:nvPr>
            <p:ph type="sldNum" sz="quarter" idx="12"/>
          </p:nvPr>
        </p:nvSpPr>
        <p:spPr/>
        <p:txBody>
          <a:bodyPr/>
          <a:lstStyle/>
          <a:p>
            <a:pPr>
              <a:defRPr/>
            </a:pPr>
            <a:fld id="{2A465935-1BA4-4372-8E54-A0CC449C93FA}" type="slidenum">
              <a:rPr lang="en-US" altLang="zh-CN"/>
              <a:t>32</a:t>
            </a:fld>
            <a:endParaRPr lang="en-US" altLang="zh-CN"/>
          </a:p>
        </p:txBody>
      </p:sp>
      <p:graphicFrame>
        <p:nvGraphicFramePr>
          <p:cNvPr id="3" name="表格 2">
            <a:extLst>
              <a:ext uri="{FF2B5EF4-FFF2-40B4-BE49-F238E27FC236}">
                <a16:creationId xmlns:a16="http://schemas.microsoft.com/office/drawing/2014/main" id="{ADAFC2A7-923C-7FF8-FA69-F9F1715C8C69}"/>
              </a:ext>
            </a:extLst>
          </p:cNvPr>
          <p:cNvGraphicFramePr>
            <a:graphicFrameLocks noGrp="1"/>
          </p:cNvGraphicFramePr>
          <p:nvPr>
            <p:extLst>
              <p:ext uri="{D42A27DB-BD31-4B8C-83A1-F6EECF244321}">
                <p14:modId xmlns:p14="http://schemas.microsoft.com/office/powerpoint/2010/main" val="3078599116"/>
              </p:ext>
            </p:extLst>
          </p:nvPr>
        </p:nvGraphicFramePr>
        <p:xfrm>
          <a:off x="600394" y="3284984"/>
          <a:ext cx="8172447" cy="2040025"/>
        </p:xfrm>
        <a:graphic>
          <a:graphicData uri="http://schemas.openxmlformats.org/drawingml/2006/table">
            <a:tbl>
              <a:tblPr/>
              <a:tblGrid>
                <a:gridCol w="492338">
                  <a:extLst>
                    <a:ext uri="{9D8B030D-6E8A-4147-A177-3AD203B41FA5}">
                      <a16:colId xmlns:a16="http://schemas.microsoft.com/office/drawing/2014/main" val="2046406162"/>
                    </a:ext>
                  </a:extLst>
                </a:gridCol>
                <a:gridCol w="479970">
                  <a:extLst>
                    <a:ext uri="{9D8B030D-6E8A-4147-A177-3AD203B41FA5}">
                      <a16:colId xmlns:a16="http://schemas.microsoft.com/office/drawing/2014/main" val="3544929674"/>
                    </a:ext>
                  </a:extLst>
                </a:gridCol>
                <a:gridCol w="479970">
                  <a:extLst>
                    <a:ext uri="{9D8B030D-6E8A-4147-A177-3AD203B41FA5}">
                      <a16:colId xmlns:a16="http://schemas.microsoft.com/office/drawing/2014/main" val="2635155173"/>
                    </a:ext>
                  </a:extLst>
                </a:gridCol>
                <a:gridCol w="479970">
                  <a:extLst>
                    <a:ext uri="{9D8B030D-6E8A-4147-A177-3AD203B41FA5}">
                      <a16:colId xmlns:a16="http://schemas.microsoft.com/office/drawing/2014/main" val="2815054491"/>
                    </a:ext>
                  </a:extLst>
                </a:gridCol>
                <a:gridCol w="479970">
                  <a:extLst>
                    <a:ext uri="{9D8B030D-6E8A-4147-A177-3AD203B41FA5}">
                      <a16:colId xmlns:a16="http://schemas.microsoft.com/office/drawing/2014/main" val="887660592"/>
                    </a:ext>
                  </a:extLst>
                </a:gridCol>
                <a:gridCol w="479970">
                  <a:extLst>
                    <a:ext uri="{9D8B030D-6E8A-4147-A177-3AD203B41FA5}">
                      <a16:colId xmlns:a16="http://schemas.microsoft.com/office/drawing/2014/main" val="3913748177"/>
                    </a:ext>
                  </a:extLst>
                </a:gridCol>
                <a:gridCol w="479970">
                  <a:extLst>
                    <a:ext uri="{9D8B030D-6E8A-4147-A177-3AD203B41FA5}">
                      <a16:colId xmlns:a16="http://schemas.microsoft.com/office/drawing/2014/main" val="1243356185"/>
                    </a:ext>
                  </a:extLst>
                </a:gridCol>
                <a:gridCol w="479970">
                  <a:extLst>
                    <a:ext uri="{9D8B030D-6E8A-4147-A177-3AD203B41FA5}">
                      <a16:colId xmlns:a16="http://schemas.microsoft.com/office/drawing/2014/main" val="1478566722"/>
                    </a:ext>
                  </a:extLst>
                </a:gridCol>
                <a:gridCol w="479970">
                  <a:extLst>
                    <a:ext uri="{9D8B030D-6E8A-4147-A177-3AD203B41FA5}">
                      <a16:colId xmlns:a16="http://schemas.microsoft.com/office/drawing/2014/main" val="3119293550"/>
                    </a:ext>
                  </a:extLst>
                </a:gridCol>
                <a:gridCol w="479970">
                  <a:extLst>
                    <a:ext uri="{9D8B030D-6E8A-4147-A177-3AD203B41FA5}">
                      <a16:colId xmlns:a16="http://schemas.microsoft.com/office/drawing/2014/main" val="1926679793"/>
                    </a:ext>
                  </a:extLst>
                </a:gridCol>
                <a:gridCol w="479970">
                  <a:extLst>
                    <a:ext uri="{9D8B030D-6E8A-4147-A177-3AD203B41FA5}">
                      <a16:colId xmlns:a16="http://schemas.microsoft.com/office/drawing/2014/main" val="629592207"/>
                    </a:ext>
                  </a:extLst>
                </a:gridCol>
                <a:gridCol w="479970">
                  <a:extLst>
                    <a:ext uri="{9D8B030D-6E8A-4147-A177-3AD203B41FA5}">
                      <a16:colId xmlns:a16="http://schemas.microsoft.com/office/drawing/2014/main" val="4191322249"/>
                    </a:ext>
                  </a:extLst>
                </a:gridCol>
                <a:gridCol w="479970">
                  <a:extLst>
                    <a:ext uri="{9D8B030D-6E8A-4147-A177-3AD203B41FA5}">
                      <a16:colId xmlns:a16="http://schemas.microsoft.com/office/drawing/2014/main" val="406710018"/>
                    </a:ext>
                  </a:extLst>
                </a:gridCol>
                <a:gridCol w="479970">
                  <a:extLst>
                    <a:ext uri="{9D8B030D-6E8A-4147-A177-3AD203B41FA5}">
                      <a16:colId xmlns:a16="http://schemas.microsoft.com/office/drawing/2014/main" val="4122775489"/>
                    </a:ext>
                  </a:extLst>
                </a:gridCol>
                <a:gridCol w="479970">
                  <a:extLst>
                    <a:ext uri="{9D8B030D-6E8A-4147-A177-3AD203B41FA5}">
                      <a16:colId xmlns:a16="http://schemas.microsoft.com/office/drawing/2014/main" val="1498671511"/>
                    </a:ext>
                  </a:extLst>
                </a:gridCol>
                <a:gridCol w="479970">
                  <a:extLst>
                    <a:ext uri="{9D8B030D-6E8A-4147-A177-3AD203B41FA5}">
                      <a16:colId xmlns:a16="http://schemas.microsoft.com/office/drawing/2014/main" val="2318942660"/>
                    </a:ext>
                  </a:extLst>
                </a:gridCol>
                <a:gridCol w="480559">
                  <a:extLst>
                    <a:ext uri="{9D8B030D-6E8A-4147-A177-3AD203B41FA5}">
                      <a16:colId xmlns:a16="http://schemas.microsoft.com/office/drawing/2014/main" val="962272949"/>
                    </a:ext>
                  </a:extLst>
                </a:gridCol>
              </a:tblGrid>
              <a:tr h="226145">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分组</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组长</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内容（</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40%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PPT</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30%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表达（</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30%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组员</a:t>
                      </a:r>
                      <a:r>
                        <a:rPr lang="en-US" sz="7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内容（</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40%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PPT</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30%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表达（</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30%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组员</a:t>
                      </a:r>
                      <a:r>
                        <a:rPr lang="en-US" sz="700" b="1" kern="100">
                          <a:effectLst/>
                          <a:latin typeface="等线" panose="02010600030101010101" pitchFamily="2" charset="-122"/>
                          <a:ea typeface="等线" panose="02010600030101010101" pitchFamily="2" charset="-122"/>
                          <a:cs typeface="Times New Roman" panose="02020603050405020304" pitchFamily="18" charset="0"/>
                        </a:rPr>
                        <a:t>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内容（</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40%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PPT</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30%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表达</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p>
                      <a:pPr algn="ctr">
                        <a:buNone/>
                      </a:pP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30%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组员</a:t>
                      </a:r>
                      <a:r>
                        <a:rPr lang="en-US" sz="700" b="1" kern="100">
                          <a:effectLst/>
                          <a:latin typeface="等线" panose="02010600030101010101" pitchFamily="2" charset="-122"/>
                          <a:ea typeface="等线" panose="02010600030101010101" pitchFamily="2" charset="-122"/>
                          <a:cs typeface="Times New Roman" panose="02020603050405020304" pitchFamily="18" charset="0"/>
                        </a:rPr>
                        <a:t>3</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内容（</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40%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PPT</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30%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buNone/>
                      </a:pP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表达</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p>
                      <a:pPr algn="ctr">
                        <a:buNone/>
                      </a:pP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r>
                        <a:rPr lang="en-US"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30%</a:t>
                      </a:r>
                      <a:r>
                        <a:rPr lang="zh-CN" sz="700" b="1" kern="100">
                          <a:solidFill>
                            <a:srgbClr val="2F5496"/>
                          </a:solidFill>
                          <a:effectLst/>
                          <a:latin typeface="等线" panose="02010600030101010101" pitchFamily="2" charset="-122"/>
                          <a:ea typeface="等线" panose="02010600030101010101" pitchFamily="2" charset="-122"/>
                          <a:cs typeface="Times New Roman" panose="02020603050405020304" pitchFamily="18" charset="0"/>
                        </a:rPr>
                        <a:t>）</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8894910"/>
                  </a:ext>
                </a:extLst>
              </a:tr>
              <a:tr h="181388">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第一组</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8922504"/>
                  </a:ext>
                </a:extLst>
              </a:tr>
              <a:tr h="181388">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第二组</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6275757"/>
                  </a:ext>
                </a:extLst>
              </a:tr>
              <a:tr h="181388">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第三组</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2392704"/>
                  </a:ext>
                </a:extLst>
              </a:tr>
              <a:tr h="181388">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第四组</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536905"/>
                  </a:ext>
                </a:extLst>
              </a:tr>
              <a:tr h="181388">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第五组</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3569178"/>
                  </a:ext>
                </a:extLst>
              </a:tr>
              <a:tr h="181388">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第六组</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9938547"/>
                  </a:ext>
                </a:extLst>
              </a:tr>
              <a:tr h="181388">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第七组</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3940899"/>
                  </a:ext>
                </a:extLst>
              </a:tr>
              <a:tr h="181388">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第八组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4595873"/>
                  </a:ext>
                </a:extLst>
              </a:tr>
              <a:tr h="181388">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第九组</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2569604"/>
                  </a:ext>
                </a:extLst>
              </a:tr>
              <a:tr h="181388">
                <a:tc>
                  <a:txBody>
                    <a:bodyPr/>
                    <a:lstStyle/>
                    <a:p>
                      <a:pPr algn="just">
                        <a:buNone/>
                      </a:pPr>
                      <a:r>
                        <a:rPr lang="zh-CN" sz="700" b="1" kern="100">
                          <a:effectLst/>
                          <a:latin typeface="等线" panose="02010600030101010101" pitchFamily="2" charset="-122"/>
                          <a:ea typeface="等线" panose="02010600030101010101" pitchFamily="2" charset="-122"/>
                          <a:cs typeface="Times New Roman" panose="02020603050405020304" pitchFamily="18" charset="0"/>
                        </a:rPr>
                        <a:t>第十组</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315" marR="68315" marT="34157" marB="34157"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a:buNone/>
                      </a:pPr>
                      <a:r>
                        <a:rPr lang="en-US" sz="700" b="1"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925594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noChangeArrowheads="1"/>
          </p:cNvSpPr>
          <p:nvPr>
            <p:ph type="ctrTitle"/>
          </p:nvPr>
        </p:nvSpPr>
        <p:spPr>
          <a:xfrm>
            <a:off x="685800" y="1052737"/>
            <a:ext cx="7702624" cy="2364834"/>
          </a:xfrm>
          <a:solidFill>
            <a:srgbClr val="0070C0"/>
          </a:solidFill>
        </p:spPr>
        <p:txBody>
          <a:bodyPr/>
          <a:lstStyle/>
          <a:p>
            <a:r>
              <a:rPr lang="zh-CN" altLang="en-US" dirty="0"/>
              <a:t>感谢各位同学的支持！</a:t>
            </a:r>
            <a:br>
              <a:rPr lang="zh-CN" altLang="en-US" dirty="0"/>
            </a:br>
            <a:r>
              <a:rPr lang="zh-CN" altLang="en-US" dirty="0"/>
              <a:t>请各位同学继续努力！</a:t>
            </a:r>
            <a:endParaRPr lang="zh-CN" altLang="en-US" dirty="0">
              <a:solidFill>
                <a:srgbClr val="C00000"/>
              </a:solidFill>
            </a:endParaRPr>
          </a:p>
        </p:txBody>
      </p:sp>
      <p:sp>
        <p:nvSpPr>
          <p:cNvPr id="9" name="文本框 8">
            <a:extLst>
              <a:ext uri="{FF2B5EF4-FFF2-40B4-BE49-F238E27FC236}">
                <a16:creationId xmlns:a16="http://schemas.microsoft.com/office/drawing/2014/main" id="{60BEB192-4B83-AC4E-5A92-1232CA0CCB0B}"/>
              </a:ext>
            </a:extLst>
          </p:cNvPr>
          <p:cNvSpPr txBox="1"/>
          <p:nvPr/>
        </p:nvSpPr>
        <p:spPr>
          <a:xfrm>
            <a:off x="1880724" y="4155579"/>
            <a:ext cx="6390456" cy="707886"/>
          </a:xfrm>
          <a:prstGeom prst="rect">
            <a:avLst/>
          </a:prstGeom>
          <a:noFill/>
        </p:spPr>
        <p:txBody>
          <a:bodyPr wrap="square">
            <a:spAutoFit/>
          </a:bodyPr>
          <a:lstStyle/>
          <a:p>
            <a:r>
              <a:rPr kumimoji="1" lang="zh-CN" altLang="en-US" sz="40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j-cs"/>
              </a:rPr>
              <a:t>把论文写在祖国大地上！</a:t>
            </a: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3b85ce1b-b486-44fe-9a6d-955cce492572"/>
  <p:tag name="COMMONDATA" val="eyJoZGlkIjoiZGE2Mjg2YTZkZTMyMTYwY2M1OTQ5YzJlN2MyYmRjOGEifQ=="/>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77604_1"/>
  <p:tag name="KSO_WM_TEMPLATE_CATEGORY" val="custom"/>
  <p:tag name="KSO_WM_TEMPLATE_INDEX" val="20180699"/>
  <p:tag name="KSO_WM_TEMPLATE_SUBCATEGORY" val="0"/>
  <p:tag name="KSO_WM_TEMPLATE_THUMBS_INDEX" val="1、4、5、6、11、12、16、18、26、27、"/>
  <p:tag name="KSO_WM_TEMPLATE_MASTER_TYPE" val="1"/>
  <p:tag name="KSO_WM_TEMPLATE_COLOR_TYPE" val="0"/>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Lst>
</file>

<file path=ppt/tags/tag8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87.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
  <p:tag name="KSO_WM_SLIDE_LAYOUT_CNT" val="1_1"/>
  <p:tag name="KSO_WM_SLIDE_TYPE" val="title"/>
  <p:tag name="KSO_WM_BEAUTIFY_FLAG" val="#wm#"/>
  <p:tag name="KSO_WM_COMBINE_RELATE_SLIDE_ID" val="background20177604_1"/>
  <p:tag name="KSO_WM_TEMPLATE_CATEGORY" val="custom"/>
  <p:tag name="KSO_WM_TEMPLATE_INDEX" val="20180699"/>
  <p:tag name="KSO_WM_SLIDE_ID" val="custom20180699_1"/>
  <p:tag name="KSO_WM_SLIDE_INDEX" val="1"/>
  <p:tag name="KSO_WM_TEMPLATE_SUBCATEGORY" val="0"/>
  <p:tag name="KSO_WM_TEMPLATE_THUMBS_INDEX" val="1、4、5、6、11、12、16、18、26、27、"/>
  <p:tag name="KSO_WM_TEMPLATE_MASTER_TYPE" val="1"/>
  <p:tag name="KSO_WM_TEMPLATE_COLOR_TYPE" val="0"/>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26"/>
  <p:tag name="KSO_WM_UNIT_TYPE" val="b"/>
  <p:tag name="KSO_WM_UNIT_INDEX" val="1"/>
  <p:tag name="KSO_WM_UNIT_PRESET_TEXT" val="单击此处添加副标题内容"/>
  <p:tag name="KSO_WM_TEMPLATE_CATEGORY" val="custom"/>
  <p:tag name="KSO_WM_TEMPLATE_INDEX" val="20204735"/>
  <p:tag name="KSO_WM_UNIT_ID" val="custom20204735_1*b*1"/>
  <p:tag name="KSO_WM_UNIT_ISNUMDGMTITLE" val="0"/>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b"/>
  <p:tag name="KSO_WM_UNIT_INDEX" val="1"/>
  <p:tag name="KSO_WM_UNIT_LAYERLEVEL" val="1"/>
  <p:tag name="KSO_WM_UNIT_VALUE" val="52"/>
  <p:tag name="KSO_WM_UNIT_ISCONTENTSTITLE" val="0"/>
  <p:tag name="KSO_WM_UNIT_HIGHLIGHT" val="0"/>
  <p:tag name="KSO_WM_UNIT_COMPATIBLE" val="0"/>
  <p:tag name="KSO_WM_UNIT_PRESET_TEXT_INDEX" val="4"/>
  <p:tag name="KSO_WM_UNIT_PRESET_TEXT_LEN" val="57"/>
  <p:tag name="KSO_WM_UNIT_ID" val="custom20180699_1*b*1"/>
  <p:tag name="KSO_WM_UNIT_ISNUMDGMTITLE" val="0"/>
  <p:tag name="KSO_WM_UNIT_NOCLEAR" val="0"/>
  <p:tag name="KSO_WM_UNIT_DIAGRAM_ISNUMVISUAL" val="0"/>
  <p:tag name="KSO_WM_UNIT_DIAGRAM_ISREFERUNIT" val="0"/>
  <p:tag name="KSO_WM_UNIT_TEXT_FILL_FORE_SCHEMECOLOR_INDEX_BRIGHTNESS" val="0"/>
  <p:tag name="KSO_WM_UNIT_TEXT_FILL_FORE_SCHEMECOLOR_INDEX" val="14"/>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a"/>
  <p:tag name="KSO_WM_UNIT_INDEX" val="1"/>
  <p:tag name="KSO_WM_UNIT_LAYERLEVEL" val="1"/>
  <p:tag name="KSO_WM_UNIT_VALUE" val="11"/>
  <p:tag name="KSO_WM_UNIT_ISCONTENTSTITLE" val="0"/>
  <p:tag name="KSO_WM_UNIT_HIGHLIGHT" val="0"/>
  <p:tag name="KSO_WM_UNIT_COMPATIBLE" val="0"/>
  <p:tag name="KSO_WM_UNIT_ID" val="custom20180699_1*a*1"/>
  <p:tag name="KSO_WM_UNIT_PRESET_TEXT" val="科技风深蓝色计划书"/>
  <p:tag name="KSO_WM_UNIT_ISNUMDGMTITLE" val="0"/>
  <p:tag name="KSO_WM_UNIT_NOCLEAR" val="0"/>
  <p:tag name="KSO_WM_UNIT_DIAGRAM_ISNUMVISUAL" val="0"/>
  <p:tag name="KSO_WM_UNIT_DIAGRAM_ISREFERUNIT" val="0"/>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Notebook">
  <a:themeElements>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fontScheme name="Notebook">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20180699">
      <a:dk1>
        <a:srgbClr val="404040"/>
      </a:dk1>
      <a:lt1>
        <a:srgbClr val="FFFFFF"/>
      </a:lt1>
      <a:dk2>
        <a:srgbClr val="ECECEC"/>
      </a:dk2>
      <a:lt2>
        <a:srgbClr val="FFFFFF"/>
      </a:lt2>
      <a:accent1>
        <a:srgbClr val="FFC000"/>
      </a:accent1>
      <a:accent2>
        <a:srgbClr val="E2C85F"/>
      </a:accent2>
      <a:accent3>
        <a:srgbClr val="BDCF95"/>
      </a:accent3>
      <a:accent4>
        <a:srgbClr val="92CCB7"/>
      </a:accent4>
      <a:accent5>
        <a:srgbClr val="68BFC6"/>
      </a:accent5>
      <a:accent6>
        <a:srgbClr val="00B2D5"/>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Designs\Notebook.pot</Template>
  <TotalTime>193</TotalTime>
  <Words>5128</Words>
  <Application>Microsoft Office PowerPoint</Application>
  <PresentationFormat>全屏显示(4:3)</PresentationFormat>
  <Paragraphs>486</Paragraphs>
  <Slides>33</Slides>
  <Notes>6</Notes>
  <HiddenSlides>0</HiddenSlides>
  <MMClips>1</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33</vt:i4>
      </vt:variant>
    </vt:vector>
  </HeadingPairs>
  <TitlesOfParts>
    <vt:vector size="46" baseType="lpstr">
      <vt:lpstr>方正粗黑宋简体</vt:lpstr>
      <vt:lpstr>方正楷体_GB2312</vt:lpstr>
      <vt:lpstr>华文仿宋</vt:lpstr>
      <vt:lpstr>华文楷体</vt:lpstr>
      <vt:lpstr>楷体</vt:lpstr>
      <vt:lpstr>Arial</vt:lpstr>
      <vt:lpstr>Calibri</vt:lpstr>
      <vt:lpstr>Times New Roman</vt:lpstr>
      <vt:lpstr>Wingdings</vt:lpstr>
      <vt:lpstr>等线</vt:lpstr>
      <vt:lpstr>微软雅黑</vt:lpstr>
      <vt:lpstr>1_Notebook</vt:lpstr>
      <vt:lpstr>3_Office 主题​​</vt:lpstr>
      <vt:lpstr>  《专业写作基础》 第5讲 范文讲解与口头表达 </vt:lpstr>
      <vt:lpstr>综述撰写规范研讨：常见问题</vt:lpstr>
      <vt:lpstr>论文写作注意事项(1)</vt:lpstr>
      <vt:lpstr>论文写作注意事项(2)</vt:lpstr>
      <vt:lpstr>优秀范文赏析：摘要</vt:lpstr>
      <vt:lpstr>优秀范文赏析：结构</vt:lpstr>
      <vt:lpstr>优秀范文赏析：结构（2）</vt:lpstr>
      <vt:lpstr>优秀范文赏析：结构（3）</vt:lpstr>
      <vt:lpstr>优秀范文赏析：表达</vt:lpstr>
      <vt:lpstr>优秀范文赏析：表达（2）</vt:lpstr>
      <vt:lpstr>习作评讲</vt:lpstr>
      <vt:lpstr>习作评讲</vt:lpstr>
      <vt:lpstr>习作评讲</vt:lpstr>
      <vt:lpstr>习作评讲</vt:lpstr>
      <vt:lpstr>习作评讲</vt:lpstr>
      <vt:lpstr>习作评讲</vt:lpstr>
      <vt:lpstr>习作评讲</vt:lpstr>
      <vt:lpstr>习作评讲（第5组）</vt:lpstr>
      <vt:lpstr>面向口头表达的写作</vt:lpstr>
      <vt:lpstr>还记得第一次课的稚晖君吗？</vt:lpstr>
      <vt:lpstr>学术报告的幻灯片及演进</vt:lpstr>
      <vt:lpstr>PowerPoint 演示文稿</vt:lpstr>
      <vt:lpstr>PowerPoint 演示文稿</vt:lpstr>
      <vt:lpstr>PowerPoint 演示文稿</vt:lpstr>
      <vt:lpstr>面向口头表达的写作</vt:lpstr>
      <vt:lpstr>PowerPoint 演示文稿</vt:lpstr>
      <vt:lpstr>PowerPoint 演示文稿</vt:lpstr>
      <vt:lpstr>PowerPoint 演示文稿</vt:lpstr>
      <vt:lpstr>面向口头表达的写作</vt:lpstr>
      <vt:lpstr>综述论文汇报互评</vt:lpstr>
      <vt:lpstr>综述论文修订问题</vt:lpstr>
      <vt:lpstr>结课作业与论文</vt:lpstr>
      <vt:lpstr>感谢各位同学的支持！ 请各位同学继续努力！</vt:lpstr>
    </vt:vector>
  </TitlesOfParts>
  <Company>dna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电子系统RF与天线</dc:title>
  <dc:creator>yyw</dc:creator>
  <cp:lastModifiedBy>Jiang Wu</cp:lastModifiedBy>
  <cp:revision>887</cp:revision>
  <dcterms:created xsi:type="dcterms:W3CDTF">2005-02-24T04:03:00Z</dcterms:created>
  <dcterms:modified xsi:type="dcterms:W3CDTF">2026-10-19T03:46:29Z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AA8AA0B6B5DD44498CAA86539901644B</vt:lpwstr>
  </property>
  <property fmtid="{D5CDD505-2E9C-101B-9397-08002B2CF9AE}" pid="3" name="KSOProductBuildVer">
    <vt:lpwstr>2052-12.1.0.18608</vt:lpwstr>
  </property>
  <property fmtid="{D5CDD505-2E9C-101B-9397-08002B2CF9AE}" pid="4" name="KSOSaveFontToCloudKey">
    <vt:lpwstr>13076337_cloud</vt:lpwstr>
  </property>
</Properties>
</file>
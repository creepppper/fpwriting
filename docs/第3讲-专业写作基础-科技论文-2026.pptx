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302.xml" ContentType="application/vnd.openxmlformats-officedocument.presentationml.tags+xml"/>
  <Override PartName="/ppt/tags/tag303.xml" ContentType="application/vnd.openxmlformats-officedocument.presentationml.tags+xml"/>
  <Override PartName="/ppt/notesSlides/notesSlide3.xml" ContentType="application/vnd.openxmlformats-officedocument.presentationml.notesSlide+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notesSlides/notesSlide4.xml" ContentType="application/vnd.openxmlformats-officedocument.presentationml.notesSlide+xml"/>
  <Override PartName="/ppt/tags/tag308.xml" ContentType="application/vnd.openxmlformats-officedocument.presentationml.tags+xml"/>
  <Override PartName="/ppt/tags/tag309.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342.xml" ContentType="application/vnd.openxmlformats-officedocument.presentationml.tags+xml"/>
  <Override PartName="/ppt/tags/tag343.xml" ContentType="application/vnd.openxmlformats-officedocument.presentationml.tags+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7" r:id="rId2"/>
  </p:sldMasterIdLst>
  <p:notesMasterIdLst>
    <p:notesMasterId r:id="rId70"/>
  </p:notesMasterIdLst>
  <p:handoutMasterIdLst>
    <p:handoutMasterId r:id="rId71"/>
  </p:handoutMasterIdLst>
  <p:sldIdLst>
    <p:sldId id="1126" r:id="rId3"/>
    <p:sldId id="842" r:id="rId4"/>
    <p:sldId id="1320" r:id="rId5"/>
    <p:sldId id="1368" r:id="rId6"/>
    <p:sldId id="768" r:id="rId7"/>
    <p:sldId id="1369" r:id="rId8"/>
    <p:sldId id="1370" r:id="rId9"/>
    <p:sldId id="1371" r:id="rId10"/>
    <p:sldId id="1372" r:id="rId11"/>
    <p:sldId id="715" r:id="rId12"/>
    <p:sldId id="763" r:id="rId13"/>
    <p:sldId id="764" r:id="rId14"/>
    <p:sldId id="765" r:id="rId15"/>
    <p:sldId id="761" r:id="rId16"/>
    <p:sldId id="762" r:id="rId17"/>
    <p:sldId id="716" r:id="rId18"/>
    <p:sldId id="717" r:id="rId19"/>
    <p:sldId id="718" r:id="rId20"/>
    <p:sldId id="719" r:id="rId21"/>
    <p:sldId id="720" r:id="rId22"/>
    <p:sldId id="721" r:id="rId23"/>
    <p:sldId id="938" r:id="rId24"/>
    <p:sldId id="937" r:id="rId25"/>
    <p:sldId id="939" r:id="rId26"/>
    <p:sldId id="940" r:id="rId27"/>
    <p:sldId id="722" r:id="rId28"/>
    <p:sldId id="723" r:id="rId29"/>
    <p:sldId id="724" r:id="rId30"/>
    <p:sldId id="725" r:id="rId31"/>
    <p:sldId id="726" r:id="rId32"/>
    <p:sldId id="727" r:id="rId33"/>
    <p:sldId id="728" r:id="rId34"/>
    <p:sldId id="729" r:id="rId35"/>
    <p:sldId id="1010" r:id="rId36"/>
    <p:sldId id="730" r:id="rId37"/>
    <p:sldId id="731" r:id="rId38"/>
    <p:sldId id="1008" r:id="rId39"/>
    <p:sldId id="1009" r:id="rId40"/>
    <p:sldId id="1011" r:id="rId41"/>
    <p:sldId id="735" r:id="rId42"/>
    <p:sldId id="773" r:id="rId43"/>
    <p:sldId id="736" r:id="rId44"/>
    <p:sldId id="737" r:id="rId45"/>
    <p:sldId id="738" r:id="rId46"/>
    <p:sldId id="739" r:id="rId47"/>
    <p:sldId id="740" r:id="rId48"/>
    <p:sldId id="741" r:id="rId49"/>
    <p:sldId id="742" r:id="rId50"/>
    <p:sldId id="743" r:id="rId51"/>
    <p:sldId id="777" r:id="rId52"/>
    <p:sldId id="744" r:id="rId53"/>
    <p:sldId id="745" r:id="rId54"/>
    <p:sldId id="746" r:id="rId55"/>
    <p:sldId id="1375" r:id="rId56"/>
    <p:sldId id="747" r:id="rId57"/>
    <p:sldId id="748" r:id="rId58"/>
    <p:sldId id="749" r:id="rId59"/>
    <p:sldId id="1012" r:id="rId60"/>
    <p:sldId id="750" r:id="rId61"/>
    <p:sldId id="751" r:id="rId62"/>
    <p:sldId id="752" r:id="rId63"/>
    <p:sldId id="778" r:id="rId64"/>
    <p:sldId id="1068" r:id="rId65"/>
    <p:sldId id="1122" r:id="rId66"/>
    <p:sldId id="1373" r:id="rId67"/>
    <p:sldId id="1123" r:id="rId68"/>
    <p:sldId id="1374" r:id="rId69"/>
  </p:sldIdLst>
  <p:sldSz cx="9144000" cy="6858000" type="screen4x3"/>
  <p:notesSz cx="6797675" cy="9926638"/>
  <p:custDataLst>
    <p:tags r:id="rId72"/>
  </p:custDataLst>
  <p:defaultTextStyle>
    <a:defPPr>
      <a:defRPr lang="zh-CN"/>
    </a:defPPr>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4313" userDrawn="1">
          <p15:clr>
            <a:srgbClr val="A4A3A4"/>
          </p15:clr>
        </p15:guide>
        <p15:guide id="2" pos="573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zhou" initials="LZ" lastIdx="3" clrIdx="0"/>
  <p:cmAuthor id="1" name="幸全" initials="幸全"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0000FF"/>
    <a:srgbClr val="000000"/>
    <a:srgbClr val="00FF00"/>
    <a:srgbClr val="EBDEC9"/>
    <a:srgbClr val="BE3A3A"/>
    <a:srgbClr val="806858"/>
    <a:srgbClr val="735E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8360"/>
  </p:normalViewPr>
  <p:slideViewPr>
    <p:cSldViewPr showGuides="1">
      <p:cViewPr varScale="1">
        <p:scale>
          <a:sx n="86" d="100"/>
          <a:sy n="86" d="100"/>
        </p:scale>
        <p:origin x="1176" y="51"/>
      </p:cViewPr>
      <p:guideLst>
        <p:guide orient="horz" pos="4313"/>
        <p:guide pos="5735"/>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200" d="100"/>
        <a:sy n="200" d="100"/>
      </p:scale>
      <p:origin x="0" y="-238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ags" Target="tags/tag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notesMaster" Target="notesMasters/notesMaster1.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handoutMaster" Target="handoutMasters/handoutMaster1.xml"/><Relationship Id="rId2" Type="http://schemas.openxmlformats.org/officeDocument/2006/relationships/slideMaster" Target="slideMasters/slideMaster2.xml"/><Relationship Id="rId29" Type="http://schemas.openxmlformats.org/officeDocument/2006/relationships/slide" Target="slides/slide27.xml"/></Relationships>
</file>

<file path=ppt/diagrams/colors1.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ED9640F6-2D83-45CE-B30A-CF96744661B6}" type="doc">
      <dgm:prSet loTypeId="urn:microsoft.com/office/officeart/2005/8/layout/vProcess5" loCatId="process" qsTypeId="urn:microsoft.com/office/officeart/2005/8/quickstyle/simple1#2" qsCatId="simple" csTypeId="urn:microsoft.com/office/officeart/2005/8/colors/colorful2#1" csCatId="colorful" phldr="1"/>
      <dgm:spPr/>
      <dgm:t>
        <a:bodyPr/>
        <a:lstStyle/>
        <a:p>
          <a:endParaRPr lang="zh-CN" altLang="en-US"/>
        </a:p>
      </dgm:t>
    </dgm:pt>
    <dgm:pt modelId="{BD84F570-04A6-4BAC-88AF-4C914F17004A}">
      <dgm:prSet phldrT="[文本]"/>
      <dgm:spPr>
        <a:xfrm>
          <a:off x="0" y="0"/>
          <a:ext cx="5508612" cy="970636"/>
        </a:xfrm>
        <a:prstGeom prst="roundRect">
          <a:avLst>
            <a:gd name="adj" fmla="val 10000"/>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zh-CN" altLang="en-US" dirty="0">
              <a:solidFill>
                <a:sysClr val="window" lastClr="FFFFFF"/>
              </a:solidFill>
              <a:latin typeface="Calibri" panose="020F0502020204030204"/>
              <a:ea typeface="等线" panose="02010600030101010101" pitchFamily="2" charset="-122"/>
              <a:cs typeface="+mn-cs"/>
            </a:rPr>
            <a:t>综述：带来可行性</a:t>
          </a:r>
        </a:p>
      </dgm:t>
    </dgm:pt>
    <dgm:pt modelId="{E170DEC3-30BE-4A47-BCC9-C3DB9E39D401}" type="parTrans" cxnId="{382AA04D-BC93-4B3B-BFD2-89F08AE65D40}">
      <dgm:prSet/>
      <dgm:spPr/>
      <dgm:t>
        <a:bodyPr/>
        <a:lstStyle/>
        <a:p>
          <a:endParaRPr lang="zh-CN" altLang="en-US"/>
        </a:p>
      </dgm:t>
    </dgm:pt>
    <dgm:pt modelId="{70CC0AFA-290B-4235-A071-8A21E47DC497}" type="sibTrans" cxnId="{382AA04D-BC93-4B3B-BFD2-89F08AE65D40}">
      <dgm:prSet/>
      <dgm:spPr>
        <a:xfrm>
          <a:off x="4877698" y="736066"/>
          <a:ext cx="630913" cy="630913"/>
        </a:xfrm>
        <a:prstGeom prst="downArrow">
          <a:avLst>
            <a:gd name="adj1" fmla="val 55000"/>
            <a:gd name="adj2" fmla="val 45000"/>
          </a:avLst>
        </a:prstGeom>
        <a:solidFill>
          <a:srgbClr val="ED7D31">
            <a:tint val="40000"/>
            <a:alpha val="90000"/>
            <a:hueOff val="0"/>
            <a:satOff val="0"/>
            <a:lumOff val="0"/>
            <a:alphaOff val="0"/>
          </a:srgbClr>
        </a:solidFill>
        <a:ln w="12700" cap="flat" cmpd="sng" algn="ctr">
          <a:solidFill>
            <a:srgbClr val="ED7D31">
              <a:tint val="40000"/>
              <a:alpha val="90000"/>
              <a:hueOff val="0"/>
              <a:satOff val="0"/>
              <a:lumOff val="0"/>
              <a:alphaOff val="0"/>
            </a:srgbClr>
          </a:solidFill>
          <a:prstDash val="solid"/>
          <a:miter lim="800000"/>
        </a:ln>
        <a:effectLst/>
      </dgm:spPr>
      <dgm:t>
        <a:bodyPr/>
        <a:lstStyle/>
        <a:p>
          <a:pPr>
            <a:buNone/>
          </a:pPr>
          <a:endParaRPr lang="zh-CN" altLang="en-US">
            <a:solidFill>
              <a:sysClr val="windowText" lastClr="000000">
                <a:hueOff val="0"/>
                <a:satOff val="0"/>
                <a:lumOff val="0"/>
                <a:alphaOff val="0"/>
              </a:sysClr>
            </a:solidFill>
            <a:latin typeface="Calibri" panose="020F0502020204030204"/>
            <a:ea typeface="等线" panose="02010600030101010101" pitchFamily="2" charset="-122"/>
            <a:cs typeface="+mn-cs"/>
          </a:endParaRPr>
        </a:p>
      </dgm:t>
    </dgm:pt>
    <dgm:pt modelId="{C491CF1D-F4F2-4077-8865-ED76CC2FFAF5}">
      <dgm:prSet phldrT="[文本]"/>
      <dgm:spPr>
        <a:xfrm>
          <a:off x="486053" y="1132409"/>
          <a:ext cx="5508612" cy="970636"/>
        </a:xfrm>
        <a:prstGeom prst="roundRect">
          <a:avLst>
            <a:gd name="adj" fmla="val 10000"/>
          </a:avLst>
        </a:prstGeom>
        <a:solidFill>
          <a:srgbClr val="ED7D31">
            <a:hueOff val="-727682"/>
            <a:satOff val="-41937"/>
            <a:lumOff val="4314"/>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zh-CN" altLang="en-US" dirty="0">
              <a:solidFill>
                <a:sysClr val="window" lastClr="FFFFFF"/>
              </a:solidFill>
              <a:latin typeface="Calibri" panose="020F0502020204030204"/>
              <a:ea typeface="等线" panose="02010600030101010101" pitchFamily="2" charset="-122"/>
              <a:cs typeface="+mn-cs"/>
            </a:rPr>
            <a:t>研究规划：模块化安排</a:t>
          </a:r>
        </a:p>
      </dgm:t>
    </dgm:pt>
    <dgm:pt modelId="{3CF3C2EF-CD09-40CE-9D0D-A78A277D48A2}" type="parTrans" cxnId="{16DAFFED-E009-437A-90B5-860F936833D9}">
      <dgm:prSet/>
      <dgm:spPr/>
      <dgm:t>
        <a:bodyPr/>
        <a:lstStyle/>
        <a:p>
          <a:endParaRPr lang="zh-CN" altLang="en-US"/>
        </a:p>
      </dgm:t>
    </dgm:pt>
    <dgm:pt modelId="{C2E87694-8CAC-40D1-AEFA-2175BD96452C}" type="sibTrans" cxnId="{16DAFFED-E009-437A-90B5-860F936833D9}">
      <dgm:prSet/>
      <dgm:spPr>
        <a:xfrm>
          <a:off x="5363752" y="1862004"/>
          <a:ext cx="630913" cy="630913"/>
        </a:xfrm>
        <a:prstGeom prst="downArrow">
          <a:avLst>
            <a:gd name="adj1" fmla="val 55000"/>
            <a:gd name="adj2" fmla="val 45000"/>
          </a:avLst>
        </a:prstGeom>
        <a:solidFill>
          <a:srgbClr val="ED7D31">
            <a:tint val="40000"/>
            <a:alpha val="90000"/>
            <a:hueOff val="-849226"/>
            <a:satOff val="-75319"/>
            <a:lumOff val="-742"/>
            <a:alphaOff val="0"/>
          </a:srgbClr>
        </a:solidFill>
        <a:ln w="12700" cap="flat" cmpd="sng" algn="ctr">
          <a:solidFill>
            <a:srgbClr val="ED7D31">
              <a:tint val="40000"/>
              <a:alpha val="90000"/>
              <a:hueOff val="-849226"/>
              <a:satOff val="-75319"/>
              <a:lumOff val="-742"/>
              <a:alphaOff val="0"/>
            </a:srgbClr>
          </a:solidFill>
          <a:prstDash val="solid"/>
          <a:miter lim="800000"/>
        </a:ln>
        <a:effectLst/>
      </dgm:spPr>
      <dgm:t>
        <a:bodyPr/>
        <a:lstStyle/>
        <a:p>
          <a:pPr>
            <a:buNone/>
          </a:pPr>
          <a:endParaRPr lang="zh-CN" altLang="en-US">
            <a:solidFill>
              <a:sysClr val="windowText" lastClr="000000">
                <a:hueOff val="0"/>
                <a:satOff val="0"/>
                <a:lumOff val="0"/>
                <a:alphaOff val="0"/>
              </a:sysClr>
            </a:solidFill>
            <a:latin typeface="Calibri" panose="020F0502020204030204"/>
            <a:ea typeface="等线" panose="02010600030101010101" pitchFamily="2" charset="-122"/>
            <a:cs typeface="+mn-cs"/>
          </a:endParaRPr>
        </a:p>
      </dgm:t>
    </dgm:pt>
    <dgm:pt modelId="{9A82E12C-EEBE-4394-8065-C110CAA987A4}">
      <dgm:prSet phldrT="[文本]"/>
      <dgm:spPr>
        <a:xfrm>
          <a:off x="972107" y="2264819"/>
          <a:ext cx="5508612" cy="970636"/>
        </a:xfrm>
        <a:prstGeom prst="roundRect">
          <a:avLst>
            <a:gd name="adj" fmla="val 10000"/>
          </a:avLst>
        </a:prstGeom>
        <a:solidFill>
          <a:srgbClr val="0070C0"/>
        </a:solidFill>
        <a:ln w="12700" cap="flat" cmpd="sng" algn="ctr">
          <a:solidFill>
            <a:sysClr val="window" lastClr="FFFFFF">
              <a:hueOff val="0"/>
              <a:satOff val="0"/>
              <a:lumOff val="0"/>
              <a:alphaOff val="0"/>
            </a:sysClr>
          </a:solidFill>
          <a:prstDash val="solid"/>
          <a:miter lim="800000"/>
        </a:ln>
        <a:effectLst/>
      </dgm:spPr>
      <dgm:t>
        <a:bodyPr/>
        <a:lstStyle/>
        <a:p>
          <a:pPr>
            <a:buNone/>
          </a:pPr>
          <a:r>
            <a:rPr lang="zh-CN" altLang="en-US" dirty="0">
              <a:solidFill>
                <a:sysClr val="window" lastClr="FFFFFF"/>
              </a:solidFill>
              <a:latin typeface="Calibri" panose="020F0502020204030204"/>
              <a:ea typeface="等线" panose="02010600030101010101" pitchFamily="2" charset="-122"/>
              <a:cs typeface="+mn-cs"/>
            </a:rPr>
            <a:t>研究成果：论文、专利、成品等</a:t>
          </a:r>
        </a:p>
      </dgm:t>
    </dgm:pt>
    <dgm:pt modelId="{C8EE7059-743E-439A-849E-753B5E184107}" type="parTrans" cxnId="{919DDD94-5D96-4F0A-97CA-D79B9AD327E4}">
      <dgm:prSet/>
      <dgm:spPr/>
      <dgm:t>
        <a:bodyPr/>
        <a:lstStyle/>
        <a:p>
          <a:endParaRPr lang="zh-CN" altLang="en-US"/>
        </a:p>
      </dgm:t>
    </dgm:pt>
    <dgm:pt modelId="{F3B58B21-7C5F-4615-AF60-0FE023175E22}" type="sibTrans" cxnId="{919DDD94-5D96-4F0A-97CA-D79B9AD327E4}">
      <dgm:prSet/>
      <dgm:spPr/>
      <dgm:t>
        <a:bodyPr/>
        <a:lstStyle/>
        <a:p>
          <a:endParaRPr lang="zh-CN" altLang="en-US"/>
        </a:p>
      </dgm:t>
    </dgm:pt>
    <dgm:pt modelId="{72BCC2B7-ECBC-4C9E-80BD-70F3050DFB12}" type="pres">
      <dgm:prSet presAssocID="{ED9640F6-2D83-45CE-B30A-CF96744661B6}" presName="outerComposite" presStyleCnt="0">
        <dgm:presLayoutVars>
          <dgm:chMax val="5"/>
          <dgm:dir/>
          <dgm:resizeHandles val="exact"/>
        </dgm:presLayoutVars>
      </dgm:prSet>
      <dgm:spPr/>
    </dgm:pt>
    <dgm:pt modelId="{43AD09B6-E0C5-47B7-951B-73264BF6CC1F}" type="pres">
      <dgm:prSet presAssocID="{ED9640F6-2D83-45CE-B30A-CF96744661B6}" presName="dummyMaxCanvas" presStyleCnt="0">
        <dgm:presLayoutVars/>
      </dgm:prSet>
      <dgm:spPr/>
    </dgm:pt>
    <dgm:pt modelId="{9AD06139-94BD-4D0F-8EAB-D323D1D9D8B2}" type="pres">
      <dgm:prSet presAssocID="{ED9640F6-2D83-45CE-B30A-CF96744661B6}" presName="ThreeNodes_1" presStyleLbl="node1" presStyleIdx="0" presStyleCnt="3">
        <dgm:presLayoutVars>
          <dgm:bulletEnabled val="1"/>
        </dgm:presLayoutVars>
      </dgm:prSet>
      <dgm:spPr/>
    </dgm:pt>
    <dgm:pt modelId="{6CDC46E3-2B12-48BE-A991-5971978C5F82}" type="pres">
      <dgm:prSet presAssocID="{ED9640F6-2D83-45CE-B30A-CF96744661B6}" presName="ThreeNodes_2" presStyleLbl="node1" presStyleIdx="1" presStyleCnt="3">
        <dgm:presLayoutVars>
          <dgm:bulletEnabled val="1"/>
        </dgm:presLayoutVars>
      </dgm:prSet>
      <dgm:spPr/>
    </dgm:pt>
    <dgm:pt modelId="{7928BAB6-2FE6-401C-921B-6DF5994069C5}" type="pres">
      <dgm:prSet presAssocID="{ED9640F6-2D83-45CE-B30A-CF96744661B6}" presName="ThreeNodes_3" presStyleLbl="node1" presStyleIdx="2" presStyleCnt="3">
        <dgm:presLayoutVars>
          <dgm:bulletEnabled val="1"/>
        </dgm:presLayoutVars>
      </dgm:prSet>
      <dgm:spPr/>
    </dgm:pt>
    <dgm:pt modelId="{6C3F5367-41B6-42D4-BFF1-4DE0F77B702E}" type="pres">
      <dgm:prSet presAssocID="{ED9640F6-2D83-45CE-B30A-CF96744661B6}" presName="ThreeConn_1-2" presStyleLbl="fgAccFollowNode1" presStyleIdx="0" presStyleCnt="2">
        <dgm:presLayoutVars>
          <dgm:bulletEnabled val="1"/>
        </dgm:presLayoutVars>
      </dgm:prSet>
      <dgm:spPr/>
    </dgm:pt>
    <dgm:pt modelId="{ABCC6063-6BEB-4D91-A1A1-422EE9044587}" type="pres">
      <dgm:prSet presAssocID="{ED9640F6-2D83-45CE-B30A-CF96744661B6}" presName="ThreeConn_2-3" presStyleLbl="fgAccFollowNode1" presStyleIdx="1" presStyleCnt="2">
        <dgm:presLayoutVars>
          <dgm:bulletEnabled val="1"/>
        </dgm:presLayoutVars>
      </dgm:prSet>
      <dgm:spPr/>
    </dgm:pt>
    <dgm:pt modelId="{CF479805-6538-4A6C-8026-A45C77A60F9B}" type="pres">
      <dgm:prSet presAssocID="{ED9640F6-2D83-45CE-B30A-CF96744661B6}" presName="ThreeNodes_1_text" presStyleLbl="node1" presStyleIdx="2" presStyleCnt="3">
        <dgm:presLayoutVars>
          <dgm:bulletEnabled val="1"/>
        </dgm:presLayoutVars>
      </dgm:prSet>
      <dgm:spPr/>
    </dgm:pt>
    <dgm:pt modelId="{CF6798B4-7AE0-417C-9753-B09C19CA7385}" type="pres">
      <dgm:prSet presAssocID="{ED9640F6-2D83-45CE-B30A-CF96744661B6}" presName="ThreeNodes_2_text" presStyleLbl="node1" presStyleIdx="2" presStyleCnt="3">
        <dgm:presLayoutVars>
          <dgm:bulletEnabled val="1"/>
        </dgm:presLayoutVars>
      </dgm:prSet>
      <dgm:spPr/>
    </dgm:pt>
    <dgm:pt modelId="{66B830B0-CB86-418A-882D-2397F913D414}" type="pres">
      <dgm:prSet presAssocID="{ED9640F6-2D83-45CE-B30A-CF96744661B6}" presName="ThreeNodes_3_text" presStyleLbl="node1" presStyleIdx="2" presStyleCnt="3">
        <dgm:presLayoutVars>
          <dgm:bulletEnabled val="1"/>
        </dgm:presLayoutVars>
      </dgm:prSet>
      <dgm:spPr/>
    </dgm:pt>
  </dgm:ptLst>
  <dgm:cxnLst>
    <dgm:cxn modelId="{368CFB13-7884-4F1F-9CF7-85CCC59C0F55}" type="presOf" srcId="{ED9640F6-2D83-45CE-B30A-CF96744661B6}" destId="{72BCC2B7-ECBC-4C9E-80BD-70F3050DFB12}" srcOrd="0" destOrd="0" presId="urn:microsoft.com/office/officeart/2005/8/layout/vProcess5"/>
    <dgm:cxn modelId="{A5682346-93CF-4537-B7CF-CB7F7F0C8533}" type="presOf" srcId="{9A82E12C-EEBE-4394-8065-C110CAA987A4}" destId="{7928BAB6-2FE6-401C-921B-6DF5994069C5}" srcOrd="0" destOrd="0" presId="urn:microsoft.com/office/officeart/2005/8/layout/vProcess5"/>
    <dgm:cxn modelId="{382AA04D-BC93-4B3B-BFD2-89F08AE65D40}" srcId="{ED9640F6-2D83-45CE-B30A-CF96744661B6}" destId="{BD84F570-04A6-4BAC-88AF-4C914F17004A}" srcOrd="0" destOrd="0" parTransId="{E170DEC3-30BE-4A47-BCC9-C3DB9E39D401}" sibTransId="{70CC0AFA-290B-4235-A071-8A21E47DC497}"/>
    <dgm:cxn modelId="{3A4A4556-23C6-40D8-9F1B-0D5F52D37B7A}" type="presOf" srcId="{BD84F570-04A6-4BAC-88AF-4C914F17004A}" destId="{9AD06139-94BD-4D0F-8EAB-D323D1D9D8B2}" srcOrd="0" destOrd="0" presId="urn:microsoft.com/office/officeart/2005/8/layout/vProcess5"/>
    <dgm:cxn modelId="{919DDD94-5D96-4F0A-97CA-D79B9AD327E4}" srcId="{ED9640F6-2D83-45CE-B30A-CF96744661B6}" destId="{9A82E12C-EEBE-4394-8065-C110CAA987A4}" srcOrd="2" destOrd="0" parTransId="{C8EE7059-743E-439A-849E-753B5E184107}" sibTransId="{F3B58B21-7C5F-4615-AF60-0FE023175E22}"/>
    <dgm:cxn modelId="{61A7E9AA-E1E8-48CB-81D1-A3EFEC6D7303}" type="presOf" srcId="{BD84F570-04A6-4BAC-88AF-4C914F17004A}" destId="{CF479805-6538-4A6C-8026-A45C77A60F9B}" srcOrd="1" destOrd="0" presId="urn:microsoft.com/office/officeart/2005/8/layout/vProcess5"/>
    <dgm:cxn modelId="{63EFC2B0-09B6-4E13-819F-6F663A04639B}" type="presOf" srcId="{9A82E12C-EEBE-4394-8065-C110CAA987A4}" destId="{66B830B0-CB86-418A-882D-2397F913D414}" srcOrd="1" destOrd="0" presId="urn:microsoft.com/office/officeart/2005/8/layout/vProcess5"/>
    <dgm:cxn modelId="{3C8A1CB3-1284-4D15-879E-D58E5C29E4A0}" type="presOf" srcId="{C2E87694-8CAC-40D1-AEFA-2175BD96452C}" destId="{ABCC6063-6BEB-4D91-A1A1-422EE9044587}" srcOrd="0" destOrd="0" presId="urn:microsoft.com/office/officeart/2005/8/layout/vProcess5"/>
    <dgm:cxn modelId="{26BE17C3-8B47-4AF0-9438-D5AAB213D2E2}" type="presOf" srcId="{C491CF1D-F4F2-4077-8865-ED76CC2FFAF5}" destId="{CF6798B4-7AE0-417C-9753-B09C19CA7385}" srcOrd="1" destOrd="0" presId="urn:microsoft.com/office/officeart/2005/8/layout/vProcess5"/>
    <dgm:cxn modelId="{CEB490C4-10AD-4903-B7CC-119748525755}" type="presOf" srcId="{C491CF1D-F4F2-4077-8865-ED76CC2FFAF5}" destId="{6CDC46E3-2B12-48BE-A991-5971978C5F82}" srcOrd="0" destOrd="0" presId="urn:microsoft.com/office/officeart/2005/8/layout/vProcess5"/>
    <dgm:cxn modelId="{A3035CE5-183A-4949-B7B7-C72E98522FCA}" type="presOf" srcId="{70CC0AFA-290B-4235-A071-8A21E47DC497}" destId="{6C3F5367-41B6-42D4-BFF1-4DE0F77B702E}" srcOrd="0" destOrd="0" presId="urn:microsoft.com/office/officeart/2005/8/layout/vProcess5"/>
    <dgm:cxn modelId="{16DAFFED-E009-437A-90B5-860F936833D9}" srcId="{ED9640F6-2D83-45CE-B30A-CF96744661B6}" destId="{C491CF1D-F4F2-4077-8865-ED76CC2FFAF5}" srcOrd="1" destOrd="0" parTransId="{3CF3C2EF-CD09-40CE-9D0D-A78A277D48A2}" sibTransId="{C2E87694-8CAC-40D1-AEFA-2175BD96452C}"/>
    <dgm:cxn modelId="{645B5E39-5F53-440D-8374-45AE7218CEF2}" type="presParOf" srcId="{72BCC2B7-ECBC-4C9E-80BD-70F3050DFB12}" destId="{43AD09B6-E0C5-47B7-951B-73264BF6CC1F}" srcOrd="0" destOrd="0" presId="urn:microsoft.com/office/officeart/2005/8/layout/vProcess5"/>
    <dgm:cxn modelId="{351AE953-48EF-46B5-B55F-03EE5EA6D4A1}" type="presParOf" srcId="{72BCC2B7-ECBC-4C9E-80BD-70F3050DFB12}" destId="{9AD06139-94BD-4D0F-8EAB-D323D1D9D8B2}" srcOrd="1" destOrd="0" presId="urn:microsoft.com/office/officeart/2005/8/layout/vProcess5"/>
    <dgm:cxn modelId="{DE60024A-E250-40E6-B034-436F9E7414EF}" type="presParOf" srcId="{72BCC2B7-ECBC-4C9E-80BD-70F3050DFB12}" destId="{6CDC46E3-2B12-48BE-A991-5971978C5F82}" srcOrd="2" destOrd="0" presId="urn:microsoft.com/office/officeart/2005/8/layout/vProcess5"/>
    <dgm:cxn modelId="{9D01ADF5-E455-4689-B0DE-AA56D4318D48}" type="presParOf" srcId="{72BCC2B7-ECBC-4C9E-80BD-70F3050DFB12}" destId="{7928BAB6-2FE6-401C-921B-6DF5994069C5}" srcOrd="3" destOrd="0" presId="urn:microsoft.com/office/officeart/2005/8/layout/vProcess5"/>
    <dgm:cxn modelId="{0233BF8A-5230-44D2-B6BA-CC5E41C760A9}" type="presParOf" srcId="{72BCC2B7-ECBC-4C9E-80BD-70F3050DFB12}" destId="{6C3F5367-41B6-42D4-BFF1-4DE0F77B702E}" srcOrd="4" destOrd="0" presId="urn:microsoft.com/office/officeart/2005/8/layout/vProcess5"/>
    <dgm:cxn modelId="{2FCC8164-1344-42BF-94E0-9DA7F97DEF5B}" type="presParOf" srcId="{72BCC2B7-ECBC-4C9E-80BD-70F3050DFB12}" destId="{ABCC6063-6BEB-4D91-A1A1-422EE9044587}" srcOrd="5" destOrd="0" presId="urn:microsoft.com/office/officeart/2005/8/layout/vProcess5"/>
    <dgm:cxn modelId="{4104B627-0E4E-4818-A75A-F6C8174B89E9}" type="presParOf" srcId="{72BCC2B7-ECBC-4C9E-80BD-70F3050DFB12}" destId="{CF479805-6538-4A6C-8026-A45C77A60F9B}" srcOrd="6" destOrd="0" presId="urn:microsoft.com/office/officeart/2005/8/layout/vProcess5"/>
    <dgm:cxn modelId="{E0CF6FB1-386A-4676-8CD0-51E242BF77BA}" type="presParOf" srcId="{72BCC2B7-ECBC-4C9E-80BD-70F3050DFB12}" destId="{CF6798B4-7AE0-417C-9753-B09C19CA7385}" srcOrd="7" destOrd="0" presId="urn:microsoft.com/office/officeart/2005/8/layout/vProcess5"/>
    <dgm:cxn modelId="{635D4F45-3E2F-4A4A-A67E-79DE5DEE7BA3}" type="presParOf" srcId="{72BCC2B7-ECBC-4C9E-80BD-70F3050DFB12}" destId="{66B830B0-CB86-418A-882D-2397F913D414}" srcOrd="8"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B2B1549-85A6-445B-8273-44A34FA1574B}" type="doc">
      <dgm:prSet loTypeId="urn:microsoft.com/office/officeart/2005/8/layout/hProcess4#1" loCatId="process" qsTypeId="urn:microsoft.com/office/officeart/2005/8/quickstyle/simple1#2" qsCatId="simple" csTypeId="urn:microsoft.com/office/officeart/2005/8/colors/colorful1#2" csCatId="colorful" phldr="1"/>
      <dgm:spPr/>
      <dgm:t>
        <a:bodyPr/>
        <a:lstStyle/>
        <a:p>
          <a:endParaRPr lang="zh-CN" altLang="en-US"/>
        </a:p>
      </dgm:t>
    </dgm:pt>
    <dgm:pt modelId="{084C0DE7-E4D4-43CB-97C7-BA1E91B6EB27}">
      <dgm:prSet phldrT="[文本]"/>
      <dgm:spPr>
        <a:xfrm>
          <a:off x="535011" y="2498693"/>
          <a:ext cx="2061734" cy="819883"/>
        </a:xfrm>
        <a:prstGeom prst="roundRect">
          <a:avLst>
            <a:gd name="adj" fmla="val 10000"/>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zh-CN" altLang="en-US" dirty="0">
              <a:solidFill>
                <a:sysClr val="window" lastClr="FFFFFF"/>
              </a:solidFill>
              <a:latin typeface="Calibri" panose="020F0502020204030204"/>
              <a:ea typeface="等线" panose="02010600030101010101" pitchFamily="2" charset="-122"/>
              <a:cs typeface="+mn-cs"/>
            </a:rPr>
            <a:t>理论机理</a:t>
          </a:r>
        </a:p>
      </dgm:t>
    </dgm:pt>
    <dgm:pt modelId="{22EDC0E8-AB55-40D4-A585-FF02C813E78F}" type="parTrans" cxnId="{004E2C14-D44C-438E-BBEF-B338B7E3DE88}">
      <dgm:prSet/>
      <dgm:spPr/>
      <dgm:t>
        <a:bodyPr/>
        <a:lstStyle/>
        <a:p>
          <a:endParaRPr lang="zh-CN" altLang="en-US"/>
        </a:p>
      </dgm:t>
    </dgm:pt>
    <dgm:pt modelId="{3F43C5DC-E05D-4FCA-BEEC-0A8BB2432F09}" type="sibTrans" cxnId="{004E2C14-D44C-438E-BBEF-B338B7E3DE88}">
      <dgm:prSet/>
      <dgm:spPr>
        <a:xfrm>
          <a:off x="1308685" y="1399616"/>
          <a:ext cx="2634135" cy="2634135"/>
        </a:xfrm>
        <a:prstGeom prst="leftCircularArrow">
          <a:avLst>
            <a:gd name="adj1" fmla="val 3442"/>
            <a:gd name="adj2" fmla="val 426436"/>
            <a:gd name="adj3" fmla="val 2201947"/>
            <a:gd name="adj4" fmla="val 9024489"/>
            <a:gd name="adj5" fmla="val 4015"/>
          </a:avLst>
        </a:prstGeom>
        <a:solidFill>
          <a:srgbClr val="ED7D31">
            <a:hueOff val="0"/>
            <a:satOff val="0"/>
            <a:lumOff val="0"/>
            <a:alphaOff val="0"/>
          </a:srgbClr>
        </a:solidFill>
        <a:ln>
          <a:noFill/>
        </a:ln>
        <a:effectLst/>
      </dgm:spPr>
      <dgm:t>
        <a:bodyPr/>
        <a:lstStyle/>
        <a:p>
          <a:endParaRPr lang="zh-CN" altLang="en-US"/>
        </a:p>
      </dgm:t>
    </dgm:pt>
    <dgm:pt modelId="{339A8523-4423-4367-84F7-7CFA4DE6BECD}">
      <dgm:prSet phldrT="[文本]"/>
      <dgm:spPr>
        <a:xfrm>
          <a:off x="19578" y="995573"/>
          <a:ext cx="2319450" cy="1913061"/>
        </a:xfrm>
        <a:prstGeom prst="roundRect">
          <a:avLst>
            <a:gd name="adj" fmla="val 10000"/>
          </a:avLst>
        </a:prstGeom>
        <a:solidFill>
          <a:sysClr val="window" lastClr="FFFFFF">
            <a:alpha val="90000"/>
            <a:hueOff val="0"/>
            <a:satOff val="0"/>
            <a:lumOff val="0"/>
            <a:alphaOff val="0"/>
          </a:sysClr>
        </a:solidFill>
        <a:ln w="12700" cap="flat" cmpd="sng" algn="ctr">
          <a:solidFill>
            <a:srgbClr val="ED7D31">
              <a:hueOff val="0"/>
              <a:satOff val="0"/>
              <a:lumOff val="0"/>
              <a:alphaOff val="0"/>
            </a:srgbClr>
          </a:solidFill>
          <a:prstDash val="solid"/>
          <a:miter lim="800000"/>
        </a:ln>
        <a:effectLst/>
      </dgm:spPr>
      <dgm:t>
        <a:bodyPr/>
        <a:lstStyle/>
        <a:p>
          <a:pPr>
            <a:buChar char="•"/>
          </a:pPr>
          <a:r>
            <a:rPr lang="zh-CN" altLang="en-US" dirty="0">
              <a:solidFill>
                <a:sysClr val="windowText" lastClr="000000">
                  <a:hueOff val="0"/>
                  <a:satOff val="0"/>
                  <a:lumOff val="0"/>
                  <a:alphaOff val="0"/>
                </a:sysClr>
              </a:solidFill>
              <a:latin typeface="Calibri" panose="020F0502020204030204"/>
              <a:ea typeface="等线" panose="02010600030101010101" pitchFamily="2" charset="-122"/>
              <a:cs typeface="+mn-cs"/>
            </a:rPr>
            <a:t>新方法？</a:t>
          </a:r>
        </a:p>
      </dgm:t>
    </dgm:pt>
    <dgm:pt modelId="{96DA4EC4-B6B8-4486-A264-B36BA2E74221}" type="parTrans" cxnId="{A106AA92-5F0A-4345-93F4-101F2EAC4ACE}">
      <dgm:prSet/>
      <dgm:spPr/>
      <dgm:t>
        <a:bodyPr/>
        <a:lstStyle/>
        <a:p>
          <a:endParaRPr lang="zh-CN" altLang="en-US"/>
        </a:p>
      </dgm:t>
    </dgm:pt>
    <dgm:pt modelId="{9D16C1FB-A850-4139-9F15-6E13B0235832}" type="sibTrans" cxnId="{A106AA92-5F0A-4345-93F4-101F2EAC4ACE}">
      <dgm:prSet/>
      <dgm:spPr/>
      <dgm:t>
        <a:bodyPr/>
        <a:lstStyle/>
        <a:p>
          <a:endParaRPr lang="zh-CN" altLang="en-US"/>
        </a:p>
      </dgm:t>
    </dgm:pt>
    <dgm:pt modelId="{6FB7B0BF-4A80-4BF9-93FC-5E46E1035C26}">
      <dgm:prSet phldrT="[文本]"/>
      <dgm:spPr>
        <a:xfrm>
          <a:off x="19578" y="995573"/>
          <a:ext cx="2319450" cy="1913061"/>
        </a:xfrm>
        <a:prstGeom prst="roundRect">
          <a:avLst>
            <a:gd name="adj" fmla="val 10000"/>
          </a:avLst>
        </a:prstGeom>
        <a:solidFill>
          <a:sysClr val="window" lastClr="FFFFFF">
            <a:alpha val="90000"/>
            <a:hueOff val="0"/>
            <a:satOff val="0"/>
            <a:lumOff val="0"/>
            <a:alphaOff val="0"/>
          </a:sysClr>
        </a:solidFill>
        <a:ln w="12700" cap="flat" cmpd="sng" algn="ctr">
          <a:solidFill>
            <a:srgbClr val="ED7D31">
              <a:hueOff val="0"/>
              <a:satOff val="0"/>
              <a:lumOff val="0"/>
              <a:alphaOff val="0"/>
            </a:srgbClr>
          </a:solidFill>
          <a:prstDash val="solid"/>
          <a:miter lim="800000"/>
        </a:ln>
        <a:effectLst/>
      </dgm:spPr>
      <dgm:t>
        <a:bodyPr/>
        <a:lstStyle/>
        <a:p>
          <a:pPr>
            <a:buChar char="•"/>
          </a:pPr>
          <a:r>
            <a:rPr lang="zh-CN" altLang="en-US" dirty="0">
              <a:solidFill>
                <a:sysClr val="windowText" lastClr="000000">
                  <a:hueOff val="0"/>
                  <a:satOff val="0"/>
                  <a:lumOff val="0"/>
                  <a:alphaOff val="0"/>
                </a:sysClr>
              </a:solidFill>
              <a:latin typeface="Calibri" panose="020F0502020204030204"/>
              <a:ea typeface="等线" panose="02010600030101010101" pitchFamily="2" charset="-122"/>
              <a:cs typeface="+mn-cs"/>
            </a:rPr>
            <a:t>新原理？</a:t>
          </a:r>
        </a:p>
      </dgm:t>
    </dgm:pt>
    <dgm:pt modelId="{E1F7576B-6F9A-4026-8856-F5526BEBA813}" type="parTrans" cxnId="{485CD2DE-1D5B-4EE8-A3A6-C3289836B44A}">
      <dgm:prSet/>
      <dgm:spPr/>
      <dgm:t>
        <a:bodyPr/>
        <a:lstStyle/>
        <a:p>
          <a:endParaRPr lang="zh-CN" altLang="en-US"/>
        </a:p>
      </dgm:t>
    </dgm:pt>
    <dgm:pt modelId="{198D25DB-ECFF-4291-B6EA-6C66B6BD55DF}" type="sibTrans" cxnId="{485CD2DE-1D5B-4EE8-A3A6-C3289836B44A}">
      <dgm:prSet/>
      <dgm:spPr/>
      <dgm:t>
        <a:bodyPr/>
        <a:lstStyle/>
        <a:p>
          <a:endParaRPr lang="zh-CN" altLang="en-US"/>
        </a:p>
      </dgm:t>
    </dgm:pt>
    <dgm:pt modelId="{44D1EDE4-F449-4401-849F-F42C683F037C}">
      <dgm:prSet phldrT="[文本]"/>
      <dgm:spPr>
        <a:xfrm>
          <a:off x="3543882" y="585631"/>
          <a:ext cx="2061734" cy="819883"/>
        </a:xfrm>
        <a:prstGeom prst="roundRect">
          <a:avLst>
            <a:gd name="adj" fmla="val 10000"/>
          </a:avLst>
        </a:prstGeom>
        <a:solidFill>
          <a:srgbClr val="A5A5A5">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zh-CN" altLang="en-US" dirty="0">
              <a:solidFill>
                <a:sysClr val="window" lastClr="FFFFFF"/>
              </a:solidFill>
              <a:latin typeface="Calibri" panose="020F0502020204030204"/>
              <a:ea typeface="等线" panose="02010600030101010101" pitchFamily="2" charset="-122"/>
              <a:cs typeface="+mn-cs"/>
            </a:rPr>
            <a:t>实验验证</a:t>
          </a:r>
        </a:p>
      </dgm:t>
    </dgm:pt>
    <dgm:pt modelId="{AF404792-0478-43DA-A14C-3B5F194980DA}" type="parTrans" cxnId="{92E39FFE-7E33-4648-AD17-269E43F8A5A6}">
      <dgm:prSet/>
      <dgm:spPr/>
      <dgm:t>
        <a:bodyPr/>
        <a:lstStyle/>
        <a:p>
          <a:endParaRPr lang="zh-CN" altLang="en-US"/>
        </a:p>
      </dgm:t>
    </dgm:pt>
    <dgm:pt modelId="{649B9E34-38A2-4E1D-B615-4BDB004E4E89}" type="sibTrans" cxnId="{92E39FFE-7E33-4648-AD17-269E43F8A5A6}">
      <dgm:prSet/>
      <dgm:spPr>
        <a:xfrm>
          <a:off x="4298227" y="-204553"/>
          <a:ext cx="2930509" cy="2930509"/>
        </a:xfrm>
        <a:prstGeom prst="circularArrow">
          <a:avLst>
            <a:gd name="adj1" fmla="val 3094"/>
            <a:gd name="adj2" fmla="val 380160"/>
            <a:gd name="adj3" fmla="val 19444329"/>
            <a:gd name="adj4" fmla="val 12575511"/>
            <a:gd name="adj5" fmla="val 3609"/>
          </a:avLst>
        </a:prstGeom>
        <a:solidFill>
          <a:srgbClr val="A5A5A5">
            <a:hueOff val="0"/>
            <a:satOff val="0"/>
            <a:lumOff val="0"/>
            <a:alphaOff val="0"/>
          </a:srgbClr>
        </a:solidFill>
        <a:ln>
          <a:noFill/>
        </a:ln>
        <a:effectLst/>
      </dgm:spPr>
      <dgm:t>
        <a:bodyPr/>
        <a:lstStyle/>
        <a:p>
          <a:endParaRPr lang="zh-CN" altLang="en-US"/>
        </a:p>
      </dgm:t>
    </dgm:pt>
    <dgm:pt modelId="{5B0F1CDB-67EA-479A-8583-D828C46DB034}">
      <dgm:prSet phldrT="[文本]"/>
      <dgm:spPr>
        <a:xfrm>
          <a:off x="3028449" y="995573"/>
          <a:ext cx="2319450" cy="1913061"/>
        </a:xfrm>
        <a:prstGeom prst="roundRect">
          <a:avLst>
            <a:gd name="adj" fmla="val 10000"/>
          </a:avLst>
        </a:prstGeom>
        <a:solidFill>
          <a:sysClr val="window" lastClr="FFFFFF">
            <a:alpha val="90000"/>
            <a:hueOff val="0"/>
            <a:satOff val="0"/>
            <a:lumOff val="0"/>
            <a:alphaOff val="0"/>
          </a:sysClr>
        </a:solidFill>
        <a:ln w="12700" cap="flat" cmpd="sng" algn="ctr">
          <a:solidFill>
            <a:srgbClr val="A5A5A5">
              <a:hueOff val="0"/>
              <a:satOff val="0"/>
              <a:lumOff val="0"/>
              <a:alphaOff val="0"/>
            </a:srgbClr>
          </a:solidFill>
          <a:prstDash val="solid"/>
          <a:miter lim="800000"/>
        </a:ln>
        <a:effectLst/>
      </dgm:spPr>
      <dgm:t>
        <a:bodyPr/>
        <a:lstStyle/>
        <a:p>
          <a:pPr>
            <a:buChar char="•"/>
          </a:pPr>
          <a:r>
            <a:rPr lang="zh-CN" altLang="en-US" dirty="0">
              <a:solidFill>
                <a:sysClr val="windowText" lastClr="000000">
                  <a:hueOff val="0"/>
                  <a:satOff val="0"/>
                  <a:lumOff val="0"/>
                  <a:alphaOff val="0"/>
                </a:sysClr>
              </a:solidFill>
              <a:latin typeface="Calibri" panose="020F0502020204030204"/>
              <a:ea typeface="等线" panose="02010600030101010101" pitchFamily="2" charset="-122"/>
              <a:cs typeface="+mn-cs"/>
            </a:rPr>
            <a:t>新现象？</a:t>
          </a:r>
        </a:p>
      </dgm:t>
    </dgm:pt>
    <dgm:pt modelId="{E7AB98BA-AF68-423A-AEB8-8CF469BDDC36}" type="parTrans" cxnId="{5044739A-E2E5-4B62-8229-30FCDE31204C}">
      <dgm:prSet/>
      <dgm:spPr/>
      <dgm:t>
        <a:bodyPr/>
        <a:lstStyle/>
        <a:p>
          <a:endParaRPr lang="zh-CN" altLang="en-US"/>
        </a:p>
      </dgm:t>
    </dgm:pt>
    <dgm:pt modelId="{54AC8CC6-2694-468A-865A-7ABCB91FAFEB}" type="sibTrans" cxnId="{5044739A-E2E5-4B62-8229-30FCDE31204C}">
      <dgm:prSet/>
      <dgm:spPr/>
      <dgm:t>
        <a:bodyPr/>
        <a:lstStyle/>
        <a:p>
          <a:endParaRPr lang="zh-CN" altLang="en-US"/>
        </a:p>
      </dgm:t>
    </dgm:pt>
    <dgm:pt modelId="{4759A9A5-90BB-4E20-82C8-060E99E464E8}">
      <dgm:prSet phldrT="[文本]"/>
      <dgm:spPr>
        <a:xfrm>
          <a:off x="3028449" y="995573"/>
          <a:ext cx="2319450" cy="1913061"/>
        </a:xfrm>
        <a:prstGeom prst="roundRect">
          <a:avLst>
            <a:gd name="adj" fmla="val 10000"/>
          </a:avLst>
        </a:prstGeom>
        <a:solidFill>
          <a:sysClr val="window" lastClr="FFFFFF">
            <a:alpha val="90000"/>
            <a:hueOff val="0"/>
            <a:satOff val="0"/>
            <a:lumOff val="0"/>
            <a:alphaOff val="0"/>
          </a:sysClr>
        </a:solidFill>
        <a:ln w="12700" cap="flat" cmpd="sng" algn="ctr">
          <a:solidFill>
            <a:srgbClr val="A5A5A5">
              <a:hueOff val="0"/>
              <a:satOff val="0"/>
              <a:lumOff val="0"/>
              <a:alphaOff val="0"/>
            </a:srgbClr>
          </a:solidFill>
          <a:prstDash val="solid"/>
          <a:miter lim="800000"/>
        </a:ln>
        <a:effectLst/>
      </dgm:spPr>
      <dgm:t>
        <a:bodyPr/>
        <a:lstStyle/>
        <a:p>
          <a:pPr>
            <a:buChar char="•"/>
          </a:pPr>
          <a:r>
            <a:rPr lang="zh-CN" altLang="en-US" dirty="0">
              <a:solidFill>
                <a:sysClr val="windowText" lastClr="000000">
                  <a:hueOff val="0"/>
                  <a:satOff val="0"/>
                  <a:lumOff val="0"/>
                  <a:alphaOff val="0"/>
                </a:sysClr>
              </a:solidFill>
              <a:latin typeface="Calibri" panose="020F0502020204030204"/>
              <a:ea typeface="等线" panose="02010600030101010101" pitchFamily="2" charset="-122"/>
              <a:cs typeface="+mn-cs"/>
            </a:rPr>
            <a:t>新指标？</a:t>
          </a:r>
        </a:p>
      </dgm:t>
    </dgm:pt>
    <dgm:pt modelId="{B9009648-6F8C-4896-BDD3-AF0ECA49B534}" type="parTrans" cxnId="{3AA4AFB2-3EC3-4043-B8C9-0D9FA11FE945}">
      <dgm:prSet/>
      <dgm:spPr/>
      <dgm:t>
        <a:bodyPr/>
        <a:lstStyle/>
        <a:p>
          <a:endParaRPr lang="zh-CN" altLang="en-US"/>
        </a:p>
      </dgm:t>
    </dgm:pt>
    <dgm:pt modelId="{208C9802-41A1-4578-A25D-A11EBDEFF5CB}" type="sibTrans" cxnId="{3AA4AFB2-3EC3-4043-B8C9-0D9FA11FE945}">
      <dgm:prSet/>
      <dgm:spPr/>
      <dgm:t>
        <a:bodyPr/>
        <a:lstStyle/>
        <a:p>
          <a:endParaRPr lang="zh-CN" altLang="en-US"/>
        </a:p>
      </dgm:t>
    </dgm:pt>
    <dgm:pt modelId="{92C0C3E1-0BEB-4885-96A6-534488E822F9}">
      <dgm:prSet phldrT="[文本]"/>
      <dgm:spPr>
        <a:xfrm>
          <a:off x="6552753" y="2498693"/>
          <a:ext cx="2061734" cy="819883"/>
        </a:xfrm>
        <a:prstGeom prst="roundRect">
          <a:avLst>
            <a:gd name="adj" fmla="val 10000"/>
          </a:avLst>
        </a:prstGeom>
        <a:solidFill>
          <a:srgbClr val="FFC000">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zh-CN" altLang="en-US" dirty="0">
              <a:solidFill>
                <a:sysClr val="window" lastClr="FFFFFF"/>
              </a:solidFill>
              <a:latin typeface="Calibri" panose="020F0502020204030204"/>
              <a:ea typeface="等线" panose="02010600030101010101" pitchFamily="2" charset="-122"/>
              <a:cs typeface="+mn-cs"/>
            </a:rPr>
            <a:t>规律总结</a:t>
          </a:r>
        </a:p>
      </dgm:t>
    </dgm:pt>
    <dgm:pt modelId="{A8313028-E3E6-49AF-A47E-11880AC79F0B}" type="parTrans" cxnId="{62D59842-C7A5-4220-A913-D4D2D0BE6CBC}">
      <dgm:prSet/>
      <dgm:spPr/>
      <dgm:t>
        <a:bodyPr/>
        <a:lstStyle/>
        <a:p>
          <a:endParaRPr lang="zh-CN" altLang="en-US"/>
        </a:p>
      </dgm:t>
    </dgm:pt>
    <dgm:pt modelId="{38519C18-BCF7-4B97-8484-EA734D6C29C8}" type="sibTrans" cxnId="{62D59842-C7A5-4220-A913-D4D2D0BE6CBC}">
      <dgm:prSet/>
      <dgm:spPr/>
      <dgm:t>
        <a:bodyPr/>
        <a:lstStyle/>
        <a:p>
          <a:endParaRPr lang="zh-CN" altLang="en-US"/>
        </a:p>
      </dgm:t>
    </dgm:pt>
    <dgm:pt modelId="{5A640CFA-CF3F-4C3B-8EE9-4A0B98E00D3D}">
      <dgm:prSet phldrT="[文本]"/>
      <dgm:spPr>
        <a:xfrm>
          <a:off x="6037320" y="995573"/>
          <a:ext cx="2319450" cy="1913061"/>
        </a:xfrm>
        <a:prstGeom prst="roundRect">
          <a:avLst>
            <a:gd name="adj" fmla="val 10000"/>
          </a:avLst>
        </a:prstGeom>
        <a:solidFill>
          <a:sysClr val="window" lastClr="FFFFFF">
            <a:alpha val="90000"/>
            <a:hueOff val="0"/>
            <a:satOff val="0"/>
            <a:lumOff val="0"/>
            <a:alphaOff val="0"/>
          </a:sysClr>
        </a:solidFill>
        <a:ln w="12700" cap="flat" cmpd="sng" algn="ctr">
          <a:solidFill>
            <a:srgbClr val="FFC000">
              <a:hueOff val="0"/>
              <a:satOff val="0"/>
              <a:lumOff val="0"/>
              <a:alphaOff val="0"/>
            </a:srgbClr>
          </a:solidFill>
          <a:prstDash val="solid"/>
          <a:miter lim="800000"/>
        </a:ln>
        <a:effectLst/>
      </dgm:spPr>
      <dgm:t>
        <a:bodyPr/>
        <a:lstStyle/>
        <a:p>
          <a:pPr>
            <a:buChar char="•"/>
          </a:pPr>
          <a:r>
            <a:rPr lang="zh-CN" altLang="en-US" dirty="0">
              <a:solidFill>
                <a:sysClr val="windowText" lastClr="000000">
                  <a:hueOff val="0"/>
                  <a:satOff val="0"/>
                  <a:lumOff val="0"/>
                  <a:alphaOff val="0"/>
                </a:sysClr>
              </a:solidFill>
              <a:latin typeface="Calibri" panose="020F0502020204030204"/>
              <a:ea typeface="等线" panose="02010600030101010101" pitchFamily="2" charset="-122"/>
              <a:cs typeface="+mn-cs"/>
            </a:rPr>
            <a:t>重复性？</a:t>
          </a:r>
        </a:p>
      </dgm:t>
    </dgm:pt>
    <dgm:pt modelId="{2BAA6480-C6D1-433B-B474-6789D9215E96}" type="parTrans" cxnId="{80F10A21-EAC4-4C92-BB68-0C36BEA1F028}">
      <dgm:prSet/>
      <dgm:spPr/>
      <dgm:t>
        <a:bodyPr/>
        <a:lstStyle/>
        <a:p>
          <a:endParaRPr lang="zh-CN" altLang="en-US"/>
        </a:p>
      </dgm:t>
    </dgm:pt>
    <dgm:pt modelId="{4F6DC22E-7B5C-43EF-BC33-F9486DD8F19E}" type="sibTrans" cxnId="{80F10A21-EAC4-4C92-BB68-0C36BEA1F028}">
      <dgm:prSet/>
      <dgm:spPr/>
      <dgm:t>
        <a:bodyPr/>
        <a:lstStyle/>
        <a:p>
          <a:endParaRPr lang="zh-CN" altLang="en-US"/>
        </a:p>
      </dgm:t>
    </dgm:pt>
    <dgm:pt modelId="{C4704452-AE7C-45D6-B8A8-3EB8CAD7C9BC}">
      <dgm:prSet phldrT="[文本]"/>
      <dgm:spPr>
        <a:xfrm>
          <a:off x="6037320" y="995573"/>
          <a:ext cx="2319450" cy="1913061"/>
        </a:xfrm>
        <a:prstGeom prst="roundRect">
          <a:avLst>
            <a:gd name="adj" fmla="val 10000"/>
          </a:avLst>
        </a:prstGeom>
        <a:solidFill>
          <a:sysClr val="window" lastClr="FFFFFF">
            <a:alpha val="90000"/>
            <a:hueOff val="0"/>
            <a:satOff val="0"/>
            <a:lumOff val="0"/>
            <a:alphaOff val="0"/>
          </a:sysClr>
        </a:solidFill>
        <a:ln w="12700" cap="flat" cmpd="sng" algn="ctr">
          <a:solidFill>
            <a:srgbClr val="FFC000">
              <a:hueOff val="0"/>
              <a:satOff val="0"/>
              <a:lumOff val="0"/>
              <a:alphaOff val="0"/>
            </a:srgbClr>
          </a:solidFill>
          <a:prstDash val="solid"/>
          <a:miter lim="800000"/>
        </a:ln>
        <a:effectLst/>
      </dgm:spPr>
      <dgm:t>
        <a:bodyPr/>
        <a:lstStyle/>
        <a:p>
          <a:pPr>
            <a:buChar char="•"/>
          </a:pPr>
          <a:r>
            <a:rPr lang="zh-CN" altLang="en-US" dirty="0">
              <a:solidFill>
                <a:sysClr val="windowText" lastClr="000000">
                  <a:hueOff val="0"/>
                  <a:satOff val="0"/>
                  <a:lumOff val="0"/>
                  <a:alphaOff val="0"/>
                </a:sysClr>
              </a:solidFill>
              <a:latin typeface="Calibri" panose="020F0502020204030204"/>
              <a:ea typeface="等线" panose="02010600030101010101" pitchFamily="2" charset="-122"/>
              <a:cs typeface="+mn-cs"/>
            </a:rPr>
            <a:t>可靠性？</a:t>
          </a:r>
        </a:p>
      </dgm:t>
    </dgm:pt>
    <dgm:pt modelId="{78DEBA85-1018-4075-A1CA-812AC02962F8}" type="parTrans" cxnId="{62A65574-7EA3-4774-A44D-CAE0A80ABFF5}">
      <dgm:prSet/>
      <dgm:spPr/>
      <dgm:t>
        <a:bodyPr/>
        <a:lstStyle/>
        <a:p>
          <a:endParaRPr lang="zh-CN" altLang="en-US"/>
        </a:p>
      </dgm:t>
    </dgm:pt>
    <dgm:pt modelId="{B3551C39-6EDF-426E-B996-3580544721FF}" type="sibTrans" cxnId="{62A65574-7EA3-4774-A44D-CAE0A80ABFF5}">
      <dgm:prSet/>
      <dgm:spPr/>
      <dgm:t>
        <a:bodyPr/>
        <a:lstStyle/>
        <a:p>
          <a:endParaRPr lang="zh-CN" altLang="en-US"/>
        </a:p>
      </dgm:t>
    </dgm:pt>
    <dgm:pt modelId="{ED3FD0DF-F8A5-471E-8F45-A6EA5CCAFC7E}" type="pres">
      <dgm:prSet presAssocID="{CB2B1549-85A6-445B-8273-44A34FA1574B}" presName="Name0" presStyleCnt="0">
        <dgm:presLayoutVars>
          <dgm:dir/>
          <dgm:animLvl val="lvl"/>
          <dgm:resizeHandles val="exact"/>
        </dgm:presLayoutVars>
      </dgm:prSet>
      <dgm:spPr/>
    </dgm:pt>
    <dgm:pt modelId="{887E8694-A98C-4CEA-8529-F09C43471097}" type="pres">
      <dgm:prSet presAssocID="{CB2B1549-85A6-445B-8273-44A34FA1574B}" presName="tSp" presStyleCnt="0"/>
      <dgm:spPr/>
    </dgm:pt>
    <dgm:pt modelId="{AADDFF00-527E-4031-AE0D-090EAC69E769}" type="pres">
      <dgm:prSet presAssocID="{CB2B1549-85A6-445B-8273-44A34FA1574B}" presName="bSp" presStyleCnt="0"/>
      <dgm:spPr/>
    </dgm:pt>
    <dgm:pt modelId="{5D10463E-5E8B-469E-89D3-36D4126A7350}" type="pres">
      <dgm:prSet presAssocID="{CB2B1549-85A6-445B-8273-44A34FA1574B}" presName="process" presStyleCnt="0"/>
      <dgm:spPr/>
    </dgm:pt>
    <dgm:pt modelId="{ED6EE2DD-A543-4CFD-8FFB-FD05B7FD59A3}" type="pres">
      <dgm:prSet presAssocID="{084C0DE7-E4D4-43CB-97C7-BA1E91B6EB27}" presName="composite1" presStyleCnt="0"/>
      <dgm:spPr/>
    </dgm:pt>
    <dgm:pt modelId="{76E056A6-A1DD-432F-923F-A980BE9DF88C}" type="pres">
      <dgm:prSet presAssocID="{084C0DE7-E4D4-43CB-97C7-BA1E91B6EB27}" presName="dummyNode1" presStyleLbl="node1" presStyleIdx="0" presStyleCnt="3"/>
      <dgm:spPr/>
    </dgm:pt>
    <dgm:pt modelId="{7C8739D8-62AB-4DA7-84AB-A85EC34D4C34}" type="pres">
      <dgm:prSet presAssocID="{084C0DE7-E4D4-43CB-97C7-BA1E91B6EB27}" presName="childNode1" presStyleLbl="bgAcc1" presStyleIdx="0" presStyleCnt="3">
        <dgm:presLayoutVars>
          <dgm:bulletEnabled val="1"/>
        </dgm:presLayoutVars>
      </dgm:prSet>
      <dgm:spPr/>
    </dgm:pt>
    <dgm:pt modelId="{D5B5E493-A8CA-480F-BB43-9793B6E9BD4C}" type="pres">
      <dgm:prSet presAssocID="{084C0DE7-E4D4-43CB-97C7-BA1E91B6EB27}" presName="childNode1tx" presStyleLbl="bgAcc1" presStyleIdx="0" presStyleCnt="3">
        <dgm:presLayoutVars>
          <dgm:bulletEnabled val="1"/>
        </dgm:presLayoutVars>
      </dgm:prSet>
      <dgm:spPr/>
    </dgm:pt>
    <dgm:pt modelId="{F6D7AF9D-7709-4903-9B0F-24BA2D49D91E}" type="pres">
      <dgm:prSet presAssocID="{084C0DE7-E4D4-43CB-97C7-BA1E91B6EB27}" presName="parentNode1" presStyleLbl="node1" presStyleIdx="0" presStyleCnt="3">
        <dgm:presLayoutVars>
          <dgm:chMax val="1"/>
          <dgm:bulletEnabled val="1"/>
        </dgm:presLayoutVars>
      </dgm:prSet>
      <dgm:spPr/>
    </dgm:pt>
    <dgm:pt modelId="{B0B1D67E-51DB-4CC5-B553-0B38DA78C67D}" type="pres">
      <dgm:prSet presAssocID="{084C0DE7-E4D4-43CB-97C7-BA1E91B6EB27}" presName="connSite1" presStyleCnt="0"/>
      <dgm:spPr/>
    </dgm:pt>
    <dgm:pt modelId="{6635AAB4-E3D4-4457-A1BA-BF7793B8499B}" type="pres">
      <dgm:prSet presAssocID="{3F43C5DC-E05D-4FCA-BEEC-0A8BB2432F09}" presName="Name9" presStyleLbl="sibTrans2D1" presStyleIdx="0" presStyleCnt="2"/>
      <dgm:spPr/>
    </dgm:pt>
    <dgm:pt modelId="{E893452E-F5AF-4E0E-9B71-D834C4F4405A}" type="pres">
      <dgm:prSet presAssocID="{44D1EDE4-F449-4401-849F-F42C683F037C}" presName="composite2" presStyleCnt="0"/>
      <dgm:spPr/>
    </dgm:pt>
    <dgm:pt modelId="{EA6124D5-D94F-41B8-8FE2-8D03E0897357}" type="pres">
      <dgm:prSet presAssocID="{44D1EDE4-F449-4401-849F-F42C683F037C}" presName="dummyNode2" presStyleLbl="node1" presStyleIdx="0" presStyleCnt="3"/>
      <dgm:spPr/>
    </dgm:pt>
    <dgm:pt modelId="{489816AB-6281-46C9-837A-1E3EB3BDBF46}" type="pres">
      <dgm:prSet presAssocID="{44D1EDE4-F449-4401-849F-F42C683F037C}" presName="childNode2" presStyleLbl="bgAcc1" presStyleIdx="1" presStyleCnt="3">
        <dgm:presLayoutVars>
          <dgm:bulletEnabled val="1"/>
        </dgm:presLayoutVars>
      </dgm:prSet>
      <dgm:spPr/>
    </dgm:pt>
    <dgm:pt modelId="{F0F2254F-BD70-4E57-AB2A-5F251A026DEC}" type="pres">
      <dgm:prSet presAssocID="{44D1EDE4-F449-4401-849F-F42C683F037C}" presName="childNode2tx" presStyleLbl="bgAcc1" presStyleIdx="1" presStyleCnt="3">
        <dgm:presLayoutVars>
          <dgm:bulletEnabled val="1"/>
        </dgm:presLayoutVars>
      </dgm:prSet>
      <dgm:spPr/>
    </dgm:pt>
    <dgm:pt modelId="{F8923722-51AA-432A-BD9D-5E81443387B1}" type="pres">
      <dgm:prSet presAssocID="{44D1EDE4-F449-4401-849F-F42C683F037C}" presName="parentNode2" presStyleLbl="node1" presStyleIdx="1" presStyleCnt="3">
        <dgm:presLayoutVars>
          <dgm:chMax val="0"/>
          <dgm:bulletEnabled val="1"/>
        </dgm:presLayoutVars>
      </dgm:prSet>
      <dgm:spPr/>
    </dgm:pt>
    <dgm:pt modelId="{D61B2D69-D8B0-4657-96A1-9CA5A124000A}" type="pres">
      <dgm:prSet presAssocID="{44D1EDE4-F449-4401-849F-F42C683F037C}" presName="connSite2" presStyleCnt="0"/>
      <dgm:spPr/>
    </dgm:pt>
    <dgm:pt modelId="{BB5AE7FC-E752-4ED1-980B-0803C6502A5D}" type="pres">
      <dgm:prSet presAssocID="{649B9E34-38A2-4E1D-B615-4BDB004E4E89}" presName="Name18" presStyleLbl="sibTrans2D1" presStyleIdx="1" presStyleCnt="2"/>
      <dgm:spPr/>
    </dgm:pt>
    <dgm:pt modelId="{6C2E8327-A5AE-470A-8B85-286207124F5B}" type="pres">
      <dgm:prSet presAssocID="{92C0C3E1-0BEB-4885-96A6-534488E822F9}" presName="composite1" presStyleCnt="0"/>
      <dgm:spPr/>
    </dgm:pt>
    <dgm:pt modelId="{9B9E1C4A-88D1-4012-BC06-E2867CD363EB}" type="pres">
      <dgm:prSet presAssocID="{92C0C3E1-0BEB-4885-96A6-534488E822F9}" presName="dummyNode1" presStyleLbl="node1" presStyleIdx="1" presStyleCnt="3"/>
      <dgm:spPr/>
    </dgm:pt>
    <dgm:pt modelId="{11462B0F-59EA-41E8-84B7-554551913D51}" type="pres">
      <dgm:prSet presAssocID="{92C0C3E1-0BEB-4885-96A6-534488E822F9}" presName="childNode1" presStyleLbl="bgAcc1" presStyleIdx="2" presStyleCnt="3">
        <dgm:presLayoutVars>
          <dgm:bulletEnabled val="1"/>
        </dgm:presLayoutVars>
      </dgm:prSet>
      <dgm:spPr/>
    </dgm:pt>
    <dgm:pt modelId="{23E296BA-17BD-4DC8-AC69-2E5CCE771B4C}" type="pres">
      <dgm:prSet presAssocID="{92C0C3E1-0BEB-4885-96A6-534488E822F9}" presName="childNode1tx" presStyleLbl="bgAcc1" presStyleIdx="2" presStyleCnt="3">
        <dgm:presLayoutVars>
          <dgm:bulletEnabled val="1"/>
        </dgm:presLayoutVars>
      </dgm:prSet>
      <dgm:spPr/>
    </dgm:pt>
    <dgm:pt modelId="{9F09095C-CD42-4C8C-8E63-082F98FAF1CD}" type="pres">
      <dgm:prSet presAssocID="{92C0C3E1-0BEB-4885-96A6-534488E822F9}" presName="parentNode1" presStyleLbl="node1" presStyleIdx="2" presStyleCnt="3">
        <dgm:presLayoutVars>
          <dgm:chMax val="1"/>
          <dgm:bulletEnabled val="1"/>
        </dgm:presLayoutVars>
      </dgm:prSet>
      <dgm:spPr/>
    </dgm:pt>
    <dgm:pt modelId="{93DCBF1C-C4EC-40A4-AF63-F2AF7AEE6AED}" type="pres">
      <dgm:prSet presAssocID="{92C0C3E1-0BEB-4885-96A6-534488E822F9}" presName="connSite1" presStyleCnt="0"/>
      <dgm:spPr/>
    </dgm:pt>
  </dgm:ptLst>
  <dgm:cxnLst>
    <dgm:cxn modelId="{004E2C14-D44C-438E-BBEF-B338B7E3DE88}" srcId="{CB2B1549-85A6-445B-8273-44A34FA1574B}" destId="{084C0DE7-E4D4-43CB-97C7-BA1E91B6EB27}" srcOrd="0" destOrd="0" parTransId="{22EDC0E8-AB55-40D4-A585-FF02C813E78F}" sibTransId="{3F43C5DC-E05D-4FCA-BEEC-0A8BB2432F09}"/>
    <dgm:cxn modelId="{8A2C9F1A-3390-4C6F-BF5E-0E4AF6600174}" type="presOf" srcId="{C4704452-AE7C-45D6-B8A8-3EB8CAD7C9BC}" destId="{11462B0F-59EA-41E8-84B7-554551913D51}" srcOrd="0" destOrd="1" presId="urn:microsoft.com/office/officeart/2005/8/layout/hProcess4#1"/>
    <dgm:cxn modelId="{80F10A21-EAC4-4C92-BB68-0C36BEA1F028}" srcId="{92C0C3E1-0BEB-4885-96A6-534488E822F9}" destId="{5A640CFA-CF3F-4C3B-8EE9-4A0B98E00D3D}" srcOrd="0" destOrd="0" parTransId="{2BAA6480-C6D1-433B-B474-6789D9215E96}" sibTransId="{4F6DC22E-7B5C-43EF-BC33-F9486DD8F19E}"/>
    <dgm:cxn modelId="{189DDB2D-681B-41B3-B96F-CD1D2E93E6CF}" type="presOf" srcId="{44D1EDE4-F449-4401-849F-F42C683F037C}" destId="{F8923722-51AA-432A-BD9D-5E81443387B1}" srcOrd="0" destOrd="0" presId="urn:microsoft.com/office/officeart/2005/8/layout/hProcess4#1"/>
    <dgm:cxn modelId="{0D943E2E-4AF6-4E8C-B165-C8FCBB3F2CE8}" type="presOf" srcId="{339A8523-4423-4367-84F7-7CFA4DE6BECD}" destId="{7C8739D8-62AB-4DA7-84AB-A85EC34D4C34}" srcOrd="0" destOrd="0" presId="urn:microsoft.com/office/officeart/2005/8/layout/hProcess4#1"/>
    <dgm:cxn modelId="{48D8F632-D31B-45A7-9EBE-F0250D0E9040}" type="presOf" srcId="{6FB7B0BF-4A80-4BF9-93FC-5E46E1035C26}" destId="{7C8739D8-62AB-4DA7-84AB-A85EC34D4C34}" srcOrd="0" destOrd="1" presId="urn:microsoft.com/office/officeart/2005/8/layout/hProcess4#1"/>
    <dgm:cxn modelId="{87DBDB3A-CB4F-400A-9D17-B3B6FCE41E84}" type="presOf" srcId="{3F43C5DC-E05D-4FCA-BEEC-0A8BB2432F09}" destId="{6635AAB4-E3D4-4457-A1BA-BF7793B8499B}" srcOrd="0" destOrd="0" presId="urn:microsoft.com/office/officeart/2005/8/layout/hProcess4#1"/>
    <dgm:cxn modelId="{62D59842-C7A5-4220-A913-D4D2D0BE6CBC}" srcId="{CB2B1549-85A6-445B-8273-44A34FA1574B}" destId="{92C0C3E1-0BEB-4885-96A6-534488E822F9}" srcOrd="2" destOrd="0" parTransId="{A8313028-E3E6-49AF-A47E-11880AC79F0B}" sibTransId="{38519C18-BCF7-4B97-8484-EA734D6C29C8}"/>
    <dgm:cxn modelId="{D8005265-12DD-45A3-9557-48C55FAB9EBE}" type="presOf" srcId="{92C0C3E1-0BEB-4885-96A6-534488E822F9}" destId="{9F09095C-CD42-4C8C-8E63-082F98FAF1CD}" srcOrd="0" destOrd="0" presId="urn:microsoft.com/office/officeart/2005/8/layout/hProcess4#1"/>
    <dgm:cxn modelId="{62A65574-7EA3-4774-A44D-CAE0A80ABFF5}" srcId="{92C0C3E1-0BEB-4885-96A6-534488E822F9}" destId="{C4704452-AE7C-45D6-B8A8-3EB8CAD7C9BC}" srcOrd="1" destOrd="0" parTransId="{78DEBA85-1018-4075-A1CA-812AC02962F8}" sibTransId="{B3551C39-6EDF-426E-B996-3580544721FF}"/>
    <dgm:cxn modelId="{F0BBC377-628B-4ACB-B23C-DFC80B969CAB}" type="presOf" srcId="{084C0DE7-E4D4-43CB-97C7-BA1E91B6EB27}" destId="{F6D7AF9D-7709-4903-9B0F-24BA2D49D91E}" srcOrd="0" destOrd="0" presId="urn:microsoft.com/office/officeart/2005/8/layout/hProcess4#1"/>
    <dgm:cxn modelId="{7E3E1782-7F32-4C5D-998D-2C53B8F61038}" type="presOf" srcId="{339A8523-4423-4367-84F7-7CFA4DE6BECD}" destId="{D5B5E493-A8CA-480F-BB43-9793B6E9BD4C}" srcOrd="1" destOrd="0" presId="urn:microsoft.com/office/officeart/2005/8/layout/hProcess4#1"/>
    <dgm:cxn modelId="{33A7658A-BAA1-46EE-A322-2C18660BA825}" type="presOf" srcId="{5B0F1CDB-67EA-479A-8583-D828C46DB034}" destId="{489816AB-6281-46C9-837A-1E3EB3BDBF46}" srcOrd="0" destOrd="0" presId="urn:microsoft.com/office/officeart/2005/8/layout/hProcess4#1"/>
    <dgm:cxn modelId="{B5880B8C-FD80-4840-8DCE-4808EC80E1AF}" type="presOf" srcId="{5A640CFA-CF3F-4C3B-8EE9-4A0B98E00D3D}" destId="{23E296BA-17BD-4DC8-AC69-2E5CCE771B4C}" srcOrd="1" destOrd="0" presId="urn:microsoft.com/office/officeart/2005/8/layout/hProcess4#1"/>
    <dgm:cxn modelId="{6720EC8E-1B67-4602-BD8D-0C2805EBED52}" type="presOf" srcId="{C4704452-AE7C-45D6-B8A8-3EB8CAD7C9BC}" destId="{23E296BA-17BD-4DC8-AC69-2E5CCE771B4C}" srcOrd="1" destOrd="1" presId="urn:microsoft.com/office/officeart/2005/8/layout/hProcess4#1"/>
    <dgm:cxn modelId="{A106AA92-5F0A-4345-93F4-101F2EAC4ACE}" srcId="{084C0DE7-E4D4-43CB-97C7-BA1E91B6EB27}" destId="{339A8523-4423-4367-84F7-7CFA4DE6BECD}" srcOrd="0" destOrd="0" parTransId="{96DA4EC4-B6B8-4486-A264-B36BA2E74221}" sibTransId="{9D16C1FB-A850-4139-9F15-6E13B0235832}"/>
    <dgm:cxn modelId="{33471A99-61EE-4E5B-903A-0CEF24F23482}" type="presOf" srcId="{5A640CFA-CF3F-4C3B-8EE9-4A0B98E00D3D}" destId="{11462B0F-59EA-41E8-84B7-554551913D51}" srcOrd="0" destOrd="0" presId="urn:microsoft.com/office/officeart/2005/8/layout/hProcess4#1"/>
    <dgm:cxn modelId="{5044739A-E2E5-4B62-8229-30FCDE31204C}" srcId="{44D1EDE4-F449-4401-849F-F42C683F037C}" destId="{5B0F1CDB-67EA-479A-8583-D828C46DB034}" srcOrd="0" destOrd="0" parTransId="{E7AB98BA-AF68-423A-AEB8-8CF469BDDC36}" sibTransId="{54AC8CC6-2694-468A-865A-7ABCB91FAFEB}"/>
    <dgm:cxn modelId="{FA1BABAC-4D2E-4D63-BAD9-80C4228D8A70}" type="presOf" srcId="{4759A9A5-90BB-4E20-82C8-060E99E464E8}" destId="{489816AB-6281-46C9-837A-1E3EB3BDBF46}" srcOrd="0" destOrd="1" presId="urn:microsoft.com/office/officeart/2005/8/layout/hProcess4#1"/>
    <dgm:cxn modelId="{3AA4AFB2-3EC3-4043-B8C9-0D9FA11FE945}" srcId="{44D1EDE4-F449-4401-849F-F42C683F037C}" destId="{4759A9A5-90BB-4E20-82C8-060E99E464E8}" srcOrd="1" destOrd="0" parTransId="{B9009648-6F8C-4896-BDD3-AF0ECA49B534}" sibTransId="{208C9802-41A1-4578-A25D-A11EBDEFF5CB}"/>
    <dgm:cxn modelId="{599253BD-6056-44D9-9EEB-DD8DDD95DE7B}" type="presOf" srcId="{6FB7B0BF-4A80-4BF9-93FC-5E46E1035C26}" destId="{D5B5E493-A8CA-480F-BB43-9793B6E9BD4C}" srcOrd="1" destOrd="1" presId="urn:microsoft.com/office/officeart/2005/8/layout/hProcess4#1"/>
    <dgm:cxn modelId="{23E3A7CA-89A1-4614-AC26-0EF248F30BF9}" type="presOf" srcId="{CB2B1549-85A6-445B-8273-44A34FA1574B}" destId="{ED3FD0DF-F8A5-471E-8F45-A6EA5CCAFC7E}" srcOrd="0" destOrd="0" presId="urn:microsoft.com/office/officeart/2005/8/layout/hProcess4#1"/>
    <dgm:cxn modelId="{3F214BCF-8FE2-4FA5-A099-2FA25CB26CA1}" type="presOf" srcId="{649B9E34-38A2-4E1D-B615-4BDB004E4E89}" destId="{BB5AE7FC-E752-4ED1-980B-0803C6502A5D}" srcOrd="0" destOrd="0" presId="urn:microsoft.com/office/officeart/2005/8/layout/hProcess4#1"/>
    <dgm:cxn modelId="{BB8685DA-5A5B-4EEE-9A58-CAFF81F1B27F}" type="presOf" srcId="{5B0F1CDB-67EA-479A-8583-D828C46DB034}" destId="{F0F2254F-BD70-4E57-AB2A-5F251A026DEC}" srcOrd="1" destOrd="0" presId="urn:microsoft.com/office/officeart/2005/8/layout/hProcess4#1"/>
    <dgm:cxn modelId="{485CD2DE-1D5B-4EE8-A3A6-C3289836B44A}" srcId="{084C0DE7-E4D4-43CB-97C7-BA1E91B6EB27}" destId="{6FB7B0BF-4A80-4BF9-93FC-5E46E1035C26}" srcOrd="1" destOrd="0" parTransId="{E1F7576B-6F9A-4026-8856-F5526BEBA813}" sibTransId="{198D25DB-ECFF-4291-B6EA-6C66B6BD55DF}"/>
    <dgm:cxn modelId="{BB4B90E4-11BF-47FC-8600-0B91890C2B22}" type="presOf" srcId="{4759A9A5-90BB-4E20-82C8-060E99E464E8}" destId="{F0F2254F-BD70-4E57-AB2A-5F251A026DEC}" srcOrd="1" destOrd="1" presId="urn:microsoft.com/office/officeart/2005/8/layout/hProcess4#1"/>
    <dgm:cxn modelId="{92E39FFE-7E33-4648-AD17-269E43F8A5A6}" srcId="{CB2B1549-85A6-445B-8273-44A34FA1574B}" destId="{44D1EDE4-F449-4401-849F-F42C683F037C}" srcOrd="1" destOrd="0" parTransId="{AF404792-0478-43DA-A14C-3B5F194980DA}" sibTransId="{649B9E34-38A2-4E1D-B615-4BDB004E4E89}"/>
    <dgm:cxn modelId="{36567C96-A9A4-459D-8F6F-AEF27F2BB53D}" type="presParOf" srcId="{ED3FD0DF-F8A5-471E-8F45-A6EA5CCAFC7E}" destId="{887E8694-A98C-4CEA-8529-F09C43471097}" srcOrd="0" destOrd="0" presId="urn:microsoft.com/office/officeart/2005/8/layout/hProcess4#1"/>
    <dgm:cxn modelId="{03922D57-2902-48A8-A83C-983261C79A40}" type="presParOf" srcId="{ED3FD0DF-F8A5-471E-8F45-A6EA5CCAFC7E}" destId="{AADDFF00-527E-4031-AE0D-090EAC69E769}" srcOrd="1" destOrd="0" presId="urn:microsoft.com/office/officeart/2005/8/layout/hProcess4#1"/>
    <dgm:cxn modelId="{C4F6CA74-6C29-4B5A-B098-615C3138C8A0}" type="presParOf" srcId="{ED3FD0DF-F8A5-471E-8F45-A6EA5CCAFC7E}" destId="{5D10463E-5E8B-469E-89D3-36D4126A7350}" srcOrd="2" destOrd="0" presId="urn:microsoft.com/office/officeart/2005/8/layout/hProcess4#1"/>
    <dgm:cxn modelId="{142BF16F-B45F-4206-A065-325AB277658D}" type="presParOf" srcId="{5D10463E-5E8B-469E-89D3-36D4126A7350}" destId="{ED6EE2DD-A543-4CFD-8FFB-FD05B7FD59A3}" srcOrd="0" destOrd="0" presId="urn:microsoft.com/office/officeart/2005/8/layout/hProcess4#1"/>
    <dgm:cxn modelId="{649C2BBD-79FD-4EC6-B43F-81B331E7E2DB}" type="presParOf" srcId="{ED6EE2DD-A543-4CFD-8FFB-FD05B7FD59A3}" destId="{76E056A6-A1DD-432F-923F-A980BE9DF88C}" srcOrd="0" destOrd="0" presId="urn:microsoft.com/office/officeart/2005/8/layout/hProcess4#1"/>
    <dgm:cxn modelId="{55DB88B8-B97B-4E16-8730-883526A2FC30}" type="presParOf" srcId="{ED6EE2DD-A543-4CFD-8FFB-FD05B7FD59A3}" destId="{7C8739D8-62AB-4DA7-84AB-A85EC34D4C34}" srcOrd="1" destOrd="0" presId="urn:microsoft.com/office/officeart/2005/8/layout/hProcess4#1"/>
    <dgm:cxn modelId="{ECEBE129-B0AC-461F-BC97-A7B6FFB4E850}" type="presParOf" srcId="{ED6EE2DD-A543-4CFD-8FFB-FD05B7FD59A3}" destId="{D5B5E493-A8CA-480F-BB43-9793B6E9BD4C}" srcOrd="2" destOrd="0" presId="urn:microsoft.com/office/officeart/2005/8/layout/hProcess4#1"/>
    <dgm:cxn modelId="{7E48AC84-E4F1-4270-896F-27544C753A30}" type="presParOf" srcId="{ED6EE2DD-A543-4CFD-8FFB-FD05B7FD59A3}" destId="{F6D7AF9D-7709-4903-9B0F-24BA2D49D91E}" srcOrd="3" destOrd="0" presId="urn:microsoft.com/office/officeart/2005/8/layout/hProcess4#1"/>
    <dgm:cxn modelId="{138BA4CF-FC48-438D-87BA-0345D5173D35}" type="presParOf" srcId="{ED6EE2DD-A543-4CFD-8FFB-FD05B7FD59A3}" destId="{B0B1D67E-51DB-4CC5-B553-0B38DA78C67D}" srcOrd="4" destOrd="0" presId="urn:microsoft.com/office/officeart/2005/8/layout/hProcess4#1"/>
    <dgm:cxn modelId="{ABB8141D-EC13-4751-9C7D-8CFA5A7E58C7}" type="presParOf" srcId="{5D10463E-5E8B-469E-89D3-36D4126A7350}" destId="{6635AAB4-E3D4-4457-A1BA-BF7793B8499B}" srcOrd="1" destOrd="0" presId="urn:microsoft.com/office/officeart/2005/8/layout/hProcess4#1"/>
    <dgm:cxn modelId="{85B1E0F7-6D6C-49DC-8791-16DFAA6D272B}" type="presParOf" srcId="{5D10463E-5E8B-469E-89D3-36D4126A7350}" destId="{E893452E-F5AF-4E0E-9B71-D834C4F4405A}" srcOrd="2" destOrd="0" presId="urn:microsoft.com/office/officeart/2005/8/layout/hProcess4#1"/>
    <dgm:cxn modelId="{55CD24F5-C545-471F-AD31-61DE2F892E6B}" type="presParOf" srcId="{E893452E-F5AF-4E0E-9B71-D834C4F4405A}" destId="{EA6124D5-D94F-41B8-8FE2-8D03E0897357}" srcOrd="0" destOrd="0" presId="urn:microsoft.com/office/officeart/2005/8/layout/hProcess4#1"/>
    <dgm:cxn modelId="{8D707C0E-4731-442A-8253-F371909E8F4D}" type="presParOf" srcId="{E893452E-F5AF-4E0E-9B71-D834C4F4405A}" destId="{489816AB-6281-46C9-837A-1E3EB3BDBF46}" srcOrd="1" destOrd="0" presId="urn:microsoft.com/office/officeart/2005/8/layout/hProcess4#1"/>
    <dgm:cxn modelId="{81AC7876-707F-4001-BBC6-CD0749A885E1}" type="presParOf" srcId="{E893452E-F5AF-4E0E-9B71-D834C4F4405A}" destId="{F0F2254F-BD70-4E57-AB2A-5F251A026DEC}" srcOrd="2" destOrd="0" presId="urn:microsoft.com/office/officeart/2005/8/layout/hProcess4#1"/>
    <dgm:cxn modelId="{ED6482F0-6C6B-4C2F-AB92-DB680FEF5E03}" type="presParOf" srcId="{E893452E-F5AF-4E0E-9B71-D834C4F4405A}" destId="{F8923722-51AA-432A-BD9D-5E81443387B1}" srcOrd="3" destOrd="0" presId="urn:microsoft.com/office/officeart/2005/8/layout/hProcess4#1"/>
    <dgm:cxn modelId="{40694A50-E5CD-4F00-8B87-B582222EC844}" type="presParOf" srcId="{E893452E-F5AF-4E0E-9B71-D834C4F4405A}" destId="{D61B2D69-D8B0-4657-96A1-9CA5A124000A}" srcOrd="4" destOrd="0" presId="urn:microsoft.com/office/officeart/2005/8/layout/hProcess4#1"/>
    <dgm:cxn modelId="{9D50C1B8-D346-4E3D-B59D-1AB0F63A5704}" type="presParOf" srcId="{5D10463E-5E8B-469E-89D3-36D4126A7350}" destId="{BB5AE7FC-E752-4ED1-980B-0803C6502A5D}" srcOrd="3" destOrd="0" presId="urn:microsoft.com/office/officeart/2005/8/layout/hProcess4#1"/>
    <dgm:cxn modelId="{EFB1D066-066B-49C0-A0A4-147D9B14CD5E}" type="presParOf" srcId="{5D10463E-5E8B-469E-89D3-36D4126A7350}" destId="{6C2E8327-A5AE-470A-8B85-286207124F5B}" srcOrd="4" destOrd="0" presId="urn:microsoft.com/office/officeart/2005/8/layout/hProcess4#1"/>
    <dgm:cxn modelId="{211BDA2E-CC1C-4CF3-872F-E13BF930D0E7}" type="presParOf" srcId="{6C2E8327-A5AE-470A-8B85-286207124F5B}" destId="{9B9E1C4A-88D1-4012-BC06-E2867CD363EB}" srcOrd="0" destOrd="0" presId="urn:microsoft.com/office/officeart/2005/8/layout/hProcess4#1"/>
    <dgm:cxn modelId="{96051413-B08C-4252-862B-89CCE3E124FE}" type="presParOf" srcId="{6C2E8327-A5AE-470A-8B85-286207124F5B}" destId="{11462B0F-59EA-41E8-84B7-554551913D51}" srcOrd="1" destOrd="0" presId="urn:microsoft.com/office/officeart/2005/8/layout/hProcess4#1"/>
    <dgm:cxn modelId="{E1647F42-C0E6-439D-B890-A41D6C91121B}" type="presParOf" srcId="{6C2E8327-A5AE-470A-8B85-286207124F5B}" destId="{23E296BA-17BD-4DC8-AC69-2E5CCE771B4C}" srcOrd="2" destOrd="0" presId="urn:microsoft.com/office/officeart/2005/8/layout/hProcess4#1"/>
    <dgm:cxn modelId="{EA9461CE-A868-422D-BB29-0BAFD2A6382A}" type="presParOf" srcId="{6C2E8327-A5AE-470A-8B85-286207124F5B}" destId="{9F09095C-CD42-4C8C-8E63-082F98FAF1CD}" srcOrd="3" destOrd="0" presId="urn:microsoft.com/office/officeart/2005/8/layout/hProcess4#1"/>
    <dgm:cxn modelId="{E8593E25-9B42-47B4-BECD-BFB1D4889424}" type="presParOf" srcId="{6C2E8327-A5AE-470A-8B85-286207124F5B}" destId="{93DCBF1C-C4EC-40A4-AF63-F2AF7AEE6AED}" srcOrd="4" destOrd="0" presId="urn:microsoft.com/office/officeart/2005/8/layout/hProcess4#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0C3A493-EE14-4D31-89C9-C62972E6FA3C}" type="doc">
      <dgm:prSet loTypeId="urn:microsoft.com/office/officeart/2005/8/layout/pyramid4" loCatId="pyramid" qsTypeId="urn:microsoft.com/office/officeart/2005/8/quickstyle/simple1#3" qsCatId="simple" csTypeId="urn:microsoft.com/office/officeart/2005/8/colors/colorful1#2" csCatId="colorful" phldr="1"/>
      <dgm:spPr/>
      <dgm:t>
        <a:bodyPr/>
        <a:lstStyle/>
        <a:p>
          <a:endParaRPr lang="zh-CN" altLang="en-US"/>
        </a:p>
      </dgm:t>
    </dgm:pt>
    <dgm:pt modelId="{78E74CB8-F660-4B57-BDFC-3E9A365A7C9E}">
      <dgm:prSet phldrT="[文本]"/>
      <dgm:spPr>
        <a:xfrm>
          <a:off x="2150222" y="0"/>
          <a:ext cx="2180275" cy="2180275"/>
        </a:xfrm>
        <a:prstGeom prst="triangle">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zh-CN" altLang="en-US" dirty="0">
              <a:solidFill>
                <a:sysClr val="window" lastClr="FFFFFF"/>
              </a:solidFill>
              <a:latin typeface="Calibri" panose="020F0502020204030204"/>
              <a:ea typeface="等线" panose="02010600030101010101" pitchFamily="2" charset="-122"/>
              <a:cs typeface="+mn-cs"/>
            </a:rPr>
            <a:t>需求重要</a:t>
          </a:r>
        </a:p>
      </dgm:t>
    </dgm:pt>
    <dgm:pt modelId="{3631C2AE-5941-45AC-B0FC-AB42A1B9B5D1}" type="parTrans" cxnId="{54DC6364-D5E8-47BB-922C-28F6176708AC}">
      <dgm:prSet/>
      <dgm:spPr/>
      <dgm:t>
        <a:bodyPr/>
        <a:lstStyle/>
        <a:p>
          <a:endParaRPr lang="zh-CN" altLang="en-US"/>
        </a:p>
      </dgm:t>
    </dgm:pt>
    <dgm:pt modelId="{B89484EF-1329-472B-B580-5C2DE62DA3D7}" type="sibTrans" cxnId="{54DC6364-D5E8-47BB-922C-28F6176708AC}">
      <dgm:prSet/>
      <dgm:spPr/>
      <dgm:t>
        <a:bodyPr/>
        <a:lstStyle/>
        <a:p>
          <a:endParaRPr lang="zh-CN" altLang="en-US"/>
        </a:p>
      </dgm:t>
    </dgm:pt>
    <dgm:pt modelId="{A259BAA6-16A1-45B8-982B-C7BB8E389F69}">
      <dgm:prSet phldrT="[文本]"/>
      <dgm:spPr>
        <a:xfrm>
          <a:off x="1060085" y="2180275"/>
          <a:ext cx="2180275" cy="2180275"/>
        </a:xfrm>
        <a:prstGeom prst="triangle">
          <a:avLst/>
        </a:prstGeom>
        <a:solidFill>
          <a:srgbClr val="A5A5A5">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zh-CN" altLang="en-US" dirty="0">
              <a:solidFill>
                <a:sysClr val="window" lastClr="FFFFFF"/>
              </a:solidFill>
              <a:latin typeface="Calibri" panose="020F0502020204030204"/>
              <a:ea typeface="等线" panose="02010600030101010101" pitchFamily="2" charset="-122"/>
              <a:cs typeface="+mn-cs"/>
            </a:rPr>
            <a:t>概念新颖</a:t>
          </a:r>
        </a:p>
      </dgm:t>
    </dgm:pt>
    <dgm:pt modelId="{01769438-BC15-442B-965B-B4924941EDFF}" type="parTrans" cxnId="{EEFA056E-8EA4-454D-BD25-0EC1196C26BA}">
      <dgm:prSet/>
      <dgm:spPr/>
      <dgm:t>
        <a:bodyPr/>
        <a:lstStyle/>
        <a:p>
          <a:endParaRPr lang="zh-CN" altLang="en-US"/>
        </a:p>
      </dgm:t>
    </dgm:pt>
    <dgm:pt modelId="{FCBEFEED-F06D-4B1D-992A-0A5C2A887E27}" type="sibTrans" cxnId="{EEFA056E-8EA4-454D-BD25-0EC1196C26BA}">
      <dgm:prSet/>
      <dgm:spPr/>
      <dgm:t>
        <a:bodyPr/>
        <a:lstStyle/>
        <a:p>
          <a:endParaRPr lang="zh-CN" altLang="en-US"/>
        </a:p>
      </dgm:t>
    </dgm:pt>
    <dgm:pt modelId="{18768570-3822-47FB-A479-E63BF9D63665}">
      <dgm:prSet phldrT="[文本]"/>
      <dgm:spPr>
        <a:xfrm>
          <a:off x="3240360" y="2180275"/>
          <a:ext cx="2180275" cy="2180275"/>
        </a:xfrm>
        <a:prstGeom prst="triangle">
          <a:avLst/>
        </a:prstGeom>
        <a:solidFill>
          <a:srgbClr val="4472C4">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zh-CN" altLang="en-US" dirty="0">
              <a:solidFill>
                <a:sysClr val="window" lastClr="FFFFFF"/>
              </a:solidFill>
              <a:latin typeface="Calibri" panose="020F0502020204030204"/>
              <a:ea typeface="等线" panose="02010600030101010101" pitchFamily="2" charset="-122"/>
              <a:cs typeface="+mn-cs"/>
            </a:rPr>
            <a:t>性能突出</a:t>
          </a:r>
        </a:p>
      </dgm:t>
    </dgm:pt>
    <dgm:pt modelId="{3FC0530A-A290-40FB-825A-52C9AF0FFB59}" type="sibTrans" cxnId="{921E3AA6-D98C-4A39-A23C-23971A06D772}">
      <dgm:prSet/>
      <dgm:spPr/>
      <dgm:t>
        <a:bodyPr/>
        <a:lstStyle/>
        <a:p>
          <a:endParaRPr lang="zh-CN" altLang="en-US"/>
        </a:p>
      </dgm:t>
    </dgm:pt>
    <dgm:pt modelId="{E72F6963-26EB-444D-9100-9AA6E878B931}" type="parTrans" cxnId="{921E3AA6-D98C-4A39-A23C-23971A06D772}">
      <dgm:prSet/>
      <dgm:spPr/>
      <dgm:t>
        <a:bodyPr/>
        <a:lstStyle/>
        <a:p>
          <a:endParaRPr lang="zh-CN" altLang="en-US"/>
        </a:p>
      </dgm:t>
    </dgm:pt>
    <dgm:pt modelId="{330D9015-6C8C-48E1-B93C-773C96DAAD6A}">
      <dgm:prSet phldrT="[文本]"/>
      <dgm:spPr>
        <a:xfrm rot="10800000">
          <a:off x="2150222" y="2180275"/>
          <a:ext cx="2180275" cy="2180275"/>
        </a:xfrm>
        <a:prstGeom prst="triangle">
          <a:avLst/>
        </a:prstGeom>
        <a:solidFill>
          <a:srgbClr val="FFC000">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zh-CN" altLang="en-US" dirty="0">
              <a:solidFill>
                <a:sysClr val="window" lastClr="FFFFFF"/>
              </a:solidFill>
              <a:latin typeface="Calibri" panose="020F0502020204030204"/>
              <a:ea typeface="等线" panose="02010600030101010101" pitchFamily="2" charset="-122"/>
              <a:cs typeface="+mn-cs"/>
            </a:rPr>
            <a:t>不可替代</a:t>
          </a:r>
        </a:p>
      </dgm:t>
    </dgm:pt>
    <dgm:pt modelId="{B66BD7DB-963F-4DAD-986D-45B00D90736C}" type="sibTrans" cxnId="{75740029-EA92-42AE-B55B-19B5C36D83E2}">
      <dgm:prSet/>
      <dgm:spPr/>
      <dgm:t>
        <a:bodyPr/>
        <a:lstStyle/>
        <a:p>
          <a:endParaRPr lang="zh-CN" altLang="en-US"/>
        </a:p>
      </dgm:t>
    </dgm:pt>
    <dgm:pt modelId="{8F8C298B-77CD-4EBB-BC2E-70D6A23181BD}" type="parTrans" cxnId="{75740029-EA92-42AE-B55B-19B5C36D83E2}">
      <dgm:prSet/>
      <dgm:spPr/>
      <dgm:t>
        <a:bodyPr/>
        <a:lstStyle/>
        <a:p>
          <a:endParaRPr lang="zh-CN" altLang="en-US"/>
        </a:p>
      </dgm:t>
    </dgm:pt>
    <dgm:pt modelId="{9D78E6E5-9BF6-442D-90B6-2FB773AA508E}" type="pres">
      <dgm:prSet presAssocID="{40C3A493-EE14-4D31-89C9-C62972E6FA3C}" presName="compositeShape" presStyleCnt="0">
        <dgm:presLayoutVars>
          <dgm:chMax val="9"/>
          <dgm:dir/>
          <dgm:resizeHandles val="exact"/>
        </dgm:presLayoutVars>
      </dgm:prSet>
      <dgm:spPr/>
    </dgm:pt>
    <dgm:pt modelId="{4FA69F14-D4DE-4881-A944-375AC09DD3CB}" type="pres">
      <dgm:prSet presAssocID="{40C3A493-EE14-4D31-89C9-C62972E6FA3C}" presName="triangle1" presStyleLbl="node1" presStyleIdx="0" presStyleCnt="4">
        <dgm:presLayoutVars>
          <dgm:bulletEnabled val="1"/>
        </dgm:presLayoutVars>
      </dgm:prSet>
      <dgm:spPr/>
    </dgm:pt>
    <dgm:pt modelId="{4EC5EEBC-2D90-476B-B431-4F1B21C7C3F0}" type="pres">
      <dgm:prSet presAssocID="{40C3A493-EE14-4D31-89C9-C62972E6FA3C}" presName="triangle2" presStyleLbl="node1" presStyleIdx="1" presStyleCnt="4">
        <dgm:presLayoutVars>
          <dgm:bulletEnabled val="1"/>
        </dgm:presLayoutVars>
      </dgm:prSet>
      <dgm:spPr/>
    </dgm:pt>
    <dgm:pt modelId="{7EF95D53-2188-4537-AAAA-93D997894C0E}" type="pres">
      <dgm:prSet presAssocID="{40C3A493-EE14-4D31-89C9-C62972E6FA3C}" presName="triangle3" presStyleLbl="node1" presStyleIdx="2" presStyleCnt="4">
        <dgm:presLayoutVars>
          <dgm:bulletEnabled val="1"/>
        </dgm:presLayoutVars>
      </dgm:prSet>
      <dgm:spPr/>
    </dgm:pt>
    <dgm:pt modelId="{B2F63110-7F4F-44A4-9E41-9ED19CA4161C}" type="pres">
      <dgm:prSet presAssocID="{40C3A493-EE14-4D31-89C9-C62972E6FA3C}" presName="triangle4" presStyleLbl="node1" presStyleIdx="3" presStyleCnt="4">
        <dgm:presLayoutVars>
          <dgm:bulletEnabled val="1"/>
        </dgm:presLayoutVars>
      </dgm:prSet>
      <dgm:spPr/>
    </dgm:pt>
  </dgm:ptLst>
  <dgm:cxnLst>
    <dgm:cxn modelId="{D2145300-3F77-4E7E-BB36-8037CD3D6A25}" type="presOf" srcId="{78E74CB8-F660-4B57-BDFC-3E9A365A7C9E}" destId="{4FA69F14-D4DE-4881-A944-375AC09DD3CB}" srcOrd="0" destOrd="0" presId="urn:microsoft.com/office/officeart/2005/8/layout/pyramid4"/>
    <dgm:cxn modelId="{45D4D606-3C26-410C-A45B-2E6FDCD5202E}" type="presOf" srcId="{18768570-3822-47FB-A479-E63BF9D63665}" destId="{B2F63110-7F4F-44A4-9E41-9ED19CA4161C}" srcOrd="0" destOrd="0" presId="urn:microsoft.com/office/officeart/2005/8/layout/pyramid4"/>
    <dgm:cxn modelId="{75740029-EA92-42AE-B55B-19B5C36D83E2}" srcId="{40C3A493-EE14-4D31-89C9-C62972E6FA3C}" destId="{330D9015-6C8C-48E1-B93C-773C96DAAD6A}" srcOrd="2" destOrd="0" parTransId="{8F8C298B-77CD-4EBB-BC2E-70D6A23181BD}" sibTransId="{B66BD7DB-963F-4DAD-986D-45B00D90736C}"/>
    <dgm:cxn modelId="{54DC6364-D5E8-47BB-922C-28F6176708AC}" srcId="{40C3A493-EE14-4D31-89C9-C62972E6FA3C}" destId="{78E74CB8-F660-4B57-BDFC-3E9A365A7C9E}" srcOrd="0" destOrd="0" parTransId="{3631C2AE-5941-45AC-B0FC-AB42A1B9B5D1}" sibTransId="{B89484EF-1329-472B-B580-5C2DE62DA3D7}"/>
    <dgm:cxn modelId="{EEFA056E-8EA4-454D-BD25-0EC1196C26BA}" srcId="{40C3A493-EE14-4D31-89C9-C62972E6FA3C}" destId="{A259BAA6-16A1-45B8-982B-C7BB8E389F69}" srcOrd="1" destOrd="0" parTransId="{01769438-BC15-442B-965B-B4924941EDFF}" sibTransId="{FCBEFEED-F06D-4B1D-992A-0A5C2A887E27}"/>
    <dgm:cxn modelId="{ECA7C876-4910-492E-BB4E-FC12171593C1}" type="presOf" srcId="{40C3A493-EE14-4D31-89C9-C62972E6FA3C}" destId="{9D78E6E5-9BF6-442D-90B6-2FB773AA508E}" srcOrd="0" destOrd="0" presId="urn:microsoft.com/office/officeart/2005/8/layout/pyramid4"/>
    <dgm:cxn modelId="{D63E5386-1B34-4FB5-9F98-DC213363CB21}" type="presOf" srcId="{330D9015-6C8C-48E1-B93C-773C96DAAD6A}" destId="{7EF95D53-2188-4537-AAAA-93D997894C0E}" srcOrd="0" destOrd="0" presId="urn:microsoft.com/office/officeart/2005/8/layout/pyramid4"/>
    <dgm:cxn modelId="{921E3AA6-D98C-4A39-A23C-23971A06D772}" srcId="{40C3A493-EE14-4D31-89C9-C62972E6FA3C}" destId="{18768570-3822-47FB-A479-E63BF9D63665}" srcOrd="3" destOrd="0" parTransId="{E72F6963-26EB-444D-9100-9AA6E878B931}" sibTransId="{3FC0530A-A290-40FB-825A-52C9AF0FFB59}"/>
    <dgm:cxn modelId="{03FCFAF0-BF6A-4CFB-8D9F-57EC431FC3E9}" type="presOf" srcId="{A259BAA6-16A1-45B8-982B-C7BB8E389F69}" destId="{4EC5EEBC-2D90-476B-B431-4F1B21C7C3F0}" srcOrd="0" destOrd="0" presId="urn:microsoft.com/office/officeart/2005/8/layout/pyramid4"/>
    <dgm:cxn modelId="{BC4F74E8-3401-4594-9122-B044C5602EBD}" type="presParOf" srcId="{9D78E6E5-9BF6-442D-90B6-2FB773AA508E}" destId="{4FA69F14-D4DE-4881-A944-375AC09DD3CB}" srcOrd="0" destOrd="0" presId="urn:microsoft.com/office/officeart/2005/8/layout/pyramid4"/>
    <dgm:cxn modelId="{617A715C-188E-4512-9AC9-D77EB5978FF3}" type="presParOf" srcId="{9D78E6E5-9BF6-442D-90B6-2FB773AA508E}" destId="{4EC5EEBC-2D90-476B-B431-4F1B21C7C3F0}" srcOrd="1" destOrd="0" presId="urn:microsoft.com/office/officeart/2005/8/layout/pyramid4"/>
    <dgm:cxn modelId="{728CB480-FB17-4E51-B86A-B220C74D52AC}" type="presParOf" srcId="{9D78E6E5-9BF6-442D-90B6-2FB773AA508E}" destId="{7EF95D53-2188-4537-AAAA-93D997894C0E}" srcOrd="2" destOrd="0" presId="urn:microsoft.com/office/officeart/2005/8/layout/pyramid4"/>
    <dgm:cxn modelId="{F43A6363-CD3C-486E-ACEF-798188BE879F}" type="presParOf" srcId="{9D78E6E5-9BF6-442D-90B6-2FB773AA508E}" destId="{B2F63110-7F4F-44A4-9E41-9ED19CA4161C}" srcOrd="3" destOrd="0" presId="urn:microsoft.com/office/officeart/2005/8/layout/pyramid4"/>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D06139-94BD-4D0F-8EAB-D323D1D9D8B2}">
      <dsp:nvSpPr>
        <dsp:cNvPr id="0" name=""/>
        <dsp:cNvSpPr/>
      </dsp:nvSpPr>
      <dsp:spPr bwMode="white">
        <a:xfrm>
          <a:off x="0" y="0"/>
          <a:ext cx="5508612" cy="970636"/>
        </a:xfrm>
        <a:prstGeom prst="roundRect">
          <a:avLst>
            <a:gd name="adj" fmla="val 10000"/>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zh-CN" altLang="en-US" sz="2300" kern="1200" dirty="0">
              <a:solidFill>
                <a:sysClr val="window" lastClr="FFFFFF"/>
              </a:solidFill>
              <a:latin typeface="Calibri" panose="020F0502020204030204"/>
              <a:ea typeface="等线" panose="02010600030101010101" pitchFamily="2" charset="-122"/>
              <a:cs typeface="+mn-cs"/>
            </a:rPr>
            <a:t>综述：带来可行性</a:t>
          </a:r>
        </a:p>
      </dsp:txBody>
      <dsp:txXfrm>
        <a:off x="28429" y="28429"/>
        <a:ext cx="4461219" cy="913778"/>
      </dsp:txXfrm>
    </dsp:sp>
    <dsp:sp modelId="{6CDC46E3-2B12-48BE-A991-5971978C5F82}">
      <dsp:nvSpPr>
        <dsp:cNvPr id="0" name=""/>
        <dsp:cNvSpPr/>
      </dsp:nvSpPr>
      <dsp:spPr bwMode="white">
        <a:xfrm>
          <a:off x="486053" y="1132409"/>
          <a:ext cx="5508612" cy="970636"/>
        </a:xfrm>
        <a:prstGeom prst="roundRect">
          <a:avLst>
            <a:gd name="adj" fmla="val 10000"/>
          </a:avLst>
        </a:prstGeom>
        <a:solidFill>
          <a:srgbClr val="ED7D31">
            <a:hueOff val="-727682"/>
            <a:satOff val="-41937"/>
            <a:lumOff val="4314"/>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zh-CN" altLang="en-US" sz="2300" kern="1200" dirty="0">
              <a:solidFill>
                <a:sysClr val="window" lastClr="FFFFFF"/>
              </a:solidFill>
              <a:latin typeface="Calibri" panose="020F0502020204030204"/>
              <a:ea typeface="等线" panose="02010600030101010101" pitchFamily="2" charset="-122"/>
              <a:cs typeface="+mn-cs"/>
            </a:rPr>
            <a:t>研究规划：模块化安排</a:t>
          </a:r>
        </a:p>
      </dsp:txBody>
      <dsp:txXfrm>
        <a:off x="514482" y="1160838"/>
        <a:ext cx="4334786" cy="913778"/>
      </dsp:txXfrm>
    </dsp:sp>
    <dsp:sp modelId="{7928BAB6-2FE6-401C-921B-6DF5994069C5}">
      <dsp:nvSpPr>
        <dsp:cNvPr id="0" name=""/>
        <dsp:cNvSpPr/>
      </dsp:nvSpPr>
      <dsp:spPr bwMode="white">
        <a:xfrm>
          <a:off x="972107" y="2264819"/>
          <a:ext cx="5508612" cy="970636"/>
        </a:xfrm>
        <a:prstGeom prst="roundRect">
          <a:avLst>
            <a:gd name="adj" fmla="val 10000"/>
          </a:avLst>
        </a:prstGeom>
        <a:solidFill>
          <a:srgbClr val="0070C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zh-CN" altLang="en-US" sz="2300" kern="1200" dirty="0">
              <a:solidFill>
                <a:sysClr val="window" lastClr="FFFFFF"/>
              </a:solidFill>
              <a:latin typeface="Calibri" panose="020F0502020204030204"/>
              <a:ea typeface="等线" panose="02010600030101010101" pitchFamily="2" charset="-122"/>
              <a:cs typeface="+mn-cs"/>
            </a:rPr>
            <a:t>研究成果：论文、专利、成品等</a:t>
          </a:r>
        </a:p>
      </dsp:txBody>
      <dsp:txXfrm>
        <a:off x="1000536" y="2293248"/>
        <a:ext cx="4334786" cy="913778"/>
      </dsp:txXfrm>
    </dsp:sp>
    <dsp:sp modelId="{6C3F5367-41B6-42D4-BFF1-4DE0F77B702E}">
      <dsp:nvSpPr>
        <dsp:cNvPr id="0" name=""/>
        <dsp:cNvSpPr/>
      </dsp:nvSpPr>
      <dsp:spPr bwMode="white">
        <a:xfrm>
          <a:off x="4877698" y="736066"/>
          <a:ext cx="630913" cy="630913"/>
        </a:xfrm>
        <a:prstGeom prst="downArrow">
          <a:avLst>
            <a:gd name="adj1" fmla="val 55000"/>
            <a:gd name="adj2" fmla="val 45000"/>
          </a:avLst>
        </a:prstGeom>
        <a:solidFill>
          <a:srgbClr val="ED7D31">
            <a:tint val="40000"/>
            <a:alpha val="90000"/>
            <a:hueOff val="0"/>
            <a:satOff val="0"/>
            <a:lumOff val="0"/>
            <a:alphaOff val="0"/>
          </a:srgbClr>
        </a:solidFill>
        <a:ln w="12700" cap="flat" cmpd="sng" algn="ctr">
          <a:solidFill>
            <a:srgbClr val="ED7D31">
              <a:tint val="40000"/>
              <a:alpha val="9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zh-CN" altLang="en-US" sz="2800" kern="1200">
            <a:solidFill>
              <a:sysClr val="windowText" lastClr="000000">
                <a:hueOff val="0"/>
                <a:satOff val="0"/>
                <a:lumOff val="0"/>
                <a:alphaOff val="0"/>
              </a:sysClr>
            </a:solidFill>
            <a:latin typeface="Calibri" panose="020F0502020204030204"/>
            <a:ea typeface="等线" panose="02010600030101010101" pitchFamily="2" charset="-122"/>
            <a:cs typeface="+mn-cs"/>
          </a:endParaRPr>
        </a:p>
      </dsp:txBody>
      <dsp:txXfrm>
        <a:off x="5019653" y="736066"/>
        <a:ext cx="347003" cy="474762"/>
      </dsp:txXfrm>
    </dsp:sp>
    <dsp:sp modelId="{ABCC6063-6BEB-4D91-A1A1-422EE9044587}">
      <dsp:nvSpPr>
        <dsp:cNvPr id="0" name=""/>
        <dsp:cNvSpPr/>
      </dsp:nvSpPr>
      <dsp:spPr bwMode="white">
        <a:xfrm>
          <a:off x="5363752" y="1862004"/>
          <a:ext cx="630913" cy="630913"/>
        </a:xfrm>
        <a:prstGeom prst="downArrow">
          <a:avLst>
            <a:gd name="adj1" fmla="val 55000"/>
            <a:gd name="adj2" fmla="val 45000"/>
          </a:avLst>
        </a:prstGeom>
        <a:solidFill>
          <a:srgbClr val="ED7D31">
            <a:tint val="40000"/>
            <a:alpha val="90000"/>
            <a:hueOff val="-849226"/>
            <a:satOff val="-75319"/>
            <a:lumOff val="-742"/>
            <a:alphaOff val="0"/>
          </a:srgbClr>
        </a:solidFill>
        <a:ln w="12700" cap="flat" cmpd="sng" algn="ctr">
          <a:solidFill>
            <a:srgbClr val="ED7D31">
              <a:tint val="40000"/>
              <a:alpha val="90000"/>
              <a:hueOff val="-849226"/>
              <a:satOff val="-75319"/>
              <a:lumOff val="-742"/>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zh-CN" altLang="en-US" sz="2800" kern="1200">
            <a:solidFill>
              <a:sysClr val="windowText" lastClr="000000">
                <a:hueOff val="0"/>
                <a:satOff val="0"/>
                <a:lumOff val="0"/>
                <a:alphaOff val="0"/>
              </a:sysClr>
            </a:solidFill>
            <a:latin typeface="Calibri" panose="020F0502020204030204"/>
            <a:ea typeface="等线" panose="02010600030101010101" pitchFamily="2" charset="-122"/>
            <a:cs typeface="+mn-cs"/>
          </a:endParaRPr>
        </a:p>
      </dsp:txBody>
      <dsp:txXfrm>
        <a:off x="5505707" y="1862004"/>
        <a:ext cx="347003" cy="4747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8739D8-62AB-4DA7-84AB-A85EC34D4C34}">
      <dsp:nvSpPr>
        <dsp:cNvPr id="0" name=""/>
        <dsp:cNvSpPr/>
      </dsp:nvSpPr>
      <dsp:spPr>
        <a:xfrm>
          <a:off x="25171" y="936464"/>
          <a:ext cx="2181740" cy="1799479"/>
        </a:xfrm>
        <a:prstGeom prst="roundRect">
          <a:avLst>
            <a:gd name="adj" fmla="val 10000"/>
          </a:avLst>
        </a:prstGeom>
        <a:solidFill>
          <a:sysClr val="window" lastClr="FFFFFF">
            <a:alpha val="90000"/>
            <a:hueOff val="0"/>
            <a:satOff val="0"/>
            <a:lumOff val="0"/>
            <a:alphaOff val="0"/>
          </a:sysClr>
        </a:solidFill>
        <a:ln w="12700" cap="flat" cmpd="sng" algn="ctr">
          <a:solidFill>
            <a:srgbClr val="ED7D31">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6675" tIns="66675" rIns="66675" bIns="66675" numCol="1" spcCol="1270" anchor="t" anchorCtr="0">
          <a:noAutofit/>
        </a:bodyPr>
        <a:lstStyle/>
        <a:p>
          <a:pPr marL="285750" lvl="1" indent="-285750" algn="l" defTabSz="1555750">
            <a:lnSpc>
              <a:spcPct val="90000"/>
            </a:lnSpc>
            <a:spcBef>
              <a:spcPct val="0"/>
            </a:spcBef>
            <a:spcAft>
              <a:spcPct val="15000"/>
            </a:spcAft>
            <a:buChar char="•"/>
          </a:pPr>
          <a:r>
            <a:rPr lang="zh-CN" altLang="en-US" sz="3500" kern="1200" dirty="0">
              <a:solidFill>
                <a:sysClr val="windowText" lastClr="000000">
                  <a:hueOff val="0"/>
                  <a:satOff val="0"/>
                  <a:lumOff val="0"/>
                  <a:alphaOff val="0"/>
                </a:sysClr>
              </a:solidFill>
              <a:latin typeface="Calibri" panose="020F0502020204030204"/>
              <a:ea typeface="等线" panose="02010600030101010101" pitchFamily="2" charset="-122"/>
              <a:cs typeface="+mn-cs"/>
            </a:rPr>
            <a:t>新方法？</a:t>
          </a:r>
        </a:p>
        <a:p>
          <a:pPr marL="285750" lvl="1" indent="-285750" algn="l" defTabSz="1555750">
            <a:lnSpc>
              <a:spcPct val="90000"/>
            </a:lnSpc>
            <a:spcBef>
              <a:spcPct val="0"/>
            </a:spcBef>
            <a:spcAft>
              <a:spcPct val="15000"/>
            </a:spcAft>
            <a:buChar char="•"/>
          </a:pPr>
          <a:r>
            <a:rPr lang="zh-CN" altLang="en-US" sz="3500" kern="1200" dirty="0">
              <a:solidFill>
                <a:sysClr val="windowText" lastClr="000000">
                  <a:hueOff val="0"/>
                  <a:satOff val="0"/>
                  <a:lumOff val="0"/>
                  <a:alphaOff val="0"/>
                </a:sysClr>
              </a:solidFill>
              <a:latin typeface="Calibri" panose="020F0502020204030204"/>
              <a:ea typeface="等线" panose="02010600030101010101" pitchFamily="2" charset="-122"/>
              <a:cs typeface="+mn-cs"/>
            </a:rPr>
            <a:t>新原理？</a:t>
          </a:r>
        </a:p>
      </dsp:txBody>
      <dsp:txXfrm>
        <a:off x="66582" y="977875"/>
        <a:ext cx="2098918" cy="1331055"/>
      </dsp:txXfrm>
    </dsp:sp>
    <dsp:sp modelId="{6635AAB4-E3D4-4457-A1BA-BF7793B8499B}">
      <dsp:nvSpPr>
        <dsp:cNvPr id="0" name=""/>
        <dsp:cNvSpPr/>
      </dsp:nvSpPr>
      <dsp:spPr>
        <a:xfrm>
          <a:off x="1237514" y="1315703"/>
          <a:ext cx="2478946" cy="2478946"/>
        </a:xfrm>
        <a:prstGeom prst="leftCircularArrow">
          <a:avLst>
            <a:gd name="adj1" fmla="val 3442"/>
            <a:gd name="adj2" fmla="val 426436"/>
            <a:gd name="adj3" fmla="val 2201947"/>
            <a:gd name="adj4" fmla="val 9024489"/>
            <a:gd name="adj5" fmla="val 4015"/>
          </a:avLst>
        </a:prstGeom>
        <a:solidFill>
          <a:srgbClr val="ED7D31">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sp>
    <dsp:sp modelId="{F6D7AF9D-7709-4903-9B0F-24BA2D49D91E}">
      <dsp:nvSpPr>
        <dsp:cNvPr id="0" name=""/>
        <dsp:cNvSpPr/>
      </dsp:nvSpPr>
      <dsp:spPr>
        <a:xfrm>
          <a:off x="510002" y="2350341"/>
          <a:ext cx="1939325" cy="771205"/>
        </a:xfrm>
        <a:prstGeom prst="roundRect">
          <a:avLst>
            <a:gd name="adj" fmla="val 10000"/>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43180" rIns="64770" bIns="43180" numCol="1" spcCol="1270" anchor="ctr" anchorCtr="0">
          <a:noAutofit/>
        </a:bodyPr>
        <a:lstStyle/>
        <a:p>
          <a:pPr marL="0" lvl="0" indent="0" algn="ctr" defTabSz="1511300">
            <a:lnSpc>
              <a:spcPct val="90000"/>
            </a:lnSpc>
            <a:spcBef>
              <a:spcPct val="0"/>
            </a:spcBef>
            <a:spcAft>
              <a:spcPct val="35000"/>
            </a:spcAft>
            <a:buNone/>
          </a:pPr>
          <a:r>
            <a:rPr lang="zh-CN" altLang="en-US" sz="3400" kern="1200" dirty="0">
              <a:solidFill>
                <a:sysClr val="window" lastClr="FFFFFF"/>
              </a:solidFill>
              <a:latin typeface="Calibri" panose="020F0502020204030204"/>
              <a:ea typeface="等线" panose="02010600030101010101" pitchFamily="2" charset="-122"/>
              <a:cs typeface="+mn-cs"/>
            </a:rPr>
            <a:t>理论机理</a:t>
          </a:r>
        </a:p>
      </dsp:txBody>
      <dsp:txXfrm>
        <a:off x="532590" y="2372929"/>
        <a:ext cx="1894149" cy="726029"/>
      </dsp:txXfrm>
    </dsp:sp>
    <dsp:sp modelId="{489816AB-6281-46C9-837A-1E3EB3BDBF46}">
      <dsp:nvSpPr>
        <dsp:cNvPr id="0" name=""/>
        <dsp:cNvSpPr/>
      </dsp:nvSpPr>
      <dsp:spPr>
        <a:xfrm>
          <a:off x="2856150" y="936464"/>
          <a:ext cx="2181740" cy="1799479"/>
        </a:xfrm>
        <a:prstGeom prst="roundRect">
          <a:avLst>
            <a:gd name="adj" fmla="val 10000"/>
          </a:avLst>
        </a:prstGeom>
        <a:solidFill>
          <a:sysClr val="window" lastClr="FFFFFF">
            <a:alpha val="90000"/>
            <a:hueOff val="0"/>
            <a:satOff val="0"/>
            <a:lumOff val="0"/>
            <a:alphaOff val="0"/>
          </a:sysClr>
        </a:solidFill>
        <a:ln w="12700" cap="flat" cmpd="sng" algn="ctr">
          <a:solidFill>
            <a:srgbClr val="A5A5A5">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6675" tIns="66675" rIns="66675" bIns="66675" numCol="1" spcCol="1270" anchor="t" anchorCtr="0">
          <a:noAutofit/>
        </a:bodyPr>
        <a:lstStyle/>
        <a:p>
          <a:pPr marL="285750" lvl="1" indent="-285750" algn="l" defTabSz="1555750">
            <a:lnSpc>
              <a:spcPct val="90000"/>
            </a:lnSpc>
            <a:spcBef>
              <a:spcPct val="0"/>
            </a:spcBef>
            <a:spcAft>
              <a:spcPct val="15000"/>
            </a:spcAft>
            <a:buChar char="•"/>
          </a:pPr>
          <a:r>
            <a:rPr lang="zh-CN" altLang="en-US" sz="3500" kern="1200" dirty="0">
              <a:solidFill>
                <a:sysClr val="windowText" lastClr="000000">
                  <a:hueOff val="0"/>
                  <a:satOff val="0"/>
                  <a:lumOff val="0"/>
                  <a:alphaOff val="0"/>
                </a:sysClr>
              </a:solidFill>
              <a:latin typeface="Calibri" panose="020F0502020204030204"/>
              <a:ea typeface="等线" panose="02010600030101010101" pitchFamily="2" charset="-122"/>
              <a:cs typeface="+mn-cs"/>
            </a:rPr>
            <a:t>新现象？</a:t>
          </a:r>
        </a:p>
        <a:p>
          <a:pPr marL="285750" lvl="1" indent="-285750" algn="l" defTabSz="1555750">
            <a:lnSpc>
              <a:spcPct val="90000"/>
            </a:lnSpc>
            <a:spcBef>
              <a:spcPct val="0"/>
            </a:spcBef>
            <a:spcAft>
              <a:spcPct val="15000"/>
            </a:spcAft>
            <a:buChar char="•"/>
          </a:pPr>
          <a:r>
            <a:rPr lang="zh-CN" altLang="en-US" sz="3500" kern="1200" dirty="0">
              <a:solidFill>
                <a:sysClr val="windowText" lastClr="000000">
                  <a:hueOff val="0"/>
                  <a:satOff val="0"/>
                  <a:lumOff val="0"/>
                  <a:alphaOff val="0"/>
                </a:sysClr>
              </a:solidFill>
              <a:latin typeface="Calibri" panose="020F0502020204030204"/>
              <a:ea typeface="等线" panose="02010600030101010101" pitchFamily="2" charset="-122"/>
              <a:cs typeface="+mn-cs"/>
            </a:rPr>
            <a:t>新指标？</a:t>
          </a:r>
        </a:p>
      </dsp:txBody>
      <dsp:txXfrm>
        <a:off x="2897561" y="1363477"/>
        <a:ext cx="2098918" cy="1331055"/>
      </dsp:txXfrm>
    </dsp:sp>
    <dsp:sp modelId="{BB5AE7FC-E752-4ED1-980B-0803C6502A5D}">
      <dsp:nvSpPr>
        <dsp:cNvPr id="0" name=""/>
        <dsp:cNvSpPr/>
      </dsp:nvSpPr>
      <dsp:spPr>
        <a:xfrm>
          <a:off x="4050312" y="-192797"/>
          <a:ext cx="2757724" cy="2757724"/>
        </a:xfrm>
        <a:prstGeom prst="circularArrow">
          <a:avLst>
            <a:gd name="adj1" fmla="val 3094"/>
            <a:gd name="adj2" fmla="val 380160"/>
            <a:gd name="adj3" fmla="val 19444329"/>
            <a:gd name="adj4" fmla="val 12575511"/>
            <a:gd name="adj5" fmla="val 3609"/>
          </a:avLst>
        </a:prstGeom>
        <a:solidFill>
          <a:srgbClr val="A5A5A5">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sp>
    <dsp:sp modelId="{F8923722-51AA-432A-BD9D-5E81443387B1}">
      <dsp:nvSpPr>
        <dsp:cNvPr id="0" name=""/>
        <dsp:cNvSpPr/>
      </dsp:nvSpPr>
      <dsp:spPr>
        <a:xfrm>
          <a:off x="3340982" y="550861"/>
          <a:ext cx="1939325" cy="771205"/>
        </a:xfrm>
        <a:prstGeom prst="roundRect">
          <a:avLst>
            <a:gd name="adj" fmla="val 10000"/>
          </a:avLst>
        </a:prstGeom>
        <a:solidFill>
          <a:srgbClr val="A5A5A5">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43180" rIns="64770" bIns="43180" numCol="1" spcCol="1270" anchor="ctr" anchorCtr="0">
          <a:noAutofit/>
        </a:bodyPr>
        <a:lstStyle/>
        <a:p>
          <a:pPr marL="0" lvl="0" indent="0" algn="ctr" defTabSz="1511300">
            <a:lnSpc>
              <a:spcPct val="90000"/>
            </a:lnSpc>
            <a:spcBef>
              <a:spcPct val="0"/>
            </a:spcBef>
            <a:spcAft>
              <a:spcPct val="35000"/>
            </a:spcAft>
            <a:buNone/>
          </a:pPr>
          <a:r>
            <a:rPr lang="zh-CN" altLang="en-US" sz="3400" kern="1200" dirty="0">
              <a:solidFill>
                <a:sysClr val="window" lastClr="FFFFFF"/>
              </a:solidFill>
              <a:latin typeface="Calibri" panose="020F0502020204030204"/>
              <a:ea typeface="等线" panose="02010600030101010101" pitchFamily="2" charset="-122"/>
              <a:cs typeface="+mn-cs"/>
            </a:rPr>
            <a:t>实验验证</a:t>
          </a:r>
        </a:p>
      </dsp:txBody>
      <dsp:txXfrm>
        <a:off x="3363570" y="573449"/>
        <a:ext cx="1894149" cy="726029"/>
      </dsp:txXfrm>
    </dsp:sp>
    <dsp:sp modelId="{11462B0F-59EA-41E8-84B7-554551913D51}">
      <dsp:nvSpPr>
        <dsp:cNvPr id="0" name=""/>
        <dsp:cNvSpPr/>
      </dsp:nvSpPr>
      <dsp:spPr>
        <a:xfrm>
          <a:off x="5687130" y="936464"/>
          <a:ext cx="2181740" cy="1799479"/>
        </a:xfrm>
        <a:prstGeom prst="roundRect">
          <a:avLst>
            <a:gd name="adj" fmla="val 10000"/>
          </a:avLst>
        </a:prstGeom>
        <a:solidFill>
          <a:sysClr val="window" lastClr="FFFFFF">
            <a:alpha val="90000"/>
            <a:hueOff val="0"/>
            <a:satOff val="0"/>
            <a:lumOff val="0"/>
            <a:alphaOff val="0"/>
          </a:sysClr>
        </a:solidFill>
        <a:ln w="12700" cap="flat" cmpd="sng" algn="ctr">
          <a:solidFill>
            <a:srgbClr val="FFC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6675" tIns="66675" rIns="66675" bIns="66675" numCol="1" spcCol="1270" anchor="t" anchorCtr="0">
          <a:noAutofit/>
        </a:bodyPr>
        <a:lstStyle/>
        <a:p>
          <a:pPr marL="285750" lvl="1" indent="-285750" algn="l" defTabSz="1555750">
            <a:lnSpc>
              <a:spcPct val="90000"/>
            </a:lnSpc>
            <a:spcBef>
              <a:spcPct val="0"/>
            </a:spcBef>
            <a:spcAft>
              <a:spcPct val="15000"/>
            </a:spcAft>
            <a:buChar char="•"/>
          </a:pPr>
          <a:r>
            <a:rPr lang="zh-CN" altLang="en-US" sz="3500" kern="1200" dirty="0">
              <a:solidFill>
                <a:sysClr val="windowText" lastClr="000000">
                  <a:hueOff val="0"/>
                  <a:satOff val="0"/>
                  <a:lumOff val="0"/>
                  <a:alphaOff val="0"/>
                </a:sysClr>
              </a:solidFill>
              <a:latin typeface="Calibri" panose="020F0502020204030204"/>
              <a:ea typeface="等线" panose="02010600030101010101" pitchFamily="2" charset="-122"/>
              <a:cs typeface="+mn-cs"/>
            </a:rPr>
            <a:t>重复性？</a:t>
          </a:r>
        </a:p>
        <a:p>
          <a:pPr marL="285750" lvl="1" indent="-285750" algn="l" defTabSz="1555750">
            <a:lnSpc>
              <a:spcPct val="90000"/>
            </a:lnSpc>
            <a:spcBef>
              <a:spcPct val="0"/>
            </a:spcBef>
            <a:spcAft>
              <a:spcPct val="15000"/>
            </a:spcAft>
            <a:buChar char="•"/>
          </a:pPr>
          <a:r>
            <a:rPr lang="zh-CN" altLang="en-US" sz="3500" kern="1200" dirty="0">
              <a:solidFill>
                <a:sysClr val="windowText" lastClr="000000">
                  <a:hueOff val="0"/>
                  <a:satOff val="0"/>
                  <a:lumOff val="0"/>
                  <a:alphaOff val="0"/>
                </a:sysClr>
              </a:solidFill>
              <a:latin typeface="Calibri" panose="020F0502020204030204"/>
              <a:ea typeface="等线" panose="02010600030101010101" pitchFamily="2" charset="-122"/>
              <a:cs typeface="+mn-cs"/>
            </a:rPr>
            <a:t>可靠性？</a:t>
          </a:r>
        </a:p>
      </dsp:txBody>
      <dsp:txXfrm>
        <a:off x="5728541" y="977875"/>
        <a:ext cx="2098918" cy="1331055"/>
      </dsp:txXfrm>
    </dsp:sp>
    <dsp:sp modelId="{9F09095C-CD42-4C8C-8E63-082F98FAF1CD}">
      <dsp:nvSpPr>
        <dsp:cNvPr id="0" name=""/>
        <dsp:cNvSpPr/>
      </dsp:nvSpPr>
      <dsp:spPr>
        <a:xfrm>
          <a:off x="6171961" y="2350341"/>
          <a:ext cx="1939325" cy="771205"/>
        </a:xfrm>
        <a:prstGeom prst="roundRect">
          <a:avLst>
            <a:gd name="adj" fmla="val 10000"/>
          </a:avLst>
        </a:prstGeom>
        <a:solidFill>
          <a:srgbClr val="FFC000">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43180" rIns="64770" bIns="43180" numCol="1" spcCol="1270" anchor="ctr" anchorCtr="0">
          <a:noAutofit/>
        </a:bodyPr>
        <a:lstStyle/>
        <a:p>
          <a:pPr marL="0" lvl="0" indent="0" algn="ctr" defTabSz="1511300">
            <a:lnSpc>
              <a:spcPct val="90000"/>
            </a:lnSpc>
            <a:spcBef>
              <a:spcPct val="0"/>
            </a:spcBef>
            <a:spcAft>
              <a:spcPct val="35000"/>
            </a:spcAft>
            <a:buNone/>
          </a:pPr>
          <a:r>
            <a:rPr lang="zh-CN" altLang="en-US" sz="3400" kern="1200" dirty="0">
              <a:solidFill>
                <a:sysClr val="window" lastClr="FFFFFF"/>
              </a:solidFill>
              <a:latin typeface="Calibri" panose="020F0502020204030204"/>
              <a:ea typeface="等线" panose="02010600030101010101" pitchFamily="2" charset="-122"/>
              <a:cs typeface="+mn-cs"/>
            </a:rPr>
            <a:t>规律总结</a:t>
          </a:r>
        </a:p>
      </dsp:txBody>
      <dsp:txXfrm>
        <a:off x="6194549" y="2372929"/>
        <a:ext cx="1894149" cy="72602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A69F14-D4DE-4881-A944-375AC09DD3CB}">
      <dsp:nvSpPr>
        <dsp:cNvPr id="0" name=""/>
        <dsp:cNvSpPr/>
      </dsp:nvSpPr>
      <dsp:spPr>
        <a:xfrm>
          <a:off x="2150222" y="0"/>
          <a:ext cx="2180275" cy="2180275"/>
        </a:xfrm>
        <a:prstGeom prst="triangle">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zh-CN" altLang="en-US" sz="2700" kern="1200" dirty="0">
              <a:solidFill>
                <a:sysClr val="window" lastClr="FFFFFF"/>
              </a:solidFill>
              <a:latin typeface="Calibri" panose="020F0502020204030204"/>
              <a:ea typeface="等线" panose="02010600030101010101" pitchFamily="2" charset="-122"/>
              <a:cs typeface="+mn-cs"/>
            </a:rPr>
            <a:t>需求重要</a:t>
          </a:r>
        </a:p>
      </dsp:txBody>
      <dsp:txXfrm>
        <a:off x="2695291" y="1090138"/>
        <a:ext cx="1090137" cy="1090137"/>
      </dsp:txXfrm>
    </dsp:sp>
    <dsp:sp modelId="{4EC5EEBC-2D90-476B-B431-4F1B21C7C3F0}">
      <dsp:nvSpPr>
        <dsp:cNvPr id="0" name=""/>
        <dsp:cNvSpPr/>
      </dsp:nvSpPr>
      <dsp:spPr>
        <a:xfrm>
          <a:off x="1060085" y="2180275"/>
          <a:ext cx="2180275" cy="2180275"/>
        </a:xfrm>
        <a:prstGeom prst="triangle">
          <a:avLst/>
        </a:prstGeom>
        <a:solidFill>
          <a:srgbClr val="A5A5A5">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zh-CN" altLang="en-US" sz="2700" kern="1200" dirty="0">
              <a:solidFill>
                <a:sysClr val="window" lastClr="FFFFFF"/>
              </a:solidFill>
              <a:latin typeface="Calibri" panose="020F0502020204030204"/>
              <a:ea typeface="等线" panose="02010600030101010101" pitchFamily="2" charset="-122"/>
              <a:cs typeface="+mn-cs"/>
            </a:rPr>
            <a:t>概念新颖</a:t>
          </a:r>
        </a:p>
      </dsp:txBody>
      <dsp:txXfrm>
        <a:off x="1605154" y="3270413"/>
        <a:ext cx="1090137" cy="1090137"/>
      </dsp:txXfrm>
    </dsp:sp>
    <dsp:sp modelId="{7EF95D53-2188-4537-AAAA-93D997894C0E}">
      <dsp:nvSpPr>
        <dsp:cNvPr id="0" name=""/>
        <dsp:cNvSpPr/>
      </dsp:nvSpPr>
      <dsp:spPr>
        <a:xfrm rot="10800000">
          <a:off x="2150222" y="2180275"/>
          <a:ext cx="2180275" cy="2180275"/>
        </a:xfrm>
        <a:prstGeom prst="triangle">
          <a:avLst/>
        </a:prstGeom>
        <a:solidFill>
          <a:srgbClr val="FFC000">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zh-CN" altLang="en-US" sz="2700" kern="1200" dirty="0">
              <a:solidFill>
                <a:sysClr val="window" lastClr="FFFFFF"/>
              </a:solidFill>
              <a:latin typeface="Calibri" panose="020F0502020204030204"/>
              <a:ea typeface="等线" panose="02010600030101010101" pitchFamily="2" charset="-122"/>
              <a:cs typeface="+mn-cs"/>
            </a:rPr>
            <a:t>不可替代</a:t>
          </a:r>
        </a:p>
      </dsp:txBody>
      <dsp:txXfrm rot="10800000">
        <a:off x="2695291" y="2180275"/>
        <a:ext cx="1090137" cy="1090137"/>
      </dsp:txXfrm>
    </dsp:sp>
    <dsp:sp modelId="{B2F63110-7F4F-44A4-9E41-9ED19CA4161C}">
      <dsp:nvSpPr>
        <dsp:cNvPr id="0" name=""/>
        <dsp:cNvSpPr/>
      </dsp:nvSpPr>
      <dsp:spPr>
        <a:xfrm>
          <a:off x="3240360" y="2180275"/>
          <a:ext cx="2180275" cy="2180275"/>
        </a:xfrm>
        <a:prstGeom prst="triangle">
          <a:avLst/>
        </a:prstGeom>
        <a:solidFill>
          <a:srgbClr val="4472C4">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zh-CN" altLang="en-US" sz="2700" kern="1200" dirty="0">
              <a:solidFill>
                <a:sysClr val="window" lastClr="FFFFFF"/>
              </a:solidFill>
              <a:latin typeface="Calibri" panose="020F0502020204030204"/>
              <a:ea typeface="等线" panose="02010600030101010101" pitchFamily="2" charset="-122"/>
              <a:cs typeface="+mn-cs"/>
            </a:rPr>
            <a:t>性能突出</a:t>
          </a:r>
        </a:p>
      </dsp:txBody>
      <dsp:txXfrm>
        <a:off x="3785429" y="3270413"/>
        <a:ext cx="1090137" cy="1090137"/>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Process4#1">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srcNode" val="parentNode1"/>
              <dgm:param type="dstNode" val="connSite2"/>
              <dgm:param type="connRout" val="curve"/>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srcNode" val="parentNode2"/>
                <dgm:param type="dstNode" val="connSite1"/>
                <dgm:param type="connRout" val="curve"/>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4930"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4931" name="Rectangle 3"/>
          <p:cNvSpPr>
            <a:spLocks noGrp="1" noChangeArrowheads="1"/>
          </p:cNvSpPr>
          <p:nvPr>
            <p:ph type="dt" sz="quarter" idx="1"/>
          </p:nvPr>
        </p:nvSpPr>
        <p:spPr bwMode="auto">
          <a:xfrm>
            <a:off x="3849688"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4932" name="Rectangle 4"/>
          <p:cNvSpPr>
            <a:spLocks noGrp="1" noChangeArrowheads="1"/>
          </p:cNvSpPr>
          <p:nvPr>
            <p:ph type="ftr" sz="quarter" idx="2"/>
          </p:nvPr>
        </p:nvSpPr>
        <p:spPr bwMode="auto">
          <a:xfrm>
            <a:off x="0" y="9428163"/>
            <a:ext cx="2946400" cy="496888"/>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4933" name="Rectangle 5"/>
          <p:cNvSpPr>
            <a:spLocks noGrp="1" noChangeArrowheads="1"/>
          </p:cNvSpPr>
          <p:nvPr>
            <p:ph type="sldNum" sz="quarter" idx="3"/>
          </p:nvPr>
        </p:nvSpPr>
        <p:spPr bwMode="auto">
          <a:xfrm>
            <a:off x="3849688" y="9428163"/>
            <a:ext cx="2946400" cy="496888"/>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DD000B99-ACDB-487D-B0A9-E0C53689D8CD}" type="slidenum">
              <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1250"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1251" name="Rectangle 3"/>
          <p:cNvSpPr>
            <a:spLocks noGrp="1" noChangeArrowheads="1"/>
          </p:cNvSpPr>
          <p:nvPr>
            <p:ph type="dt" idx="1"/>
          </p:nvPr>
        </p:nvSpPr>
        <p:spPr bwMode="auto">
          <a:xfrm>
            <a:off x="3849688"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Grp="1" noRot="1" noChangeAspect="1" noTextEdit="1"/>
          </p:cNvSpPr>
          <p:nvPr>
            <p:ph type="sldImg" idx="2"/>
          </p:nvPr>
        </p:nvSpPr>
        <p:spPr>
          <a:xfrm>
            <a:off x="917575" y="744538"/>
            <a:ext cx="4962525" cy="3722687"/>
          </a:xfrm>
          <a:prstGeom prst="rect">
            <a:avLst/>
          </a:prstGeom>
          <a:noFill/>
          <a:ln w="9525" cap="flat" cmpd="sng">
            <a:solidFill>
              <a:srgbClr val="000000"/>
            </a:solidFill>
            <a:prstDash val="solid"/>
            <a:miter/>
            <a:headEnd type="none" w="med" len="med"/>
            <a:tailEnd type="none" w="med" len="med"/>
          </a:ln>
        </p:spPr>
      </p:sp>
      <p:sp>
        <p:nvSpPr>
          <p:cNvPr id="181253" name="Rectangle 5"/>
          <p:cNvSpPr>
            <a:spLocks noGrp="1" noChangeArrowheads="1"/>
          </p:cNvSpPr>
          <p:nvPr>
            <p:ph type="body" sz="quarter" idx="3"/>
          </p:nvPr>
        </p:nvSpPr>
        <p:spPr bwMode="auto">
          <a:xfrm>
            <a:off x="679450" y="4714875"/>
            <a:ext cx="5438775" cy="4467225"/>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181254" name="Rectangle 6"/>
          <p:cNvSpPr>
            <a:spLocks noGrp="1" noChangeArrowheads="1"/>
          </p:cNvSpPr>
          <p:nvPr>
            <p:ph type="ftr" sz="quarter" idx="4"/>
          </p:nvPr>
        </p:nvSpPr>
        <p:spPr bwMode="auto">
          <a:xfrm>
            <a:off x="0" y="9428163"/>
            <a:ext cx="2946400" cy="496888"/>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1255" name="Rectangle 7"/>
          <p:cNvSpPr>
            <a:spLocks noGrp="1" noChangeArrowheads="1"/>
          </p:cNvSpPr>
          <p:nvPr>
            <p:ph type="sldNum" sz="quarter" idx="5"/>
          </p:nvPr>
        </p:nvSpPr>
        <p:spPr bwMode="auto">
          <a:xfrm>
            <a:off x="3849688" y="9428163"/>
            <a:ext cx="2946400" cy="496888"/>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A90A0FE8-ED4E-4148-A85F-2F415B01D834}" type="slidenum">
              <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英国皇家学会是在1660年底成立的，在其成立后不久，首任会长莫雷就发现与各地学者的通信需要花费很多的时间和精力。他在1661年8月写给荷兰的惠更斯的信里就表达了要出版一种类似期刊的出版物的想法。但是，当时学会忙于起草特许状，制定管理条理，所以筹备出版刊物的计划同样没能及时实施。1663年4月，亨利.奥尔登伯格就任皇家学会的秘书，接管了莫雷的大部分信件往来的事务。实际上，奥尔登伯格自此开始了同世界各地的学者、科学家们广泛通信联系。他与其中至少30人保持固定的通信联系，他们之间的通信是连续的，并逐步形成一个比较正式的通信网。奥尔登伯格成了学会的“信箱”，他负责在学会的会议上宣读收到的信件，并加以整理归类和给予回复。不久，鉴于这项活动的费时费力，奥尔登伯格建议成立一个负责通信的委员会。学会同意了他的请求，成立了一个有20人的通信委员会</a:t>
            </a:r>
            <a:r>
              <a:rPr lang="en-US" altLang="zh-CN"/>
              <a:t>.</a:t>
            </a:r>
          </a:p>
          <a:p>
            <a:r>
              <a:rPr lang="en-US" altLang="zh-CN"/>
              <a:t>---https://baike.baidu.com/item/%E5%93%B2%E5%AD%A6%E6%B1%87%E5%88%8A/2828852</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Master" Target="../slideMasters/slideMaster1.xml"/><Relationship Id="rId5" Type="http://schemas.openxmlformats.org/officeDocument/2006/relationships/tags" Target="../tags/tag12.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Master" Target="../slideMasters/slideMaster1.xml"/><Relationship Id="rId5" Type="http://schemas.openxmlformats.org/officeDocument/2006/relationships/tags" Target="../tags/tag17.xml"/><Relationship Id="rId4" Type="http://schemas.openxmlformats.org/officeDocument/2006/relationships/tags" Target="../tags/tag16.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5.xml"/><Relationship Id="rId7" Type="http://schemas.openxmlformats.org/officeDocument/2006/relationships/slideMaster" Target="../slideMasters/slideMaster1.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6.xml"/><Relationship Id="rId3" Type="http://schemas.openxmlformats.org/officeDocument/2006/relationships/tags" Target="../tags/tag31.xml"/><Relationship Id="rId7" Type="http://schemas.openxmlformats.org/officeDocument/2006/relationships/tags" Target="../tags/tag35.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slideMaster" Target="../slideMasters/slideMaster1.xml"/><Relationship Id="rId5" Type="http://schemas.openxmlformats.org/officeDocument/2006/relationships/tags" Target="../tags/tag41.xml"/><Relationship Id="rId4" Type="http://schemas.openxmlformats.org/officeDocument/2006/relationships/tags" Target="../tags/tag40.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tags" Target="../tags/tag42.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52.xml"/><Relationship Id="rId3" Type="http://schemas.openxmlformats.org/officeDocument/2006/relationships/tags" Target="../tags/tag47.xml"/><Relationship Id="rId7" Type="http://schemas.openxmlformats.org/officeDocument/2006/relationships/tags" Target="../tags/tag51.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tags" Target="../tags/tag50.xml"/><Relationship Id="rId11" Type="http://schemas.openxmlformats.org/officeDocument/2006/relationships/image" Target="../media/image1.jpeg"/><Relationship Id="rId5" Type="http://schemas.openxmlformats.org/officeDocument/2006/relationships/tags" Target="../tags/tag49.xml"/><Relationship Id="rId10" Type="http://schemas.openxmlformats.org/officeDocument/2006/relationships/slideMaster" Target="../slideMasters/slideMaster1.xml"/><Relationship Id="rId4" Type="http://schemas.openxmlformats.org/officeDocument/2006/relationships/tags" Target="../tags/tag48.xml"/><Relationship Id="rId9" Type="http://schemas.openxmlformats.org/officeDocument/2006/relationships/tags" Target="../tags/tag53.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slideMaster" Target="../slideMasters/slideMaster1.xml"/><Relationship Id="rId5" Type="http://schemas.openxmlformats.org/officeDocument/2006/relationships/tags" Target="../tags/tag58.xml"/><Relationship Id="rId4" Type="http://schemas.openxmlformats.org/officeDocument/2006/relationships/tags" Target="../tags/tag57.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5" Type="http://schemas.openxmlformats.org/officeDocument/2006/relationships/slideMaster" Target="../slideMasters/slideMaster1.xml"/><Relationship Id="rId4" Type="http://schemas.openxmlformats.org/officeDocument/2006/relationships/tags" Target="../tags/tag62.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slideMaster" Target="../slideMasters/slideMaster1.xml"/><Relationship Id="rId5" Type="http://schemas.openxmlformats.org/officeDocument/2006/relationships/tags" Target="../tags/tag67.xml"/><Relationship Id="rId4" Type="http://schemas.openxmlformats.org/officeDocument/2006/relationships/tags" Target="../tags/tag66.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tags" Target="../tags/tag68.xml"/><Relationship Id="rId5" Type="http://schemas.openxmlformats.org/officeDocument/2006/relationships/slideMaster" Target="../slideMasters/slideMaster1.xml"/><Relationship Id="rId4" Type="http://schemas.openxmlformats.org/officeDocument/2006/relationships/tags" Target="../tags/tag71.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74.xml"/><Relationship Id="rId7" Type="http://schemas.openxmlformats.org/officeDocument/2006/relationships/slideMaster" Target="../slideMasters/slideMaster1.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s>
</file>

<file path=ppt/slideLayouts/_rels/slideLayout14.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80.xml"/><Relationship Id="rId7" Type="http://schemas.openxmlformats.org/officeDocument/2006/relationships/tags" Target="../tags/tag84.xml"/><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92.xml"/><Relationship Id="rId3" Type="http://schemas.openxmlformats.org/officeDocument/2006/relationships/tags" Target="../tags/tag87.xml"/><Relationship Id="rId7" Type="http://schemas.openxmlformats.org/officeDocument/2006/relationships/tags" Target="../tags/tag91.xml"/><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tags" Target="../tags/tag90.xml"/><Relationship Id="rId5" Type="http://schemas.openxmlformats.org/officeDocument/2006/relationships/tags" Target="../tags/tag89.xml"/><Relationship Id="rId4" Type="http://schemas.openxmlformats.org/officeDocument/2006/relationships/tags" Target="../tags/tag88.xml"/><Relationship Id="rId9"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00.xml"/><Relationship Id="rId3" Type="http://schemas.openxmlformats.org/officeDocument/2006/relationships/tags" Target="../tags/tag95.xml"/><Relationship Id="rId7" Type="http://schemas.openxmlformats.org/officeDocument/2006/relationships/tags" Target="../tags/tag99.xml"/><Relationship Id="rId2" Type="http://schemas.openxmlformats.org/officeDocument/2006/relationships/tags" Target="../tags/tag94.xml"/><Relationship Id="rId1" Type="http://schemas.openxmlformats.org/officeDocument/2006/relationships/tags" Target="../tags/tag93.xml"/><Relationship Id="rId6" Type="http://schemas.openxmlformats.org/officeDocument/2006/relationships/tags" Target="../tags/tag98.xml"/><Relationship Id="rId5" Type="http://schemas.openxmlformats.org/officeDocument/2006/relationships/tags" Target="../tags/tag97.xml"/><Relationship Id="rId4" Type="http://schemas.openxmlformats.org/officeDocument/2006/relationships/tags" Target="../tags/tag96.xml"/><Relationship Id="rId9"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08.xml"/><Relationship Id="rId3" Type="http://schemas.openxmlformats.org/officeDocument/2006/relationships/tags" Target="../tags/tag103.xml"/><Relationship Id="rId7" Type="http://schemas.openxmlformats.org/officeDocument/2006/relationships/tags" Target="../tags/tag107.xml"/><Relationship Id="rId2" Type="http://schemas.openxmlformats.org/officeDocument/2006/relationships/tags" Target="../tags/tag102.xml"/><Relationship Id="rId1" Type="http://schemas.openxmlformats.org/officeDocument/2006/relationships/tags" Target="../tags/tag101.xml"/><Relationship Id="rId6" Type="http://schemas.openxmlformats.org/officeDocument/2006/relationships/tags" Target="../tags/tag106.xml"/><Relationship Id="rId11" Type="http://schemas.openxmlformats.org/officeDocument/2006/relationships/slideMaster" Target="../slideMasters/slideMaster1.xml"/><Relationship Id="rId5" Type="http://schemas.openxmlformats.org/officeDocument/2006/relationships/tags" Target="../tags/tag105.xml"/><Relationship Id="rId10" Type="http://schemas.openxmlformats.org/officeDocument/2006/relationships/tags" Target="../tags/tag110.xml"/><Relationship Id="rId4" Type="http://schemas.openxmlformats.org/officeDocument/2006/relationships/tags" Target="../tags/tag104.xml"/><Relationship Id="rId9" Type="http://schemas.openxmlformats.org/officeDocument/2006/relationships/tags" Target="../tags/tag109.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slideMaster" Target="../slideMasters/slideMaster1.xml"/><Relationship Id="rId5" Type="http://schemas.openxmlformats.org/officeDocument/2006/relationships/tags" Target="../tags/tag115.xml"/><Relationship Id="rId4" Type="http://schemas.openxmlformats.org/officeDocument/2006/relationships/tags" Target="../tags/tag114.xml"/></Relationships>
</file>

<file path=ppt/slideLayouts/_rels/slideLayout19.xml.rels><?xml version="1.0" encoding="UTF-8" standalone="yes"?>
<Relationships xmlns="http://schemas.openxmlformats.org/package/2006/relationships"><Relationship Id="rId8" Type="http://schemas.openxmlformats.org/officeDocument/2006/relationships/tags" Target="../tags/tag130.xml"/><Relationship Id="rId13" Type="http://schemas.openxmlformats.org/officeDocument/2006/relationships/tags" Target="../tags/tag135.xml"/><Relationship Id="rId18" Type="http://schemas.openxmlformats.org/officeDocument/2006/relationships/image" Target="../media/image4.png"/><Relationship Id="rId3" Type="http://schemas.openxmlformats.org/officeDocument/2006/relationships/tags" Target="../tags/tag125.xml"/><Relationship Id="rId21" Type="http://schemas.openxmlformats.org/officeDocument/2006/relationships/image" Target="../media/image7.png"/><Relationship Id="rId7" Type="http://schemas.openxmlformats.org/officeDocument/2006/relationships/tags" Target="../tags/tag129.xml"/><Relationship Id="rId12" Type="http://schemas.openxmlformats.org/officeDocument/2006/relationships/tags" Target="../tags/tag134.xml"/><Relationship Id="rId17" Type="http://schemas.openxmlformats.org/officeDocument/2006/relationships/image" Target="../media/image3.jpeg"/><Relationship Id="rId25" Type="http://schemas.openxmlformats.org/officeDocument/2006/relationships/image" Target="../media/image11.png"/><Relationship Id="rId2" Type="http://schemas.openxmlformats.org/officeDocument/2006/relationships/tags" Target="../tags/tag124.xml"/><Relationship Id="rId16" Type="http://schemas.openxmlformats.org/officeDocument/2006/relationships/slideMaster" Target="../slideMasters/slideMaster2.xml"/><Relationship Id="rId20" Type="http://schemas.openxmlformats.org/officeDocument/2006/relationships/image" Target="../media/image6.png"/><Relationship Id="rId1" Type="http://schemas.openxmlformats.org/officeDocument/2006/relationships/tags" Target="../tags/tag123.xml"/><Relationship Id="rId6" Type="http://schemas.openxmlformats.org/officeDocument/2006/relationships/tags" Target="../tags/tag128.xml"/><Relationship Id="rId11" Type="http://schemas.openxmlformats.org/officeDocument/2006/relationships/tags" Target="../tags/tag133.xml"/><Relationship Id="rId24" Type="http://schemas.openxmlformats.org/officeDocument/2006/relationships/image" Target="../media/image10.png"/><Relationship Id="rId5" Type="http://schemas.openxmlformats.org/officeDocument/2006/relationships/tags" Target="../tags/tag127.xml"/><Relationship Id="rId15" Type="http://schemas.openxmlformats.org/officeDocument/2006/relationships/tags" Target="../tags/tag137.xml"/><Relationship Id="rId23" Type="http://schemas.openxmlformats.org/officeDocument/2006/relationships/image" Target="../media/image9.png"/><Relationship Id="rId10" Type="http://schemas.openxmlformats.org/officeDocument/2006/relationships/tags" Target="../tags/tag132.xml"/><Relationship Id="rId19" Type="http://schemas.openxmlformats.org/officeDocument/2006/relationships/image" Target="../media/image5.png"/><Relationship Id="rId4" Type="http://schemas.openxmlformats.org/officeDocument/2006/relationships/tags" Target="../tags/tag126.xml"/><Relationship Id="rId9" Type="http://schemas.openxmlformats.org/officeDocument/2006/relationships/tags" Target="../tags/tag131.xml"/><Relationship Id="rId14" Type="http://schemas.openxmlformats.org/officeDocument/2006/relationships/tags" Target="../tags/tag136.xml"/><Relationship Id="rId22" Type="http://schemas.openxmlformats.org/officeDocument/2006/relationships/image" Target="../media/image8.png"/></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tags" Target="../tags/tag138.xml"/><Relationship Id="rId6" Type="http://schemas.openxmlformats.org/officeDocument/2006/relationships/slideMaster" Target="../slideMasters/slideMaster2.xml"/><Relationship Id="rId5" Type="http://schemas.openxmlformats.org/officeDocument/2006/relationships/tags" Target="../tags/tag142.xml"/><Relationship Id="rId4" Type="http://schemas.openxmlformats.org/officeDocument/2006/relationships/tags" Target="../tags/tag141.xml"/></Relationships>
</file>

<file path=ppt/slideLayouts/_rels/slideLayout21.xml.rels><?xml version="1.0" encoding="UTF-8" standalone="yes"?>
<Relationships xmlns="http://schemas.openxmlformats.org/package/2006/relationships"><Relationship Id="rId8" Type="http://schemas.openxmlformats.org/officeDocument/2006/relationships/tags" Target="../tags/tag150.xml"/><Relationship Id="rId3" Type="http://schemas.openxmlformats.org/officeDocument/2006/relationships/tags" Target="../tags/tag145.xml"/><Relationship Id="rId7" Type="http://schemas.openxmlformats.org/officeDocument/2006/relationships/tags" Target="../tags/tag149.xml"/><Relationship Id="rId2" Type="http://schemas.openxmlformats.org/officeDocument/2006/relationships/tags" Target="../tags/tag144.xml"/><Relationship Id="rId1" Type="http://schemas.openxmlformats.org/officeDocument/2006/relationships/tags" Target="../tags/tag143.xml"/><Relationship Id="rId6" Type="http://schemas.openxmlformats.org/officeDocument/2006/relationships/tags" Target="../tags/tag148.xml"/><Relationship Id="rId11" Type="http://schemas.openxmlformats.org/officeDocument/2006/relationships/image" Target="../media/image12.png"/><Relationship Id="rId5" Type="http://schemas.openxmlformats.org/officeDocument/2006/relationships/tags" Target="../tags/tag147.xml"/><Relationship Id="rId10" Type="http://schemas.openxmlformats.org/officeDocument/2006/relationships/slideMaster" Target="../slideMasters/slideMaster2.xml"/><Relationship Id="rId4" Type="http://schemas.openxmlformats.org/officeDocument/2006/relationships/tags" Target="../tags/tag146.xml"/><Relationship Id="rId9" Type="http://schemas.openxmlformats.org/officeDocument/2006/relationships/tags" Target="../tags/tag151.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154.xml"/><Relationship Id="rId7" Type="http://schemas.openxmlformats.org/officeDocument/2006/relationships/slideMaster" Target="../slideMasters/slideMaster2.xml"/><Relationship Id="rId2" Type="http://schemas.openxmlformats.org/officeDocument/2006/relationships/tags" Target="../tags/tag153.xml"/><Relationship Id="rId1" Type="http://schemas.openxmlformats.org/officeDocument/2006/relationships/tags" Target="../tags/tag152.xml"/><Relationship Id="rId6" Type="http://schemas.openxmlformats.org/officeDocument/2006/relationships/tags" Target="../tags/tag157.xml"/><Relationship Id="rId5" Type="http://schemas.openxmlformats.org/officeDocument/2006/relationships/tags" Target="../tags/tag156.xml"/><Relationship Id="rId4" Type="http://schemas.openxmlformats.org/officeDocument/2006/relationships/tags" Target="../tags/tag155.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165.xml"/><Relationship Id="rId3" Type="http://schemas.openxmlformats.org/officeDocument/2006/relationships/tags" Target="../tags/tag160.xml"/><Relationship Id="rId7" Type="http://schemas.openxmlformats.org/officeDocument/2006/relationships/tags" Target="../tags/tag164.xml"/><Relationship Id="rId2" Type="http://schemas.openxmlformats.org/officeDocument/2006/relationships/tags" Target="../tags/tag159.xml"/><Relationship Id="rId1" Type="http://schemas.openxmlformats.org/officeDocument/2006/relationships/tags" Target="../tags/tag158.xml"/><Relationship Id="rId6" Type="http://schemas.openxmlformats.org/officeDocument/2006/relationships/tags" Target="../tags/tag163.xml"/><Relationship Id="rId5" Type="http://schemas.openxmlformats.org/officeDocument/2006/relationships/tags" Target="../tags/tag162.xml"/><Relationship Id="rId4" Type="http://schemas.openxmlformats.org/officeDocument/2006/relationships/tags" Target="../tags/tag161.xml"/><Relationship Id="rId9"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tags" Target="../tags/tag168.xml"/><Relationship Id="rId2" Type="http://schemas.openxmlformats.org/officeDocument/2006/relationships/tags" Target="../tags/tag167.xml"/><Relationship Id="rId1" Type="http://schemas.openxmlformats.org/officeDocument/2006/relationships/tags" Target="../tags/tag166.xml"/><Relationship Id="rId5" Type="http://schemas.openxmlformats.org/officeDocument/2006/relationships/slideMaster" Target="../slideMasters/slideMaster2.xml"/><Relationship Id="rId4" Type="http://schemas.openxmlformats.org/officeDocument/2006/relationships/tags" Target="../tags/tag169.xml"/></Relationships>
</file>

<file path=ppt/slideLayouts/_rels/slideLayout25.xml.rels><?xml version="1.0" encoding="UTF-8" standalone="yes"?>
<Relationships xmlns="http://schemas.openxmlformats.org/package/2006/relationships"><Relationship Id="rId3" Type="http://schemas.openxmlformats.org/officeDocument/2006/relationships/tags" Target="../tags/tag172.xml"/><Relationship Id="rId2" Type="http://schemas.openxmlformats.org/officeDocument/2006/relationships/tags" Target="../tags/tag171.xml"/><Relationship Id="rId1" Type="http://schemas.openxmlformats.org/officeDocument/2006/relationships/tags" Target="../tags/tag170.xml"/><Relationship Id="rId4"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175.xml"/><Relationship Id="rId7" Type="http://schemas.openxmlformats.org/officeDocument/2006/relationships/slideMaster" Target="../slideMasters/slideMaster2.xml"/><Relationship Id="rId2" Type="http://schemas.openxmlformats.org/officeDocument/2006/relationships/tags" Target="../tags/tag174.xml"/><Relationship Id="rId1" Type="http://schemas.openxmlformats.org/officeDocument/2006/relationships/tags" Target="../tags/tag173.xml"/><Relationship Id="rId6" Type="http://schemas.openxmlformats.org/officeDocument/2006/relationships/tags" Target="../tags/tag178.xml"/><Relationship Id="rId5" Type="http://schemas.openxmlformats.org/officeDocument/2006/relationships/tags" Target="../tags/tag177.xml"/><Relationship Id="rId4" Type="http://schemas.openxmlformats.org/officeDocument/2006/relationships/tags" Target="../tags/tag176.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181.xml"/><Relationship Id="rId2" Type="http://schemas.openxmlformats.org/officeDocument/2006/relationships/tags" Target="../tags/tag180.xml"/><Relationship Id="rId1" Type="http://schemas.openxmlformats.org/officeDocument/2006/relationships/tags" Target="../tags/tag179.xml"/><Relationship Id="rId6" Type="http://schemas.openxmlformats.org/officeDocument/2006/relationships/slideMaster" Target="../slideMasters/slideMaster2.xml"/><Relationship Id="rId5" Type="http://schemas.openxmlformats.org/officeDocument/2006/relationships/tags" Target="../tags/tag183.xml"/><Relationship Id="rId4" Type="http://schemas.openxmlformats.org/officeDocument/2006/relationships/tags" Target="../tags/tag182.xml"/></Relationships>
</file>

<file path=ppt/slideLayouts/_rels/slideLayout28.xml.rels><?xml version="1.0" encoding="UTF-8" standalone="yes"?>
<Relationships xmlns="http://schemas.openxmlformats.org/package/2006/relationships"><Relationship Id="rId3" Type="http://schemas.openxmlformats.org/officeDocument/2006/relationships/tags" Target="../tags/tag186.xml"/><Relationship Id="rId2" Type="http://schemas.openxmlformats.org/officeDocument/2006/relationships/tags" Target="../tags/tag185.xml"/><Relationship Id="rId1" Type="http://schemas.openxmlformats.org/officeDocument/2006/relationships/tags" Target="../tags/tag184.xml"/><Relationship Id="rId5" Type="http://schemas.openxmlformats.org/officeDocument/2006/relationships/slideMaster" Target="../slideMasters/slideMaster2.xml"/><Relationship Id="rId4" Type="http://schemas.openxmlformats.org/officeDocument/2006/relationships/tags" Target="../tags/tag187.xml"/></Relationships>
</file>

<file path=ppt/slideLayouts/_rels/slideLayout29.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90.xml"/><Relationship Id="rId7" Type="http://schemas.openxmlformats.org/officeDocument/2006/relationships/tags" Target="../tags/tag194.xml"/><Relationship Id="rId2" Type="http://schemas.openxmlformats.org/officeDocument/2006/relationships/tags" Target="../tags/tag189.xml"/><Relationship Id="rId1" Type="http://schemas.openxmlformats.org/officeDocument/2006/relationships/tags" Target="../tags/tag188.xml"/><Relationship Id="rId6" Type="http://schemas.openxmlformats.org/officeDocument/2006/relationships/tags" Target="../tags/tag193.xml"/><Relationship Id="rId5" Type="http://schemas.openxmlformats.org/officeDocument/2006/relationships/tags" Target="../tags/tag192.xml"/><Relationship Id="rId4" Type="http://schemas.openxmlformats.org/officeDocument/2006/relationships/tags" Target="../tags/tag191.xml"/><Relationship Id="rId9" Type="http://schemas.openxmlformats.org/officeDocument/2006/relationships/image" Target="../media/image13.png"/></Relationships>
</file>

<file path=ppt/slideLayouts/_rels/slideLayout30.xml.rels><?xml version="1.0" encoding="UTF-8" standalone="yes"?>
<Relationships xmlns="http://schemas.openxmlformats.org/package/2006/relationships"><Relationship Id="rId3" Type="http://schemas.openxmlformats.org/officeDocument/2006/relationships/tags" Target="../tags/tag197.xml"/><Relationship Id="rId7" Type="http://schemas.openxmlformats.org/officeDocument/2006/relationships/image" Target="../media/image14.png"/><Relationship Id="rId2" Type="http://schemas.openxmlformats.org/officeDocument/2006/relationships/tags" Target="../tags/tag196.xml"/><Relationship Id="rId1" Type="http://schemas.openxmlformats.org/officeDocument/2006/relationships/tags" Target="../tags/tag195.xml"/><Relationship Id="rId6" Type="http://schemas.openxmlformats.org/officeDocument/2006/relationships/slideMaster" Target="../slideMasters/slideMaster2.xml"/><Relationship Id="rId5" Type="http://schemas.openxmlformats.org/officeDocument/2006/relationships/tags" Target="../tags/tag199.xml"/><Relationship Id="rId4" Type="http://schemas.openxmlformats.org/officeDocument/2006/relationships/tags" Target="../tags/tag198.xml"/></Relationships>
</file>

<file path=ppt/slideLayouts/_rels/slideLayout31.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202.xml"/><Relationship Id="rId7" Type="http://schemas.openxmlformats.org/officeDocument/2006/relationships/tags" Target="../tags/tag206.xml"/><Relationship Id="rId2" Type="http://schemas.openxmlformats.org/officeDocument/2006/relationships/tags" Target="../tags/tag201.xml"/><Relationship Id="rId1" Type="http://schemas.openxmlformats.org/officeDocument/2006/relationships/tags" Target="../tags/tag200.xml"/><Relationship Id="rId6" Type="http://schemas.openxmlformats.org/officeDocument/2006/relationships/tags" Target="../tags/tag205.xml"/><Relationship Id="rId5" Type="http://schemas.openxmlformats.org/officeDocument/2006/relationships/tags" Target="../tags/tag204.xml"/><Relationship Id="rId4" Type="http://schemas.openxmlformats.org/officeDocument/2006/relationships/tags" Target="../tags/tag203.xml"/><Relationship Id="rId9" Type="http://schemas.openxmlformats.org/officeDocument/2006/relationships/image" Target="../media/image14.png"/></Relationships>
</file>

<file path=ppt/slideLayouts/_rels/slideLayout32.xml.rels><?xml version="1.0" encoding="UTF-8" standalone="yes"?>
<Relationships xmlns="http://schemas.openxmlformats.org/package/2006/relationships"><Relationship Id="rId8" Type="http://schemas.openxmlformats.org/officeDocument/2006/relationships/tags" Target="../tags/tag214.xml"/><Relationship Id="rId3" Type="http://schemas.openxmlformats.org/officeDocument/2006/relationships/tags" Target="../tags/tag209.xml"/><Relationship Id="rId7" Type="http://schemas.openxmlformats.org/officeDocument/2006/relationships/tags" Target="../tags/tag213.xml"/><Relationship Id="rId2" Type="http://schemas.openxmlformats.org/officeDocument/2006/relationships/tags" Target="../tags/tag208.xml"/><Relationship Id="rId1" Type="http://schemas.openxmlformats.org/officeDocument/2006/relationships/tags" Target="../tags/tag207.xml"/><Relationship Id="rId6" Type="http://schemas.openxmlformats.org/officeDocument/2006/relationships/tags" Target="../tags/tag212.xml"/><Relationship Id="rId5" Type="http://schemas.openxmlformats.org/officeDocument/2006/relationships/tags" Target="../tags/tag211.xml"/><Relationship Id="rId10" Type="http://schemas.openxmlformats.org/officeDocument/2006/relationships/image" Target="../media/image14.png"/><Relationship Id="rId4" Type="http://schemas.openxmlformats.org/officeDocument/2006/relationships/tags" Target="../tags/tag210.xml"/><Relationship Id="rId9"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8" Type="http://schemas.openxmlformats.org/officeDocument/2006/relationships/tags" Target="../tags/tag222.xml"/><Relationship Id="rId3" Type="http://schemas.openxmlformats.org/officeDocument/2006/relationships/tags" Target="../tags/tag217.xml"/><Relationship Id="rId7" Type="http://schemas.openxmlformats.org/officeDocument/2006/relationships/tags" Target="../tags/tag221.xml"/><Relationship Id="rId2" Type="http://schemas.openxmlformats.org/officeDocument/2006/relationships/tags" Target="../tags/tag216.xml"/><Relationship Id="rId1" Type="http://schemas.openxmlformats.org/officeDocument/2006/relationships/tags" Target="../tags/tag215.xml"/><Relationship Id="rId6" Type="http://schemas.openxmlformats.org/officeDocument/2006/relationships/tags" Target="../tags/tag220.xml"/><Relationship Id="rId5" Type="http://schemas.openxmlformats.org/officeDocument/2006/relationships/tags" Target="../tags/tag219.xml"/><Relationship Id="rId10" Type="http://schemas.openxmlformats.org/officeDocument/2006/relationships/image" Target="../media/image14.png"/><Relationship Id="rId4" Type="http://schemas.openxmlformats.org/officeDocument/2006/relationships/tags" Target="../tags/tag218.xml"/><Relationship Id="rId9"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8" Type="http://schemas.openxmlformats.org/officeDocument/2006/relationships/tags" Target="../tags/tag230.xml"/><Relationship Id="rId3" Type="http://schemas.openxmlformats.org/officeDocument/2006/relationships/tags" Target="../tags/tag225.xml"/><Relationship Id="rId7" Type="http://schemas.openxmlformats.org/officeDocument/2006/relationships/tags" Target="../tags/tag229.xml"/><Relationship Id="rId2" Type="http://schemas.openxmlformats.org/officeDocument/2006/relationships/tags" Target="../tags/tag224.xml"/><Relationship Id="rId1" Type="http://schemas.openxmlformats.org/officeDocument/2006/relationships/tags" Target="../tags/tag223.xml"/><Relationship Id="rId6" Type="http://schemas.openxmlformats.org/officeDocument/2006/relationships/tags" Target="../tags/tag228.xml"/><Relationship Id="rId5" Type="http://schemas.openxmlformats.org/officeDocument/2006/relationships/tags" Target="../tags/tag227.xml"/><Relationship Id="rId10" Type="http://schemas.openxmlformats.org/officeDocument/2006/relationships/image" Target="../media/image14.png"/><Relationship Id="rId4" Type="http://schemas.openxmlformats.org/officeDocument/2006/relationships/tags" Target="../tags/tag226.xml"/><Relationship Id="rId9"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8" Type="http://schemas.openxmlformats.org/officeDocument/2006/relationships/tags" Target="../tags/tag238.xml"/><Relationship Id="rId3" Type="http://schemas.openxmlformats.org/officeDocument/2006/relationships/tags" Target="../tags/tag233.xml"/><Relationship Id="rId7" Type="http://schemas.openxmlformats.org/officeDocument/2006/relationships/tags" Target="../tags/tag237.xml"/><Relationship Id="rId12" Type="http://schemas.openxmlformats.org/officeDocument/2006/relationships/image" Target="../media/image14.png"/><Relationship Id="rId2" Type="http://schemas.openxmlformats.org/officeDocument/2006/relationships/tags" Target="../tags/tag232.xml"/><Relationship Id="rId1" Type="http://schemas.openxmlformats.org/officeDocument/2006/relationships/tags" Target="../tags/tag231.xml"/><Relationship Id="rId6" Type="http://schemas.openxmlformats.org/officeDocument/2006/relationships/tags" Target="../tags/tag236.xml"/><Relationship Id="rId11" Type="http://schemas.openxmlformats.org/officeDocument/2006/relationships/slideMaster" Target="../slideMasters/slideMaster2.xml"/><Relationship Id="rId5" Type="http://schemas.openxmlformats.org/officeDocument/2006/relationships/tags" Target="../tags/tag235.xml"/><Relationship Id="rId10" Type="http://schemas.openxmlformats.org/officeDocument/2006/relationships/tags" Target="../tags/tag240.xml"/><Relationship Id="rId4" Type="http://schemas.openxmlformats.org/officeDocument/2006/relationships/tags" Target="../tags/tag234.xml"/><Relationship Id="rId9" Type="http://schemas.openxmlformats.org/officeDocument/2006/relationships/tags" Target="../tags/tag239.xml"/></Relationships>
</file>

<file path=ppt/slideLayouts/_rels/slideLayout36.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243.xml"/><Relationship Id="rId7" Type="http://schemas.openxmlformats.org/officeDocument/2006/relationships/tags" Target="../tags/tag247.xml"/><Relationship Id="rId2" Type="http://schemas.openxmlformats.org/officeDocument/2006/relationships/tags" Target="../tags/tag242.xml"/><Relationship Id="rId1" Type="http://schemas.openxmlformats.org/officeDocument/2006/relationships/tags" Target="../tags/tag241.xml"/><Relationship Id="rId6" Type="http://schemas.openxmlformats.org/officeDocument/2006/relationships/tags" Target="../tags/tag246.xml"/><Relationship Id="rId5" Type="http://schemas.openxmlformats.org/officeDocument/2006/relationships/tags" Target="../tags/tag245.xml"/><Relationship Id="rId4" Type="http://schemas.openxmlformats.org/officeDocument/2006/relationships/tags" Target="../tags/tag244.xml"/><Relationship Id="rId9" Type="http://schemas.openxmlformats.org/officeDocument/2006/relationships/image" Target="../media/image1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1877400" y="2597580"/>
            <a:ext cx="5389200" cy="899100"/>
          </a:xfrm>
        </p:spPr>
        <p:txBody>
          <a:bodyPr lIns="90000" tIns="46800" rIns="90000" bIns="46800" anchor="b" anchorCtr="0">
            <a:normAutofit/>
          </a:bodyPr>
          <a:lstStyle>
            <a:lvl1pPr algn="dist">
              <a:defRPr sz="5400" b="0" spc="600" baseline="0">
                <a:solidFill>
                  <a:schemeClr val="accent1"/>
                </a:solidFill>
                <a:latin typeface="微软雅黑" panose="020B0503020204020204" charset="-122"/>
                <a:ea typeface="汉仪旗黑-85S" panose="00020600040101010101" pitchFamily="18" charset="-122"/>
              </a:defRPr>
            </a:lvl1pPr>
          </a:lstStyle>
          <a:p>
            <a:r>
              <a:rPr lang="zh-CN" altLang="en-US" dirty="0"/>
              <a:t>单击编辑标题</a:t>
            </a:r>
          </a:p>
        </p:txBody>
      </p:sp>
      <p:sp>
        <p:nvSpPr>
          <p:cNvPr id="3" name="副标题 2"/>
          <p:cNvSpPr>
            <a:spLocks noGrp="1"/>
          </p:cNvSpPr>
          <p:nvPr>
            <p:ph type="subTitle" idx="1" hasCustomPrompt="1"/>
            <p:custDataLst>
              <p:tags r:id="rId2"/>
            </p:custDataLst>
          </p:nvPr>
        </p:nvSpPr>
        <p:spPr>
          <a:xfrm>
            <a:off x="3023550" y="3882366"/>
            <a:ext cx="3096900" cy="376951"/>
          </a:xfrm>
        </p:spPr>
        <p:txBody>
          <a:bodyPr lIns="101600" tIns="38100" rIns="76200" bIns="38100">
            <a:normAutofit/>
          </a:bodyPr>
          <a:lstStyle>
            <a:lvl1pPr marL="0" indent="0" algn="ctr" eaLnBrk="1" fontAlgn="auto" latinLnBrk="0" hangingPunct="1">
              <a:lnSpc>
                <a:spcPct val="100000"/>
              </a:lnSpc>
              <a:buNone/>
              <a:defRPr sz="1050" u="none" strike="noStrike" kern="1200" cap="none" spc="200" normalizeH="0" baseline="0">
                <a:solidFill>
                  <a:schemeClr val="tx1">
                    <a:lumMod val="75000"/>
                    <a:lumOff val="25000"/>
                  </a:schemeClr>
                </a:solidFill>
                <a:uFillTx/>
                <a:latin typeface="微软雅黑" panose="020B0503020204020204" charset="-122"/>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单击此处编辑副标题</a:t>
            </a:r>
          </a:p>
        </p:txBody>
      </p:sp>
      <p:sp>
        <p:nvSpPr>
          <p:cNvPr id="16" name="日期占位符 15"/>
          <p:cNvSpPr>
            <a:spLocks noGrp="1"/>
          </p:cNvSpPr>
          <p:nvPr>
            <p:ph type="dt" sz="half" idx="10"/>
            <p:custDataLst>
              <p:tags r:id="rId3"/>
            </p:custDataLst>
          </p:nvPr>
        </p:nvSpPr>
        <p:spPr>
          <a:xfrm>
            <a:off x="322307" y="6349833"/>
            <a:ext cx="2700000" cy="316800"/>
          </a:xfrm>
        </p:spPr>
        <p:txBody>
          <a:bodyPr/>
          <a:lstStyle>
            <a:lvl1pPr>
              <a:defRPr baseline="0">
                <a:latin typeface="Arial" panose="020B0604020202020204" pitchFamily="34" charset="0"/>
              </a:defRPr>
            </a:lvl1pPr>
          </a:lstStyle>
          <a:p>
            <a:fld id="{760FBDFE-C587-4B4C-A407-44438C67B59E}" type="datetimeFigureOut">
              <a:rPr lang="zh-CN" altLang="en-US" smtClean="0"/>
              <a:t>2026/10/26</a:t>
            </a:fld>
            <a:endParaRPr lang="zh-CN" altLang="en-US"/>
          </a:p>
        </p:txBody>
      </p:sp>
      <p:sp>
        <p:nvSpPr>
          <p:cNvPr id="17" name="页脚占位符 16"/>
          <p:cNvSpPr>
            <a:spLocks noGrp="1"/>
          </p:cNvSpPr>
          <p:nvPr>
            <p:ph type="ftr" sz="quarter" idx="11"/>
            <p:custDataLst>
              <p:tags r:id="rId4"/>
            </p:custDataLst>
          </p:nvPr>
        </p:nvSpPr>
        <p:spPr>
          <a:xfrm>
            <a:off x="2592000" y="6349833"/>
            <a:ext cx="3960000" cy="316800"/>
          </a:xfrm>
        </p:spPr>
        <p:txBody>
          <a:bodyPr/>
          <a:lstStyle>
            <a:lvl1pPr>
              <a:defRPr baseline="0">
                <a:latin typeface="Arial" panose="020B0604020202020204" pitchFamily="34" charset="0"/>
              </a:defRPr>
            </a:lvl1pPr>
          </a:lstStyle>
          <a:p>
            <a:endParaRPr lang="zh-CN" altLang="en-US" dirty="0"/>
          </a:p>
        </p:txBody>
      </p:sp>
      <p:sp>
        <p:nvSpPr>
          <p:cNvPr id="18" name="灯片编号占位符 17"/>
          <p:cNvSpPr>
            <a:spLocks noGrp="1"/>
          </p:cNvSpPr>
          <p:nvPr>
            <p:ph type="sldNum" sz="quarter" idx="12"/>
            <p:custDataLst>
              <p:tags r:id="rId5"/>
            </p:custDataLst>
          </p:nvPr>
        </p:nvSpPr>
        <p:spPr>
          <a:xfrm>
            <a:off x="6120450" y="6349833"/>
            <a:ext cx="2700000" cy="316800"/>
          </a:xfrm>
        </p:spPr>
        <p:txBody>
          <a:bodyPr/>
          <a:lstStyle>
            <a:lvl1pPr>
              <a:defRPr baseline="0">
                <a:latin typeface="Arial" panose="020B0604020202020204" pitchFamily="34" charset="0"/>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285" y="102870"/>
            <a:ext cx="8139430" cy="727075"/>
          </a:xfrm>
        </p:spPr>
        <p:txBody>
          <a:bodyPr vert="horz" lIns="101600" tIns="38100" rIns="76200" bIns="38100" rtlCol="0" anchor="t" anchorCtr="0">
            <a:normAutofit/>
          </a:bodyPr>
          <a:lstStyle>
            <a:lvl1pPr marL="0" marR="0" algn="l" defTabSz="914400" rtl="0" eaLnBrk="1" fontAlgn="auto" latinLnBrk="0" hangingPunct="1">
              <a:lnSpc>
                <a:spcPct val="100000"/>
              </a:lnSpc>
              <a:buNone/>
              <a:defRPr kumimoji="0" lang="zh-CN" altLang="en-US" sz="32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502285" y="999490"/>
            <a:ext cx="8139430" cy="4668520"/>
          </a:xfrm>
        </p:spPr>
        <p:txBody>
          <a:bodyPr vert="horz" lIns="101600" tIns="0" rIns="82550" bIns="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000" b="1" i="0" u="none" strike="noStrike" kern="1200" cap="none" spc="0" normalizeH="0" baseline="0" noProof="1" dirty="0">
                <a:solidFill>
                  <a:srgbClr val="0033CC"/>
                </a:solidFill>
                <a:uFillTx/>
                <a:latin typeface="微软雅黑" panose="020B0503020204020204" charset="-122"/>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1" i="0" u="none" strike="noStrike" kern="1200" cap="none" spc="0" normalizeH="0" baseline="0" noProof="1" dirty="0">
                <a:solidFill>
                  <a:srgbClr val="C00000"/>
                </a:solidFill>
                <a:uFillTx/>
                <a:latin typeface="微软雅黑" panose="020B0503020204020204" charset="-122"/>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t>2026/10/26</a:t>
            </a:fld>
            <a:endParaRPr lang="zh-CN" altLang="en-US"/>
          </a:p>
        </p:txBody>
      </p:sp>
      <p:sp>
        <p:nvSpPr>
          <p:cNvPr id="5" name="页脚占位符 4"/>
          <p:cNvSpPr>
            <a:spLocks noGrp="1"/>
          </p:cNvSpPr>
          <p:nvPr>
            <p:ph type="ftr" sz="quarter" idx="11"/>
            <p:custDataLst>
              <p:tags r:id="rId4"/>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5"/>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619250" y="2736288"/>
            <a:ext cx="5905500" cy="807300"/>
          </a:xfrm>
        </p:spPr>
        <p:txBody>
          <a:bodyPr lIns="90000" tIns="46800" rIns="90000" bIns="46800" anchor="b" anchorCtr="0">
            <a:normAutofit/>
          </a:bodyPr>
          <a:lstStyle>
            <a:lvl1pPr algn="ctr">
              <a:defRPr sz="4800" b="0" u="none" strike="noStrike" kern="1200" cap="none" spc="800" normalizeH="0" baseline="0">
                <a:solidFill>
                  <a:schemeClr val="accent1"/>
                </a:solidFill>
                <a:uFillTx/>
                <a:latin typeface="微软雅黑" panose="020B0503020204020204" charset="-122"/>
                <a:ea typeface="汉仪旗黑-85S" panose="00020600040101010101" pitchFamily="18" charset="-122"/>
              </a:defRPr>
            </a:lvl1pPr>
          </a:lstStyle>
          <a:p>
            <a:r>
              <a:rPr lang="zh-CN" altLang="en-US" dirty="0"/>
              <a:t>单击此处编辑标题</a:t>
            </a:r>
          </a:p>
        </p:txBody>
      </p:sp>
      <p:sp>
        <p:nvSpPr>
          <p:cNvPr id="3" name="文本占位符 2"/>
          <p:cNvSpPr>
            <a:spLocks noGrp="1"/>
          </p:cNvSpPr>
          <p:nvPr>
            <p:ph type="body" idx="1"/>
            <p:custDataLst>
              <p:tags r:id="rId2"/>
            </p:custDataLst>
          </p:nvPr>
        </p:nvSpPr>
        <p:spPr>
          <a:xfrm>
            <a:off x="3023550" y="3885918"/>
            <a:ext cx="3096900" cy="398264"/>
          </a:xfrm>
        </p:spPr>
        <p:txBody>
          <a:bodyPr lIns="90000" tIns="46800" rIns="90000" bIns="46800">
            <a:normAutofit/>
          </a:bodyPr>
          <a:lstStyle>
            <a:lvl1pPr marL="0" indent="0" algn="ctr" eaLnBrk="1" fontAlgn="auto" latinLnBrk="0" hangingPunct="1">
              <a:lnSpc>
                <a:spcPct val="100000"/>
              </a:lnSpc>
              <a:buNone/>
              <a:defRPr kumimoji="0" lang="zh-CN" altLang="en-US" sz="1050" b="0" i="0" u="none" strike="noStrike" kern="1200" cap="none" spc="800" normalizeH="0" baseline="0" noProof="1">
                <a:solidFill>
                  <a:schemeClr val="tx1">
                    <a:lumMod val="75000"/>
                    <a:lumOff val="25000"/>
                  </a:schemeClr>
                </a:solidFill>
                <a:uFillTx/>
                <a:latin typeface="微软雅黑" panose="020B0503020204020204" charset="-122"/>
                <a:ea typeface="微软雅黑" panose="020B0503020204020204" charset="-122"/>
                <a:cs typeface="+mn-cs"/>
                <a:sym typeface="+mn-ea"/>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custDataLst>
              <p:tags r:id="rId3"/>
            </p:custDataLst>
          </p:nvPr>
        </p:nvSpPr>
        <p:spPr>
          <a:xfrm>
            <a:off x="322307" y="6349833"/>
            <a:ext cx="2700000" cy="316800"/>
          </a:xfrm>
        </p:spPr>
        <p:txBody>
          <a:bodyPr/>
          <a:lstStyle>
            <a:lvl1pPr>
              <a:defRPr baseline="0">
                <a:latin typeface="Arial" panose="020B0604020202020204" pitchFamily="34" charset="0"/>
              </a:defRPr>
            </a:lvl1pPr>
          </a:lstStyle>
          <a:p>
            <a:fld id="{760FBDFE-C587-4B4C-A407-44438C67B59E}" type="datetimeFigureOut">
              <a:rPr lang="zh-CN" altLang="en-US" smtClean="0"/>
              <a:t>2026/10/26</a:t>
            </a:fld>
            <a:endParaRPr lang="zh-CN" altLang="en-US"/>
          </a:p>
        </p:txBody>
      </p:sp>
      <p:sp>
        <p:nvSpPr>
          <p:cNvPr id="5" name="页脚占位符 4"/>
          <p:cNvSpPr>
            <a:spLocks noGrp="1"/>
          </p:cNvSpPr>
          <p:nvPr>
            <p:ph type="ftr" sz="quarter" idx="11"/>
            <p:custDataLst>
              <p:tags r:id="rId4"/>
            </p:custDataLst>
          </p:nvPr>
        </p:nvSpPr>
        <p:spPr>
          <a:xfrm>
            <a:off x="2592000" y="6349833"/>
            <a:ext cx="3960000" cy="316800"/>
          </a:xfrm>
        </p:spPr>
        <p:txBody>
          <a:bodyPr/>
          <a:lstStyle>
            <a:lvl1pPr>
              <a:defRPr baseline="0">
                <a:latin typeface="Arial" panose="020B0604020202020204" pitchFamily="34" charset="0"/>
              </a:defRPr>
            </a:lvl1pPr>
          </a:lstStyle>
          <a:p>
            <a:endParaRPr lang="zh-CN" altLang="en-US"/>
          </a:p>
        </p:txBody>
      </p:sp>
      <p:sp>
        <p:nvSpPr>
          <p:cNvPr id="6" name="灯片编号占位符 5"/>
          <p:cNvSpPr>
            <a:spLocks noGrp="1"/>
          </p:cNvSpPr>
          <p:nvPr>
            <p:ph type="sldNum" sz="quarter" idx="12"/>
            <p:custDataLst>
              <p:tags r:id="rId5"/>
            </p:custDataLst>
          </p:nvPr>
        </p:nvSpPr>
        <p:spPr>
          <a:xfrm>
            <a:off x="6120450" y="6349833"/>
            <a:ext cx="2700000" cy="316800"/>
          </a:xfrm>
        </p:spPr>
        <p:txBody>
          <a:bodyPr/>
          <a:lstStyle>
            <a:lvl1pPr>
              <a:defRPr baseline="0">
                <a:latin typeface="Arial" panose="020B0604020202020204" pitchFamily="34" charset="0"/>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502447" y="1626121"/>
            <a:ext cx="3962432" cy="40416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内容占位符 3"/>
          <p:cNvSpPr>
            <a:spLocks noGrp="1"/>
          </p:cNvSpPr>
          <p:nvPr>
            <p:ph sz="half" idx="2"/>
            <p:custDataLst>
              <p:tags r:id="rId3"/>
            </p:custDataLst>
          </p:nvPr>
        </p:nvSpPr>
        <p:spPr>
          <a:xfrm>
            <a:off x="4679158" y="1626121"/>
            <a:ext cx="3962432" cy="4041680"/>
          </a:xfrm>
        </p:spPr>
        <p:txBody>
          <a:bodyPr>
            <a:noAutofit/>
          </a:bodyPr>
          <a:lstStyle>
            <a:lvl1pPr>
              <a:defRPr sz="1200" u="none" strike="noStrike" kern="1200" cap="none" spc="0" normalizeH="0">
                <a:solidFill>
                  <a:schemeClr val="tx1">
                    <a:lumMod val="75000"/>
                    <a:lumOff val="25000"/>
                  </a:schemeClr>
                </a:solidFill>
                <a:latin typeface="微软雅黑" panose="020B0503020204020204" charset="-122"/>
                <a:ea typeface="微软雅黑" panose="020B0503020204020204" charset="-122"/>
              </a:defRPr>
            </a:lvl1pPr>
            <a:lvl2pPr>
              <a:defRPr sz="1200" u="none" strike="noStrike" kern="1200" cap="none" spc="0" normalizeH="0">
                <a:solidFill>
                  <a:schemeClr val="tx1">
                    <a:lumMod val="75000"/>
                    <a:lumOff val="25000"/>
                  </a:schemeClr>
                </a:solidFill>
                <a:latin typeface="微软雅黑" panose="020B0503020204020204" charset="-122"/>
                <a:ea typeface="微软雅黑" panose="020B0503020204020204" charset="-122"/>
              </a:defRPr>
            </a:lvl2pPr>
            <a:lvl3pPr>
              <a:defRPr sz="1200" u="none" strike="noStrike" kern="1200" cap="none" spc="0" normalizeH="0">
                <a:solidFill>
                  <a:schemeClr val="tx1">
                    <a:lumMod val="75000"/>
                    <a:lumOff val="25000"/>
                  </a:schemeClr>
                </a:solidFill>
                <a:latin typeface="微软雅黑" panose="020B0503020204020204" charset="-122"/>
                <a:ea typeface="微软雅黑" panose="020B0503020204020204" charset="-122"/>
              </a:defRPr>
            </a:lvl3pPr>
            <a:lvl4pPr>
              <a:defRPr sz="1200" u="none" strike="noStrike" kern="1200" cap="none" spc="0" normalizeH="0">
                <a:solidFill>
                  <a:schemeClr val="tx1">
                    <a:lumMod val="75000"/>
                    <a:lumOff val="25000"/>
                  </a:schemeClr>
                </a:solidFill>
                <a:latin typeface="微软雅黑" panose="020B0503020204020204" charset="-122"/>
                <a:ea typeface="微软雅黑" panose="020B0503020204020204" charset="-122"/>
              </a:defRPr>
            </a:lvl4pPr>
            <a:lvl5pPr>
              <a:defRPr sz="1200" u="none" strike="noStrike" kern="1200" cap="none" spc="0" normalizeH="0">
                <a:solidFill>
                  <a:schemeClr val="tx1">
                    <a:lumMod val="75000"/>
                    <a:lumOff val="25000"/>
                  </a:schemeClr>
                </a:solidFill>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t>2026/10/26</a:t>
            </a:fld>
            <a:endParaRPr lang="zh-CN" altLang="en-US"/>
          </a:p>
        </p:txBody>
      </p:sp>
      <p:sp>
        <p:nvSpPr>
          <p:cNvPr id="6" name="页脚占位符 5"/>
          <p:cNvSpPr>
            <a:spLocks noGrp="1"/>
          </p:cNvSpPr>
          <p:nvPr>
            <p:ph type="ftr" sz="quarter" idx="11"/>
            <p:custDataLst>
              <p:tags r:id="rId5"/>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12"/>
            <p:custDataLst>
              <p:tags r:id="rId6"/>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502447" y="1000133"/>
            <a:ext cx="3962432" cy="285752"/>
          </a:xfrm>
        </p:spPr>
        <p:txBody>
          <a:bodyPr lIns="101600" tIns="38100" rIns="76200" bIns="38100" anchor="t" anchorCtr="0">
            <a:noAutofit/>
          </a:bodyPr>
          <a:lstStyle>
            <a:lvl1pPr marL="0" indent="0" eaLnBrk="1" fontAlgn="auto" latinLnBrk="0" hangingPunct="1">
              <a:lnSpc>
                <a:spcPct val="100000"/>
              </a:lnSpc>
              <a:spcAft>
                <a:spcPts val="0"/>
              </a:spcAft>
              <a:buNone/>
              <a:defRPr sz="1500" b="0" u="none" strike="noStrike" kern="1200" cap="none" spc="0" normalizeH="0" baseline="0">
                <a:solidFill>
                  <a:schemeClr val="tx1">
                    <a:lumMod val="75000"/>
                    <a:lumOff val="25000"/>
                  </a:schemeClr>
                </a:solidFill>
                <a:uFillTx/>
                <a:latin typeface="微软雅黑" panose="020B0503020204020204" charset="-122"/>
                <a:ea typeface="微软雅黑" panose="020B050302020402020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502444" y="2023369"/>
            <a:ext cx="3962400"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4676812" y="1000133"/>
            <a:ext cx="3962432" cy="285752"/>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4676812" y="2023369"/>
            <a:ext cx="3962432"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t>2026/10/26</a:t>
            </a:fld>
            <a:endParaRPr lang="zh-CN" altLang="en-US"/>
          </a:p>
        </p:txBody>
      </p:sp>
      <p:sp>
        <p:nvSpPr>
          <p:cNvPr id="8" name="页脚占位符 7"/>
          <p:cNvSpPr>
            <a:spLocks noGrp="1"/>
          </p:cNvSpPr>
          <p:nvPr>
            <p:ph type="ftr" sz="quarter" idx="11"/>
            <p:custDataLst>
              <p:tags r:id="rId7"/>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a:p>
        </p:txBody>
      </p:sp>
      <p:sp>
        <p:nvSpPr>
          <p:cNvPr id="9" name="灯片编号占位符 8"/>
          <p:cNvSpPr>
            <a:spLocks noGrp="1"/>
          </p:cNvSpPr>
          <p:nvPr>
            <p:ph type="sldNum" sz="quarter" idx="12"/>
            <p:custDataLst>
              <p:tags r:id="rId8"/>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9" name="矩形 8"/>
          <p:cNvSpPr/>
          <p:nvPr userDrawn="1">
            <p:custDataLst>
              <p:tags r:id="rId1"/>
            </p:custDataLst>
          </p:nvPr>
        </p:nvSpPr>
        <p:spPr>
          <a:xfrm>
            <a:off x="185057" y="243785"/>
            <a:ext cx="8773886" cy="6370431"/>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title"/>
            <p:custDataLst>
              <p:tags r:id="rId2"/>
            </p:custDataLst>
          </p:nvPr>
        </p:nvSpPr>
        <p:spPr>
          <a:xfrm>
            <a:off x="4376057" y="716190"/>
            <a:ext cx="4265532"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p>
        </p:txBody>
      </p:sp>
      <p:sp>
        <p:nvSpPr>
          <p:cNvPr id="3" name="日期占位符 2"/>
          <p:cNvSpPr>
            <a:spLocks noGrp="1"/>
          </p:cNvSpPr>
          <p:nvPr>
            <p:ph type="dt" sz="half" idx="10"/>
            <p:custDataLst>
              <p:tags r:id="rId3"/>
            </p:custDataLst>
          </p:nvPr>
        </p:nvSpPr>
        <p:spPr>
          <a:xfrm>
            <a:off x="322307" y="6349833"/>
            <a:ext cx="2700000" cy="316800"/>
          </a:xfrm>
        </p:spPr>
        <p:txBody>
          <a:bodyPr/>
          <a:lstStyle/>
          <a:p>
            <a:fld id="{760FBDFE-C587-4B4C-A407-44438C67B59E}" type="datetimeFigureOut">
              <a:rPr lang="zh-CN" altLang="en-US" smtClean="0"/>
              <a:t>2026/10/26</a:t>
            </a:fld>
            <a:endParaRPr lang="zh-CN" altLang="en-US"/>
          </a:p>
        </p:txBody>
      </p:sp>
      <p:sp>
        <p:nvSpPr>
          <p:cNvPr id="4" name="页脚占位符 3"/>
          <p:cNvSpPr>
            <a:spLocks noGrp="1"/>
          </p:cNvSpPr>
          <p:nvPr>
            <p:ph type="ftr" sz="quarter" idx="11"/>
            <p:custDataLst>
              <p:tags r:id="rId4"/>
            </p:custDataLst>
          </p:nvPr>
        </p:nvSpPr>
        <p:spPr>
          <a:xfrm>
            <a:off x="2592000" y="6349833"/>
            <a:ext cx="3960000" cy="316800"/>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6120450" y="6349833"/>
            <a:ext cx="2700000" cy="3168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a:xfrm>
            <a:off x="322307" y="6349833"/>
            <a:ext cx="2700000" cy="316800"/>
          </a:xfrm>
        </p:spPr>
        <p:txBody>
          <a:bodyPr/>
          <a:lstStyle/>
          <a:p>
            <a:fld id="{760FBDFE-C587-4B4C-A407-44438C67B59E}" type="datetimeFigureOut">
              <a:rPr lang="zh-CN" altLang="en-US" smtClean="0"/>
              <a:t>2026/10/26</a:t>
            </a:fld>
            <a:endParaRPr lang="zh-CN" altLang="en-US"/>
          </a:p>
        </p:txBody>
      </p:sp>
      <p:sp>
        <p:nvSpPr>
          <p:cNvPr id="3" name="页脚占位符 2"/>
          <p:cNvSpPr>
            <a:spLocks noGrp="1"/>
          </p:cNvSpPr>
          <p:nvPr>
            <p:ph type="ftr" sz="quarter" idx="11"/>
            <p:custDataLst>
              <p:tags r:id="rId2"/>
            </p:custDataLst>
          </p:nvPr>
        </p:nvSpPr>
        <p:spPr>
          <a:xfrm>
            <a:off x="2592000" y="6349833"/>
            <a:ext cx="3960000" cy="316800"/>
          </a:xfrm>
        </p:spPr>
        <p:txBody>
          <a:bodyPr/>
          <a:lstStyle/>
          <a:p>
            <a:endParaRPr lang="zh-CN" altLang="en-US"/>
          </a:p>
        </p:txBody>
      </p:sp>
      <p:sp>
        <p:nvSpPr>
          <p:cNvPr id="4" name="灯片编号占位符 3"/>
          <p:cNvSpPr>
            <a:spLocks noGrp="1"/>
          </p:cNvSpPr>
          <p:nvPr>
            <p:ph type="sldNum" sz="quarter" idx="12"/>
            <p:custDataLst>
              <p:tags r:id="rId3"/>
            </p:custDataLst>
          </p:nvPr>
        </p:nvSpPr>
        <p:spPr>
          <a:xfrm>
            <a:off x="6120450" y="6349833"/>
            <a:ext cx="2700000" cy="3168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grpSp>
        <p:nvGrpSpPr>
          <p:cNvPr id="11" name="组合 10"/>
          <p:cNvGrpSpPr/>
          <p:nvPr userDrawn="1">
            <p:custDataLst>
              <p:tags r:id="rId1"/>
            </p:custDataLst>
          </p:nvPr>
        </p:nvGrpSpPr>
        <p:grpSpPr>
          <a:xfrm>
            <a:off x="0" y="0"/>
            <a:ext cx="9144000" cy="6858000"/>
            <a:chOff x="0" y="0"/>
            <a:chExt cx="12192000" cy="6858000"/>
          </a:xfrm>
        </p:grpSpPr>
        <p:pic>
          <p:nvPicPr>
            <p:cNvPr id="12" name="图片 11"/>
            <p:cNvPicPr>
              <a:picLocks noChangeAspect="1"/>
            </p:cNvPicPr>
            <p:nvPr userDrawn="1">
              <p:custDataLst>
                <p:tags r:id="rId8"/>
              </p:custDataLst>
            </p:nvPr>
          </p:nvPicPr>
          <p:blipFill>
            <a:blip r:embed="rId1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矩形 12"/>
            <p:cNvSpPr/>
            <p:nvPr userDrawn="1">
              <p:custDataLst>
                <p:tags r:id="rId9"/>
              </p:custDataLst>
            </p:nvPr>
          </p:nvSpPr>
          <p:spPr>
            <a:xfrm>
              <a:off x="0" y="0"/>
              <a:ext cx="12192000" cy="6858000"/>
            </a:xfrm>
            <a:prstGeom prst="rect">
              <a:avLst/>
            </a:prstGeom>
            <a:solidFill>
              <a:schemeClr val="bg1">
                <a:alpha val="80000"/>
              </a:schemeClr>
            </a:solidFill>
            <a:ln w="101600">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sz="1350">
                <a:latin typeface="微软雅黑" panose="020B0503020204020204" charset="-122"/>
                <a:ea typeface="微软雅黑" panose="020B0503020204020204" charset="-122"/>
                <a:cs typeface="Viner Hand ITC" panose="03070502030502020203" charset="0"/>
                <a:sym typeface="+mn-ea"/>
              </a:endParaRPr>
            </a:p>
          </p:txBody>
        </p:sp>
      </p:grpSp>
      <p:sp>
        <p:nvSpPr>
          <p:cNvPr id="2" name="标题 1"/>
          <p:cNvSpPr>
            <a:spLocks noGrp="1"/>
          </p:cNvSpPr>
          <p:nvPr>
            <p:ph type="title"/>
            <p:custDataLst>
              <p:tags r:id="rId2"/>
            </p:custDataLst>
          </p:nvPr>
        </p:nvSpPr>
        <p:spPr>
          <a:xfrm>
            <a:off x="502447"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3"/>
            </p:custDataLst>
          </p:nvPr>
        </p:nvSpPr>
        <p:spPr>
          <a:xfrm>
            <a:off x="502447" y="1626121"/>
            <a:ext cx="3962432" cy="404168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4679194" y="1626121"/>
            <a:ext cx="3962432" cy="4041680"/>
          </a:xfrm>
        </p:spPr>
        <p:txBody>
          <a:bodyPr vert="horz" lIns="101600" tIns="0" rIns="82550" bIns="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5"/>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9EFD9D74-47D9-4702-A33C-335B63B48DBF}" type="datetimeFigureOut">
              <a:rPr lang="zh-CN" altLang="en-US" smtClean="0"/>
              <a:t>2026/10/26</a:t>
            </a:fld>
            <a:endParaRPr lang="zh-CN" altLang="en-US" dirty="0"/>
          </a:p>
        </p:txBody>
      </p:sp>
      <p:sp>
        <p:nvSpPr>
          <p:cNvPr id="6" name="页脚占位符 5"/>
          <p:cNvSpPr>
            <a:spLocks noGrp="1"/>
          </p:cNvSpPr>
          <p:nvPr>
            <p:ph type="ftr" sz="quarter" idx="11"/>
            <p:custDataLst>
              <p:tags r:id="rId6"/>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dirty="0"/>
          </a:p>
        </p:txBody>
      </p:sp>
      <p:sp>
        <p:nvSpPr>
          <p:cNvPr id="7" name="灯片编号占位符 6"/>
          <p:cNvSpPr>
            <a:spLocks noGrp="1"/>
          </p:cNvSpPr>
          <p:nvPr>
            <p:ph type="sldNum" sz="quarter" idx="12"/>
            <p:custDataLst>
              <p:tags r:id="rId7"/>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7928351" y="1626121"/>
            <a:ext cx="713238" cy="4041680"/>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p>
        </p:txBody>
      </p:sp>
      <p:sp>
        <p:nvSpPr>
          <p:cNvPr id="3" name="竖排文字占位符 2"/>
          <p:cNvSpPr>
            <a:spLocks noGrp="1"/>
          </p:cNvSpPr>
          <p:nvPr>
            <p:ph type="body" orient="vert" idx="1"/>
            <p:custDataLst>
              <p:tags r:id="rId2"/>
            </p:custDataLst>
          </p:nvPr>
        </p:nvSpPr>
        <p:spPr>
          <a:xfrm>
            <a:off x="502444" y="1626113"/>
            <a:ext cx="7371076" cy="4041680"/>
          </a:xfrm>
        </p:spPr>
        <p:txBody>
          <a:bodyPr vert="eaVert"/>
          <a:lstStyle>
            <a:lvl1pPr indent="0" eaLnBrk="1" fontAlgn="auto" latinLnBrk="0" hangingPunct="1">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vl2pPr indent="0" eaLnBrk="1" fontAlgn="auto" latinLnBrk="0" hangingPunct="1">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2pPr>
            <a:lvl3pPr indent="0" eaLnBrk="1" fontAlgn="auto" latinLnBrk="0" hangingPunct="1">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3pPr>
            <a:lvl4pPr indent="0" eaLnBrk="1" fontAlgn="auto" latinLnBrk="0" hangingPunct="1">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4pPr>
            <a:lvl5pPr indent="0" eaLnBrk="1" fontAlgn="auto" latinLnBrk="0" hangingPunct="1">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t>2026/10/26</a:t>
            </a:fld>
            <a:endParaRPr lang="zh-CN" altLang="en-US"/>
          </a:p>
        </p:txBody>
      </p:sp>
      <p:sp>
        <p:nvSpPr>
          <p:cNvPr id="5" name="页脚占位符 4"/>
          <p:cNvSpPr>
            <a:spLocks noGrp="1"/>
          </p:cNvSpPr>
          <p:nvPr>
            <p:ph type="ftr" sz="quarter" idx="11"/>
            <p:custDataLst>
              <p:tags r:id="rId4"/>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5"/>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t>2026/10/26</a:t>
            </a:fld>
            <a:endParaRPr lang="zh-CN" altLang="en-US"/>
          </a:p>
        </p:txBody>
      </p:sp>
      <p:sp>
        <p:nvSpPr>
          <p:cNvPr id="4" name="页脚占位符 3"/>
          <p:cNvSpPr>
            <a:spLocks noGrp="1"/>
          </p:cNvSpPr>
          <p:nvPr>
            <p:ph type="ftr" sz="quarter" idx="11"/>
            <p:custDataLst>
              <p:tags r:id="rId2"/>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3"/>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502447" y="1626121"/>
            <a:ext cx="8139178" cy="4041680"/>
          </a:xfrm>
        </p:spPr>
        <p:txBody>
          <a:bodyPr/>
          <a:lstStyle>
            <a:lvl1pPr>
              <a:defRPr u="none" strike="noStrike" kern="1200" cap="none" spc="0" normalizeH="0" baseline="0">
                <a:latin typeface="微软雅黑" panose="020B0503020204020204" charset="-122"/>
                <a:ea typeface="微软雅黑" panose="020B0503020204020204" charset="-122"/>
              </a:defRPr>
            </a:lvl1pPr>
            <a:lvl2pPr>
              <a:defRPr u="none" strike="noStrike" kern="1200" cap="none" spc="0" normalizeH="0" baseline="0">
                <a:latin typeface="微软雅黑" panose="020B0503020204020204" charset="-122"/>
                <a:ea typeface="微软雅黑" panose="020B0503020204020204" charset="-122"/>
              </a:defRPr>
            </a:lvl2pPr>
            <a:lvl3pPr>
              <a:defRPr u="none" strike="noStrike" kern="1200" cap="none" spc="0" normalizeH="0" baseline="0">
                <a:latin typeface="微软雅黑" panose="020B0503020204020204" charset="-122"/>
                <a:ea typeface="微软雅黑" panose="020B0503020204020204" charset="-122"/>
              </a:defRPr>
            </a:lvl3pPr>
            <a:lvl4pPr>
              <a:defRPr u="none" strike="noStrike" kern="1200" cap="none" spc="0" normalizeH="0" baseline="0">
                <a:latin typeface="微软雅黑" panose="020B0503020204020204" charset="-122"/>
                <a:ea typeface="微软雅黑" panose="020B0503020204020204" charset="-122"/>
              </a:defRPr>
            </a:lvl4pPr>
            <a:lvl5pPr>
              <a:defRPr u="none" strike="noStrike" kern="1200" cap="none" spc="0" normalizeH="0" baseline="0">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647825" y="2597580"/>
            <a:ext cx="5848350" cy="899100"/>
          </a:xfrm>
        </p:spPr>
        <p:txBody>
          <a:bodyPr vert="horz" lIns="90000" tIns="46800" rIns="90000" bIns="46800" rtlCol="0" anchor="b" anchorCtr="0">
            <a:normAutofit/>
          </a:bodyPr>
          <a:lstStyle>
            <a:lvl1pPr marL="0" marR="0" algn="dist" defTabSz="914400" rtl="0" eaLnBrk="1" fontAlgn="auto" latinLnBrk="0" hangingPunct="1">
              <a:lnSpc>
                <a:spcPct val="100000"/>
              </a:lnSpc>
              <a:buNone/>
              <a:defRPr kumimoji="0" lang="zh-CN" altLang="en-US" sz="5400" b="0" i="0" u="none" strike="noStrike" kern="1200" cap="none" spc="600" normalizeH="0" baseline="0" noProof="1" dirty="0">
                <a:solidFill>
                  <a:schemeClr val="accent1"/>
                </a:solidFill>
                <a:uFillTx/>
                <a:latin typeface="微软雅黑" panose="020B0503020204020204" charset="-122"/>
                <a:ea typeface="汉仪旗黑-85S" panose="00020600040101010101" pitchFamily="18" charset="-122"/>
                <a:cs typeface="+mj-cs"/>
                <a:sym typeface="+mn-ea"/>
              </a:defRPr>
            </a:lvl1pPr>
          </a:lstStyle>
          <a:p>
            <a:pPr lvl="0"/>
            <a:r>
              <a:rPr dirty="0">
                <a:sym typeface="+mn-ea"/>
              </a:rPr>
              <a:t>单击编辑标题</a:t>
            </a:r>
          </a:p>
        </p:txBody>
      </p:sp>
      <p:sp>
        <p:nvSpPr>
          <p:cNvPr id="3" name="日期占位符 2"/>
          <p:cNvSpPr>
            <a:spLocks noGrp="1"/>
          </p:cNvSpPr>
          <p:nvPr>
            <p:ph type="dt" sz="half" idx="10"/>
            <p:custDataLst>
              <p:tags r:id="rId2"/>
            </p:custDataLst>
          </p:nvPr>
        </p:nvSpPr>
        <p:spPr>
          <a:xfrm>
            <a:off x="322307" y="6349833"/>
            <a:ext cx="2700000" cy="316800"/>
          </a:xfrm>
        </p:spPr>
        <p:txBody>
          <a:bodyPr/>
          <a:lstStyle>
            <a:lvl1pPr>
              <a:defRPr baseline="0">
                <a:latin typeface="Arial" panose="020B0604020202020204" pitchFamily="34" charset="0"/>
              </a:defRPr>
            </a:lvl1pPr>
          </a:lstStyle>
          <a:p>
            <a:fld id="{760FBDFE-C587-4B4C-A407-44438C67B59E}" type="datetimeFigureOut">
              <a:rPr lang="zh-CN" altLang="en-US" smtClean="0"/>
              <a:t>2026/10/26</a:t>
            </a:fld>
            <a:endParaRPr lang="zh-CN" altLang="en-US"/>
          </a:p>
        </p:txBody>
      </p:sp>
      <p:sp>
        <p:nvSpPr>
          <p:cNvPr id="4" name="页脚占位符 3"/>
          <p:cNvSpPr>
            <a:spLocks noGrp="1"/>
          </p:cNvSpPr>
          <p:nvPr>
            <p:ph type="ftr" sz="quarter" idx="11"/>
            <p:custDataLst>
              <p:tags r:id="rId3"/>
            </p:custDataLst>
          </p:nvPr>
        </p:nvSpPr>
        <p:spPr>
          <a:xfrm>
            <a:off x="2592000" y="6349833"/>
            <a:ext cx="3960000" cy="316800"/>
          </a:xfrm>
        </p:spPr>
        <p:txBody>
          <a:bodyPr/>
          <a:lstStyle>
            <a:lvl1pPr>
              <a:defRPr baseline="0">
                <a:latin typeface="Arial" panose="020B0604020202020204" pitchFamily="34" charset="0"/>
              </a:defRPr>
            </a:lvl1pPr>
          </a:lstStyle>
          <a:p>
            <a:endParaRPr lang="zh-CN" altLang="en-US"/>
          </a:p>
        </p:txBody>
      </p:sp>
      <p:sp>
        <p:nvSpPr>
          <p:cNvPr id="5" name="灯片编号占位符 4"/>
          <p:cNvSpPr>
            <a:spLocks noGrp="1"/>
          </p:cNvSpPr>
          <p:nvPr>
            <p:ph type="sldNum" sz="quarter" idx="12"/>
            <p:custDataLst>
              <p:tags r:id="rId4"/>
            </p:custDataLst>
          </p:nvPr>
        </p:nvSpPr>
        <p:spPr>
          <a:xfrm>
            <a:off x="6120450" y="6349833"/>
            <a:ext cx="2700000" cy="316800"/>
          </a:xfrm>
        </p:spPr>
        <p:txBody>
          <a:bodyPr/>
          <a:lstStyle>
            <a:lvl1pPr>
              <a:defRPr baseline="0">
                <a:latin typeface="Arial" panose="020B0604020202020204" pitchFamily="34" charset="0"/>
              </a:defRPr>
            </a:lvl1pPr>
          </a:lstStyle>
          <a:p>
            <a:fld id="{49AE70B2-8BF9-45C0-BB95-33D1B9D3A854}" type="slidenum">
              <a:rPr lang="zh-CN" altLang="en-US" smtClean="0"/>
              <a:t>‹#›</a:t>
            </a:fld>
            <a:endParaRPr lang="zh-CN" altLang="en-US"/>
          </a:p>
        </p:txBody>
      </p:sp>
      <p:sp>
        <p:nvSpPr>
          <p:cNvPr id="12" name="文本占位符 11"/>
          <p:cNvSpPr>
            <a:spLocks noGrp="1"/>
          </p:cNvSpPr>
          <p:nvPr>
            <p:ph type="body" sz="quarter" idx="13" hasCustomPrompt="1"/>
            <p:custDataLst>
              <p:tags r:id="rId5"/>
            </p:custDataLst>
          </p:nvPr>
        </p:nvSpPr>
        <p:spPr>
          <a:xfrm>
            <a:off x="2938323" y="3859229"/>
            <a:ext cx="3267354" cy="238125"/>
          </a:xfrm>
        </p:spPr>
        <p:txBody>
          <a:bodyPr>
            <a:normAutofit/>
          </a:bodyPr>
          <a:lstStyle>
            <a:lvl1pPr marL="0" indent="0" algn="ctr">
              <a:lnSpc>
                <a:spcPct val="100000"/>
              </a:lnSpc>
              <a:buNone/>
              <a:defRPr sz="1050" spc="800" baseline="0">
                <a:solidFill>
                  <a:schemeClr val="tx1">
                    <a:lumMod val="75000"/>
                    <a:lumOff val="25000"/>
                  </a:schemeClr>
                </a:solidFill>
                <a:latin typeface="微软雅黑" panose="020B0503020204020204" charset="-122"/>
              </a:defRPr>
            </a:lvl1pPr>
            <a:lvl2pPr marL="342900" indent="0" algn="ctr">
              <a:lnSpc>
                <a:spcPct val="100000"/>
              </a:lnSpc>
              <a:buNone/>
              <a:defRPr sz="1050" spc="800" baseline="0">
                <a:solidFill>
                  <a:schemeClr val="tx1">
                    <a:lumMod val="75000"/>
                    <a:lumOff val="25000"/>
                  </a:schemeClr>
                </a:solidFill>
                <a:latin typeface="微软雅黑" panose="020B0503020204020204" charset="-122"/>
              </a:defRPr>
            </a:lvl2pPr>
          </a:lstStyle>
          <a:p>
            <a:pPr lvl="0"/>
            <a:r>
              <a:rPr lang="zh-CN" altLang="en-US" dirty="0"/>
              <a:t>单击此处编辑文本</a:t>
            </a:r>
          </a:p>
          <a:p>
            <a:pPr lvl="1"/>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no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6"/>
            <a:ext cx="8139178" cy="331473"/>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2"/>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t>2026/10/26</a:t>
            </a:fld>
            <a:endParaRPr lang="zh-CN" altLang="en-US"/>
          </a:p>
        </p:txBody>
      </p:sp>
      <p:sp>
        <p:nvSpPr>
          <p:cNvPr id="4" name="页脚占位符 3"/>
          <p:cNvSpPr>
            <a:spLocks noGrp="1"/>
          </p:cNvSpPr>
          <p:nvPr>
            <p:ph type="ftr" sz="quarter" idx="11"/>
            <p:custDataLst>
              <p:tags r:id="rId3"/>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4"/>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no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219551" y="304165"/>
            <a:ext cx="8704898" cy="6249670"/>
          </a:xfrm>
          <a:prstGeom prst="rect">
            <a:avLst/>
          </a:prstGeom>
          <a:solidFill>
            <a:schemeClr val="bg2"/>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title" hasCustomPrompt="1"/>
            <p:custDataLst>
              <p:tags r:id="rId2"/>
            </p:custDataLst>
          </p:nvPr>
        </p:nvSpPr>
        <p:spPr>
          <a:xfrm>
            <a:off x="961200" y="1339650"/>
            <a:ext cx="7219800" cy="542700"/>
          </a:xfrm>
        </p:spPr>
        <p:txBody>
          <a:bodyPr anchor="ctr"/>
          <a:lstStyle>
            <a:lvl1pPr>
              <a:defRPr sz="2400" u="none" strike="noStrike" kern="1200" cap="none" spc="0" normalizeH="0" baseline="0">
                <a:solidFill>
                  <a:schemeClr val="tx1">
                    <a:lumMod val="75000"/>
                    <a:lumOff val="25000"/>
                  </a:schemeClr>
                </a:solidFill>
                <a:uFillTx/>
                <a:latin typeface="微软雅黑" panose="020B0503020204020204" charset="-122"/>
                <a:ea typeface="微软雅黑" panose="020B0503020204020204" charset="-122"/>
              </a:defRPr>
            </a:lvl1pPr>
          </a:lstStyle>
          <a:p>
            <a:r>
              <a:rPr lang="zh-CN" altLang="en-US" dirty="0"/>
              <a:t>单击此处编辑标题</a:t>
            </a:r>
          </a:p>
        </p:txBody>
      </p:sp>
      <p:sp>
        <p:nvSpPr>
          <p:cNvPr id="7" name="内容占位符 6"/>
          <p:cNvSpPr>
            <a:spLocks noGrp="1"/>
          </p:cNvSpPr>
          <p:nvPr>
            <p:ph sz="quarter" idx="13"/>
            <p:custDataLst>
              <p:tags r:id="rId3"/>
            </p:custDataLst>
          </p:nvPr>
        </p:nvSpPr>
        <p:spPr>
          <a:xfrm>
            <a:off x="960835" y="2594250"/>
            <a:ext cx="7219950" cy="2583900"/>
          </a:xfrm>
        </p:spPr>
        <p:txBody>
          <a:bodyPr/>
          <a:lstStyle>
            <a:lvl1pPr>
              <a:defRPr u="none" strike="noStrike" kern="1200" cap="none" spc="0" normalizeH="0" baseline="0">
                <a:solidFill>
                  <a:schemeClr val="tx1">
                    <a:lumMod val="75000"/>
                    <a:lumOff val="25000"/>
                  </a:schemeClr>
                </a:solidFill>
                <a:uFillTx/>
                <a:latin typeface="微软雅黑" panose="020B0503020204020204" charset="-122"/>
                <a:ea typeface="微软雅黑" panose="020B0503020204020204" charset="-122"/>
              </a:defRPr>
            </a:lvl1pPr>
            <a:lvl2pPr>
              <a:defRPr u="none" strike="noStrike" kern="1200" cap="none" spc="0" normalizeH="0" baseline="0">
                <a:solidFill>
                  <a:schemeClr val="tx1">
                    <a:lumMod val="75000"/>
                    <a:lumOff val="25000"/>
                  </a:schemeClr>
                </a:solidFill>
                <a:uFillTx/>
                <a:latin typeface="微软雅黑" panose="020B0503020204020204" charset="-122"/>
                <a:ea typeface="微软雅黑" panose="020B0503020204020204" charset="-122"/>
              </a:defRPr>
            </a:lvl2pPr>
            <a:lvl3pPr>
              <a:defRPr u="none" strike="noStrike" kern="1200" cap="none" spc="0" normalizeH="0" baseline="0">
                <a:solidFill>
                  <a:schemeClr val="tx1">
                    <a:lumMod val="75000"/>
                    <a:lumOff val="25000"/>
                  </a:schemeClr>
                </a:solidFill>
                <a:uFillTx/>
                <a:latin typeface="微软雅黑" panose="020B0503020204020204" charset="-122"/>
                <a:ea typeface="微软雅黑" panose="020B0503020204020204" charset="-122"/>
              </a:defRPr>
            </a:lvl3pPr>
            <a:lvl4pPr>
              <a:defRPr u="none" strike="noStrike" kern="1200" cap="none" spc="0" normalizeH="0" baseline="0">
                <a:solidFill>
                  <a:schemeClr val="tx1">
                    <a:lumMod val="75000"/>
                    <a:lumOff val="25000"/>
                  </a:schemeClr>
                </a:solidFill>
                <a:uFillTx/>
                <a:latin typeface="微软雅黑" panose="020B0503020204020204" charset="-122"/>
                <a:ea typeface="微软雅黑" panose="020B0503020204020204" charset="-122"/>
              </a:defRPr>
            </a:lvl4pPr>
            <a:lvl5pPr>
              <a:defRPr u="none" strike="noStrike" kern="1200" cap="none" spc="0" normalizeH="0" baseline="0">
                <a:solidFill>
                  <a:schemeClr val="tx1">
                    <a:lumMod val="75000"/>
                    <a:lumOff val="25000"/>
                  </a:schemeClr>
                </a:solidFill>
                <a:uFillTx/>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4"/>
            </p:custDataLst>
          </p:nvPr>
        </p:nvSpPr>
        <p:spPr>
          <a:xfrm>
            <a:off x="322307" y="6349833"/>
            <a:ext cx="2700000" cy="316800"/>
          </a:xfrm>
        </p:spPr>
        <p:txBody>
          <a:bodyPr/>
          <a:lstStyle/>
          <a:p>
            <a:fld id="{760FBDFE-C587-4B4C-A407-44438C67B59E}" type="datetimeFigureOut">
              <a:rPr lang="zh-CN" altLang="en-US" smtClean="0"/>
              <a:t>2026/10/26</a:t>
            </a:fld>
            <a:endParaRPr lang="zh-CN" altLang="en-US"/>
          </a:p>
        </p:txBody>
      </p:sp>
      <p:sp>
        <p:nvSpPr>
          <p:cNvPr id="4" name="页脚占位符 3"/>
          <p:cNvSpPr>
            <a:spLocks noGrp="1"/>
          </p:cNvSpPr>
          <p:nvPr>
            <p:ph type="ftr" sz="quarter" idx="11"/>
            <p:custDataLst>
              <p:tags r:id="rId5"/>
            </p:custDataLst>
          </p:nvPr>
        </p:nvSpPr>
        <p:spPr>
          <a:xfrm>
            <a:off x="2592000" y="6349833"/>
            <a:ext cx="3960000" cy="3168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120450" y="6349833"/>
            <a:ext cx="2700000" cy="316800"/>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bg>
      <p:bgPr>
        <a:noFill/>
        <a:effectLst/>
      </p:bgPr>
    </p:bg>
    <p:spTree>
      <p:nvGrpSpPr>
        <p:cNvPr id="1" name=""/>
        <p:cNvGrpSpPr/>
        <p:nvPr/>
      </p:nvGrpSpPr>
      <p:grpSpPr>
        <a:xfrm>
          <a:off x="0" y="0"/>
          <a:ext cx="0" cy="0"/>
          <a:chOff x="0" y="0"/>
          <a:chExt cx="0" cy="0"/>
        </a:xfrm>
      </p:grpSpPr>
      <p:sp>
        <p:nvSpPr>
          <p:cNvPr id="16" name="矩形 15"/>
          <p:cNvSpPr/>
          <p:nvPr userDrawn="1">
            <p:custDataLst>
              <p:tags r:id="rId1"/>
            </p:custDataLst>
          </p:nvPr>
        </p:nvSpPr>
        <p:spPr>
          <a:xfrm>
            <a:off x="219551" y="304165"/>
            <a:ext cx="8704898" cy="6249670"/>
          </a:xfrm>
          <a:prstGeom prst="rect">
            <a:avLst/>
          </a:prstGeom>
          <a:solidFill>
            <a:schemeClr val="bg2"/>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title" hasCustomPrompt="1"/>
            <p:custDataLst>
              <p:tags r:id="rId2"/>
            </p:custDataLst>
          </p:nvPr>
        </p:nvSpPr>
        <p:spPr>
          <a:xfrm>
            <a:off x="437400" y="880650"/>
            <a:ext cx="2970000" cy="661500"/>
          </a:xfrm>
        </p:spPr>
        <p:txBody>
          <a:bodyPr anchor="ctr"/>
          <a:lstStyle>
            <a:lvl1pPr>
              <a:defRPr sz="2700"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3"/>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t>2026/10/26</a:t>
            </a:fld>
            <a:endParaRPr lang="zh-CN" altLang="en-US"/>
          </a:p>
        </p:txBody>
      </p:sp>
      <p:sp>
        <p:nvSpPr>
          <p:cNvPr id="4" name="页脚占位符 3"/>
          <p:cNvSpPr>
            <a:spLocks noGrp="1"/>
          </p:cNvSpPr>
          <p:nvPr>
            <p:ph type="ftr" sz="quarter" idx="11"/>
            <p:custDataLst>
              <p:tags r:id="rId4"/>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5"/>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440100" y="2275650"/>
            <a:ext cx="2967300" cy="3069900"/>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vl2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2pPr>
            <a:lvl3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3pPr>
            <a:lvl4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4pPr>
            <a:lvl5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7"/>
            </p:custDataLst>
          </p:nvPr>
        </p:nvSpPr>
        <p:spPr>
          <a:xfrm>
            <a:off x="3825900" y="1405930"/>
            <a:ext cx="4860000" cy="3815953"/>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vl2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2pPr>
            <a:lvl3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3pPr>
            <a:lvl4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4pPr>
            <a:lvl5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bg>
      <p:bgPr>
        <a:noFill/>
        <a:effectLst/>
      </p:bgPr>
    </p:bg>
    <p:spTree>
      <p:nvGrpSpPr>
        <p:cNvPr id="1" name=""/>
        <p:cNvGrpSpPr/>
        <p:nvPr/>
      </p:nvGrpSpPr>
      <p:grpSpPr>
        <a:xfrm>
          <a:off x="0" y="0"/>
          <a:ext cx="0" cy="0"/>
          <a:chOff x="0" y="0"/>
          <a:chExt cx="0" cy="0"/>
        </a:xfrm>
      </p:grpSpPr>
      <p:sp>
        <p:nvSpPr>
          <p:cNvPr id="17" name="矩形 16"/>
          <p:cNvSpPr/>
          <p:nvPr userDrawn="1">
            <p:custDataLst>
              <p:tags r:id="rId1"/>
            </p:custDataLst>
          </p:nvPr>
        </p:nvSpPr>
        <p:spPr>
          <a:xfrm>
            <a:off x="219551" y="304165"/>
            <a:ext cx="8704898" cy="6249670"/>
          </a:xfrm>
          <a:prstGeom prst="rect">
            <a:avLst/>
          </a:prstGeom>
          <a:solidFill>
            <a:schemeClr val="bg2"/>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矩形 9"/>
          <p:cNvSpPr/>
          <p:nvPr userDrawn="1">
            <p:custDataLst>
              <p:tags r:id="rId2"/>
            </p:custDataLst>
          </p:nvPr>
        </p:nvSpPr>
        <p:spPr>
          <a:xfrm>
            <a:off x="0" y="0"/>
            <a:ext cx="9144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350">
              <a:solidFill>
                <a:schemeClr val="tx1">
                  <a:lumMod val="75000"/>
                  <a:lumOff val="25000"/>
                </a:schemeClr>
              </a:solidFill>
              <a:latin typeface="微软雅黑" panose="020B0503020204020204" charset="-122"/>
              <a:ea typeface="微软雅黑" panose="020B0503020204020204" charset="-122"/>
              <a:sym typeface="+mn-ea"/>
            </a:endParaRPr>
          </a:p>
        </p:txBody>
      </p:sp>
      <p:sp>
        <p:nvSpPr>
          <p:cNvPr id="2" name="标题 1"/>
          <p:cNvSpPr>
            <a:spLocks noGrp="1"/>
          </p:cNvSpPr>
          <p:nvPr>
            <p:ph type="title"/>
            <p:custDataLst>
              <p:tags r:id="rId3"/>
            </p:custDataLst>
          </p:nvPr>
        </p:nvSpPr>
        <p:spPr>
          <a:xfrm>
            <a:off x="459000" y="859500"/>
            <a:ext cx="8232300" cy="469800"/>
          </a:xfrm>
        </p:spPr>
        <p:txBody>
          <a:bodyPr anchor="ctr"/>
          <a:lstStyle>
            <a:lvl1pPr algn="ctr">
              <a:defRPr sz="2700"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t>2026/10/26</a:t>
            </a:fld>
            <a:endParaRPr lang="zh-CN" altLang="en-US"/>
          </a:p>
        </p:txBody>
      </p:sp>
      <p:sp>
        <p:nvSpPr>
          <p:cNvPr id="4" name="页脚占位符 3"/>
          <p:cNvSpPr>
            <a:spLocks noGrp="1"/>
          </p:cNvSpPr>
          <p:nvPr>
            <p:ph type="ftr" sz="quarter" idx="11"/>
            <p:custDataLst>
              <p:tags r:id="rId5"/>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459000" y="1763100"/>
            <a:ext cx="8231981" cy="621000"/>
          </a:xfrm>
        </p:spPr>
        <p:txBody>
          <a:bodyPr/>
          <a:lstStyle>
            <a:lvl1pPr algn="ct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p:ph sz="quarter" idx="14"/>
            <p:custDataLst>
              <p:tags r:id="rId8"/>
            </p:custDataLst>
          </p:nvPr>
        </p:nvSpPr>
        <p:spPr>
          <a:xfrm>
            <a:off x="459581" y="3236850"/>
            <a:ext cx="8224200" cy="2573100"/>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vl2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2pPr>
            <a:lvl3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3pPr>
            <a:lvl4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4pPr>
            <a:lvl5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bg>
      <p:bgPr>
        <a:noFill/>
        <a:effectLst/>
      </p:bgPr>
    </p:bg>
    <p:spTree>
      <p:nvGrpSpPr>
        <p:cNvPr id="1" name=""/>
        <p:cNvGrpSpPr/>
        <p:nvPr/>
      </p:nvGrpSpPr>
      <p:grpSpPr>
        <a:xfrm>
          <a:off x="0" y="0"/>
          <a:ext cx="0" cy="0"/>
          <a:chOff x="0" y="0"/>
          <a:chExt cx="0" cy="0"/>
        </a:xfrm>
      </p:grpSpPr>
      <p:sp>
        <p:nvSpPr>
          <p:cNvPr id="13" name="矩形 12"/>
          <p:cNvSpPr/>
          <p:nvPr userDrawn="1">
            <p:custDataLst>
              <p:tags r:id="rId1"/>
            </p:custDataLst>
          </p:nvPr>
        </p:nvSpPr>
        <p:spPr>
          <a:xfrm>
            <a:off x="219551" y="304165"/>
            <a:ext cx="8704898" cy="6249670"/>
          </a:xfrm>
          <a:prstGeom prst="rect">
            <a:avLst/>
          </a:prstGeom>
          <a:solidFill>
            <a:schemeClr val="bg2"/>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userDrawn="1">
            <p:custDataLst>
              <p:tags r:id="rId2"/>
            </p:custDataLst>
          </p:nvPr>
        </p:nvSpPr>
        <p:spPr>
          <a:xfrm>
            <a:off x="0" y="5029201"/>
            <a:ext cx="9144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350">
              <a:latin typeface="微软雅黑" panose="020B0503020204020204" charset="-122"/>
              <a:ea typeface="微软雅黑" panose="020B0503020204020204" charset="-122"/>
              <a:sym typeface="+mn-ea"/>
            </a:endParaRPr>
          </a:p>
        </p:txBody>
      </p:sp>
      <p:sp>
        <p:nvSpPr>
          <p:cNvPr id="2" name="标题 1"/>
          <p:cNvSpPr>
            <a:spLocks noGrp="1"/>
          </p:cNvSpPr>
          <p:nvPr>
            <p:ph type="title"/>
            <p:custDataLst>
              <p:tags r:id="rId3"/>
            </p:custDataLst>
          </p:nvPr>
        </p:nvSpPr>
        <p:spPr>
          <a:xfrm>
            <a:off x="453600" y="740250"/>
            <a:ext cx="8232300" cy="423900"/>
          </a:xfrm>
        </p:spPr>
        <p:txBody>
          <a:bodyPr anchor="ctr"/>
          <a:lstStyle>
            <a:lvl1pPr algn="ctr">
              <a:defRPr sz="2400"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t>2026/10/26</a:t>
            </a:fld>
            <a:endParaRPr lang="zh-CN" altLang="en-US"/>
          </a:p>
        </p:txBody>
      </p:sp>
      <p:sp>
        <p:nvSpPr>
          <p:cNvPr id="4" name="页脚占位符 3"/>
          <p:cNvSpPr>
            <a:spLocks noGrp="1"/>
          </p:cNvSpPr>
          <p:nvPr>
            <p:ph type="ftr" sz="quarter" idx="11"/>
            <p:custDataLst>
              <p:tags r:id="rId5"/>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453628" y="2082600"/>
            <a:ext cx="8243100" cy="2408400"/>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vl2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2pPr>
            <a:lvl3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3pPr>
            <a:lvl4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4pPr>
            <a:lvl5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445500" y="5306850"/>
            <a:ext cx="8251200" cy="758700"/>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bg>
      <p:bgPr>
        <a:noFill/>
        <a:effectLst/>
      </p:bgPr>
    </p:bg>
    <p:spTree>
      <p:nvGrpSpPr>
        <p:cNvPr id="1" name=""/>
        <p:cNvGrpSpPr/>
        <p:nvPr/>
      </p:nvGrpSpPr>
      <p:grpSpPr>
        <a:xfrm>
          <a:off x="0" y="0"/>
          <a:ext cx="0" cy="0"/>
          <a:chOff x="0" y="0"/>
          <a:chExt cx="0" cy="0"/>
        </a:xfrm>
      </p:grpSpPr>
      <p:sp>
        <p:nvSpPr>
          <p:cNvPr id="16" name="矩形 15"/>
          <p:cNvSpPr/>
          <p:nvPr userDrawn="1">
            <p:custDataLst>
              <p:tags r:id="rId1"/>
            </p:custDataLst>
          </p:nvPr>
        </p:nvSpPr>
        <p:spPr>
          <a:xfrm>
            <a:off x="219551" y="304165"/>
            <a:ext cx="8704898" cy="6249670"/>
          </a:xfrm>
          <a:prstGeom prst="rect">
            <a:avLst/>
          </a:prstGeom>
          <a:solidFill>
            <a:schemeClr val="bg2"/>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
        <p:nvSpPr>
          <p:cNvPr id="10" name="矩形 9"/>
          <p:cNvSpPr/>
          <p:nvPr userDrawn="1">
            <p:custDataLst>
              <p:tags r:id="rId2"/>
            </p:custDataLst>
          </p:nvPr>
        </p:nvSpPr>
        <p:spPr>
          <a:xfrm>
            <a:off x="0" y="0"/>
            <a:ext cx="9144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350">
              <a:solidFill>
                <a:schemeClr val="tx1">
                  <a:lumMod val="75000"/>
                  <a:lumOff val="25000"/>
                </a:schemeClr>
              </a:solidFill>
              <a:latin typeface="微软雅黑" panose="020B0503020204020204" charset="-122"/>
              <a:ea typeface="微软雅黑" panose="020B0503020204020204" charset="-122"/>
              <a:sym typeface="+mn-ea"/>
            </a:endParaRPr>
          </a:p>
        </p:txBody>
      </p:sp>
      <p:sp>
        <p:nvSpPr>
          <p:cNvPr id="2" name="标题 1"/>
          <p:cNvSpPr>
            <a:spLocks noGrp="1"/>
          </p:cNvSpPr>
          <p:nvPr userDrawn="1">
            <p:ph type="title"/>
            <p:custDataLst>
              <p:tags r:id="rId3"/>
            </p:custDataLst>
          </p:nvPr>
        </p:nvSpPr>
        <p:spPr>
          <a:xfrm>
            <a:off x="434700" y="292846"/>
            <a:ext cx="8278200" cy="331473"/>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r>
              <a:rPr lang="zh-CN" altLang="en-US" dirty="0"/>
              <a:t>单击此处编辑母版标题样式</a:t>
            </a:r>
          </a:p>
        </p:txBody>
      </p:sp>
      <p:sp>
        <p:nvSpPr>
          <p:cNvPr id="3" name="日期占位符 2"/>
          <p:cNvSpPr>
            <a:spLocks noGrp="1"/>
          </p:cNvSpPr>
          <p:nvPr userDrawn="1">
            <p:ph type="dt" sz="half" idx="10"/>
            <p:custDataLst>
              <p:tags r:id="rId4"/>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t>2026/10/26</a:t>
            </a:fld>
            <a:endParaRPr lang="zh-CN" altLang="en-US"/>
          </a:p>
        </p:txBody>
      </p:sp>
      <p:sp>
        <p:nvSpPr>
          <p:cNvPr id="4" name="页脚占位符 3"/>
          <p:cNvSpPr>
            <a:spLocks noGrp="1"/>
          </p:cNvSpPr>
          <p:nvPr userDrawn="1">
            <p:ph type="ftr" sz="quarter" idx="11"/>
            <p:custDataLst>
              <p:tags r:id="rId5"/>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6"/>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userDrawn="1">
            <p:ph sz="quarter" idx="13"/>
            <p:custDataLst>
              <p:tags r:id="rId7"/>
            </p:custDataLst>
          </p:nvPr>
        </p:nvSpPr>
        <p:spPr>
          <a:xfrm>
            <a:off x="434700" y="2025000"/>
            <a:ext cx="4006800" cy="2170800"/>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vl2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2pPr>
            <a:lvl3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3pPr>
            <a:lvl4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4pPr>
            <a:lvl5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userDrawn="1">
            <p:ph sz="quarter" idx="14"/>
            <p:custDataLst>
              <p:tags r:id="rId8"/>
            </p:custDataLst>
          </p:nvPr>
        </p:nvSpPr>
        <p:spPr>
          <a:xfrm>
            <a:off x="4681800" y="2025000"/>
            <a:ext cx="4025700" cy="2170800"/>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vl2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2pPr>
            <a:lvl3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3pPr>
            <a:lvl4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4pPr>
            <a:lvl5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userDrawn="1">
            <p:ph type="body" sz="quarter" idx="15"/>
            <p:custDataLst>
              <p:tags r:id="rId9"/>
            </p:custDataLst>
          </p:nvPr>
        </p:nvSpPr>
        <p:spPr>
          <a:xfrm>
            <a:off x="429300" y="4914450"/>
            <a:ext cx="4006800" cy="585900"/>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userDrawn="1">
            <p:ph type="body" sz="quarter" idx="16"/>
            <p:custDataLst>
              <p:tags r:id="rId10"/>
            </p:custDataLst>
          </p:nvPr>
        </p:nvSpPr>
        <p:spPr>
          <a:xfrm>
            <a:off x="4689900" y="4910850"/>
            <a:ext cx="4025700" cy="585900"/>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no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142100" y="1637550"/>
            <a:ext cx="6858000" cy="1790100"/>
          </a:xfrm>
        </p:spPr>
        <p:txBody>
          <a:bodyPr anchor="b"/>
          <a:lstStyle>
            <a:lvl1pPr algn="ctr">
              <a:defRPr sz="4500"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r>
              <a:rPr lang="zh-CN" altLang="en-US" dirty="0"/>
              <a:t>单击此处编辑标题</a:t>
            </a:r>
          </a:p>
        </p:txBody>
      </p:sp>
      <p:sp>
        <p:nvSpPr>
          <p:cNvPr id="3" name="日期占位符 2"/>
          <p:cNvSpPr>
            <a:spLocks noGrp="1"/>
          </p:cNvSpPr>
          <p:nvPr>
            <p:ph type="dt" sz="half" idx="10"/>
            <p:custDataLst>
              <p:tags r:id="rId2"/>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t>2026/10/26</a:t>
            </a:fld>
            <a:endParaRPr lang="zh-CN" altLang="en-US"/>
          </a:p>
        </p:txBody>
      </p:sp>
      <p:sp>
        <p:nvSpPr>
          <p:cNvPr id="4" name="页脚占位符 3"/>
          <p:cNvSpPr>
            <a:spLocks noGrp="1"/>
          </p:cNvSpPr>
          <p:nvPr>
            <p:ph type="ftr" sz="quarter" idx="11"/>
            <p:custDataLst>
              <p:tags r:id="rId3"/>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4"/>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5"/>
            </p:custDataLst>
          </p:nvPr>
        </p:nvSpPr>
        <p:spPr>
          <a:xfrm>
            <a:off x="1141810" y="4069800"/>
            <a:ext cx="6858000" cy="1242000"/>
          </a:xfrm>
        </p:spPr>
        <p:txBody>
          <a:bodyPr/>
          <a:lstStyle>
            <a:lvl1pPr algn="ct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17">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grpSp>
        <p:nvGrpSpPr>
          <p:cNvPr id="13" name="组合 12"/>
          <p:cNvGrpSpPr/>
          <p:nvPr>
            <p:custDataLst>
              <p:tags r:id="rId1"/>
            </p:custDataLst>
          </p:nvPr>
        </p:nvGrpSpPr>
        <p:grpSpPr>
          <a:xfrm>
            <a:off x="0" y="0"/>
            <a:ext cx="9144000" cy="6858000"/>
            <a:chOff x="0" y="0"/>
            <a:chExt cx="12192000" cy="6858000"/>
          </a:xfrm>
        </p:grpSpPr>
        <p:grpSp>
          <p:nvGrpSpPr>
            <p:cNvPr id="7" name="组合 6"/>
            <p:cNvGrpSpPr/>
            <p:nvPr/>
          </p:nvGrpSpPr>
          <p:grpSpPr>
            <a:xfrm>
              <a:off x="0" y="0"/>
              <a:ext cx="12192000" cy="6858000"/>
              <a:chOff x="0" y="0"/>
              <a:chExt cx="12192000" cy="6858000"/>
            </a:xfrm>
          </p:grpSpPr>
          <p:grpSp>
            <p:nvGrpSpPr>
              <p:cNvPr id="8" name="组合 7"/>
              <p:cNvGrpSpPr/>
              <p:nvPr/>
            </p:nvGrpSpPr>
            <p:grpSpPr>
              <a:xfrm>
                <a:off x="8545007" y="0"/>
                <a:ext cx="3646993" cy="6858000"/>
                <a:chOff x="8545007" y="0"/>
                <a:chExt cx="3646993" cy="6858000"/>
              </a:xfrm>
            </p:grpSpPr>
            <p:pic>
              <p:nvPicPr>
                <p:cNvPr id="10" name="图片 9"/>
                <p:cNvPicPr>
                  <a:picLocks noChangeAspect="1"/>
                </p:cNvPicPr>
                <p:nvPr>
                  <p:custDataLst>
                    <p:tags r:id="rId14"/>
                  </p:custDataLst>
                </p:nvPr>
              </p:nvPicPr>
              <p:blipFill>
                <a:blip r:embed="rId18"/>
                <a:stretch>
                  <a:fillRect/>
                </a:stretch>
              </p:blipFill>
              <p:spPr>
                <a:xfrm>
                  <a:off x="8545007" y="0"/>
                  <a:ext cx="3646993" cy="2982191"/>
                </a:xfrm>
                <a:prstGeom prst="rect">
                  <a:avLst/>
                </a:prstGeom>
              </p:spPr>
            </p:pic>
            <p:pic>
              <p:nvPicPr>
                <p:cNvPr id="11" name="图片 10"/>
                <p:cNvPicPr>
                  <a:picLocks noChangeAspect="1"/>
                </p:cNvPicPr>
                <p:nvPr>
                  <p:custDataLst>
                    <p:tags r:id="rId15"/>
                  </p:custDataLst>
                </p:nvPr>
              </p:nvPicPr>
              <p:blipFill>
                <a:blip r:embed="rId19" cstate="print">
                  <a:extLst>
                    <a:ext uri="{28A0092B-C50C-407E-A947-70E740481C1C}">
                      <a14:useLocalDpi xmlns:a14="http://schemas.microsoft.com/office/drawing/2010/main" val="0"/>
                    </a:ext>
                  </a:extLst>
                </a:blip>
                <a:stretch>
                  <a:fillRect/>
                </a:stretch>
              </p:blipFill>
              <p:spPr>
                <a:xfrm>
                  <a:off x="9102436" y="4066720"/>
                  <a:ext cx="2925924" cy="2791280"/>
                </a:xfrm>
                <a:prstGeom prst="rect">
                  <a:avLst/>
                </a:prstGeom>
              </p:spPr>
            </p:pic>
          </p:grpSp>
          <p:pic>
            <p:nvPicPr>
              <p:cNvPr id="9" name="图片 8"/>
              <p:cNvPicPr>
                <a:picLocks noChangeAspect="1"/>
              </p:cNvPicPr>
              <p:nvPr>
                <p:custDataLst>
                  <p:tags r:id="rId13"/>
                </p:custDataLst>
              </p:nvPr>
            </p:nvPicPr>
            <p:blipFill>
              <a:blip r:embed="rId20"/>
              <a:stretch>
                <a:fillRect/>
              </a:stretch>
            </p:blipFill>
            <p:spPr>
              <a:xfrm>
                <a:off x="0" y="0"/>
                <a:ext cx="7137443" cy="6858000"/>
              </a:xfrm>
              <a:prstGeom prst="rect">
                <a:avLst/>
              </a:prstGeom>
            </p:spPr>
          </p:pic>
        </p:grpSp>
        <p:pic>
          <p:nvPicPr>
            <p:cNvPr id="12" name="图片 11"/>
            <p:cNvPicPr>
              <a:picLocks noChangeAspect="1"/>
            </p:cNvPicPr>
            <p:nvPr>
              <p:custDataLst>
                <p:tags r:id="rId12"/>
              </p:custDataLst>
            </p:nvPr>
          </p:nvPicPr>
          <p:blipFill>
            <a:blip r:embed="rId21"/>
            <a:stretch>
              <a:fillRect/>
            </a:stretch>
          </p:blipFill>
          <p:spPr>
            <a:xfrm>
              <a:off x="812461" y="1029461"/>
              <a:ext cx="4909467" cy="4653606"/>
            </a:xfrm>
            <a:prstGeom prst="rect">
              <a:avLst/>
            </a:prstGeom>
          </p:spPr>
        </p:pic>
      </p:grpSp>
      <p:sp>
        <p:nvSpPr>
          <p:cNvPr id="4" name="日期占位符 3"/>
          <p:cNvSpPr>
            <a:spLocks noGrp="1"/>
          </p:cNvSpPr>
          <p:nvPr>
            <p:ph type="dt" sz="half" idx="10"/>
            <p:custDataLst>
              <p:tags r:id="rId2"/>
            </p:custDataLst>
          </p:nvPr>
        </p:nvSpPr>
        <p:spPr>
          <a:xfrm>
            <a:off x="628650" y="6401991"/>
            <a:ext cx="2057400" cy="273844"/>
          </a:xfrm>
        </p:spPr>
        <p:txBody>
          <a:bodyPr/>
          <a:lstStyle/>
          <a:p>
            <a:fld id="{3B358A95-C3A6-445A-9253-6EEA2DB226D8}" type="datetimeFigureOut">
              <a:rPr lang="zh-CN" altLang="en-US" smtClean="0"/>
              <a:t>2026/10/26</a:t>
            </a:fld>
            <a:endParaRPr lang="zh-CN" altLang="en-US"/>
          </a:p>
        </p:txBody>
      </p:sp>
      <p:sp>
        <p:nvSpPr>
          <p:cNvPr id="5" name="页脚占位符 4"/>
          <p:cNvSpPr>
            <a:spLocks noGrp="1"/>
          </p:cNvSpPr>
          <p:nvPr>
            <p:ph type="ftr" sz="quarter" idx="11"/>
            <p:custDataLst>
              <p:tags r:id="rId3"/>
            </p:custDataLst>
          </p:nvPr>
        </p:nvSpPr>
        <p:spPr>
          <a:xfrm>
            <a:off x="3028950" y="6401991"/>
            <a:ext cx="3086100" cy="273844"/>
          </a:xfrm>
        </p:spPr>
        <p:txBody>
          <a:bodyPr/>
          <a:lstStyle/>
          <a:p>
            <a:endParaRPr lang="zh-CN" altLang="en-US"/>
          </a:p>
        </p:txBody>
      </p:sp>
      <p:sp>
        <p:nvSpPr>
          <p:cNvPr id="6" name="灯片编号占位符 5"/>
          <p:cNvSpPr>
            <a:spLocks noGrp="1"/>
          </p:cNvSpPr>
          <p:nvPr>
            <p:ph type="sldNum" sz="quarter" idx="12"/>
            <p:custDataLst>
              <p:tags r:id="rId4"/>
            </p:custDataLst>
          </p:nvPr>
        </p:nvSpPr>
        <p:spPr>
          <a:xfrm>
            <a:off x="6457950" y="6401991"/>
            <a:ext cx="2057400" cy="273844"/>
          </a:xfrm>
        </p:spPr>
        <p:txBody>
          <a:bodyPr/>
          <a:lstStyle/>
          <a:p>
            <a:fld id="{EB8C49CF-321A-4DB1-9C29-37DB43122813}" type="slidenum">
              <a:rPr lang="zh-CN" altLang="en-US" smtClean="0"/>
              <a:t>‹#›</a:t>
            </a:fld>
            <a:endParaRPr lang="zh-CN" altLang="en-US"/>
          </a:p>
        </p:txBody>
      </p:sp>
      <p:grpSp>
        <p:nvGrpSpPr>
          <p:cNvPr id="14" name="组合 13"/>
          <p:cNvGrpSpPr/>
          <p:nvPr>
            <p:custDataLst>
              <p:tags r:id="rId5"/>
            </p:custDataLst>
          </p:nvPr>
        </p:nvGrpSpPr>
        <p:grpSpPr>
          <a:xfrm>
            <a:off x="3586441" y="2188860"/>
            <a:ext cx="4894709" cy="1030733"/>
            <a:chOff x="4781921" y="2017071"/>
            <a:chExt cx="6526279" cy="1374310"/>
          </a:xfrm>
        </p:grpSpPr>
        <p:pic>
          <p:nvPicPr>
            <p:cNvPr id="15" name="图片 14"/>
            <p:cNvPicPr>
              <a:picLocks noChangeAspect="1"/>
            </p:cNvPicPr>
            <p:nvPr>
              <p:custDataLst>
                <p:tags r:id="rId10"/>
              </p:custDataLst>
            </p:nvPr>
          </p:nvPicPr>
          <p:blipFill>
            <a:blip r:embed="rId22"/>
            <a:stretch>
              <a:fillRect/>
            </a:stretch>
          </p:blipFill>
          <p:spPr>
            <a:xfrm>
              <a:off x="4931680" y="2017071"/>
              <a:ext cx="6376520" cy="595076"/>
            </a:xfrm>
            <a:prstGeom prst="rect">
              <a:avLst/>
            </a:prstGeom>
          </p:spPr>
        </p:pic>
        <p:pic>
          <p:nvPicPr>
            <p:cNvPr id="16" name="图片 15"/>
            <p:cNvPicPr>
              <a:picLocks noChangeAspect="1"/>
            </p:cNvPicPr>
            <p:nvPr>
              <p:custDataLst>
                <p:tags r:id="rId11"/>
              </p:custDataLst>
            </p:nvPr>
          </p:nvPicPr>
          <p:blipFill>
            <a:blip r:embed="rId23"/>
            <a:stretch>
              <a:fillRect/>
            </a:stretch>
          </p:blipFill>
          <p:spPr>
            <a:xfrm>
              <a:off x="4781921" y="2943045"/>
              <a:ext cx="6462076" cy="448336"/>
            </a:xfrm>
            <a:prstGeom prst="rect">
              <a:avLst/>
            </a:prstGeom>
          </p:spPr>
        </p:pic>
      </p:grpSp>
      <p:pic>
        <p:nvPicPr>
          <p:cNvPr id="17" name="图片 16"/>
          <p:cNvPicPr>
            <a:picLocks noChangeAspect="1"/>
          </p:cNvPicPr>
          <p:nvPr>
            <p:custDataLst>
              <p:tags r:id="rId6"/>
            </p:custDataLst>
          </p:nvPr>
        </p:nvPicPr>
        <p:blipFill>
          <a:blip r:embed="rId24"/>
          <a:stretch>
            <a:fillRect/>
          </a:stretch>
        </p:blipFill>
        <p:spPr>
          <a:xfrm>
            <a:off x="3276286" y="2666598"/>
            <a:ext cx="5059183" cy="1179623"/>
          </a:xfrm>
          <a:prstGeom prst="rect">
            <a:avLst/>
          </a:prstGeom>
        </p:spPr>
      </p:pic>
      <p:pic>
        <p:nvPicPr>
          <p:cNvPr id="18" name="图片 17"/>
          <p:cNvPicPr>
            <a:picLocks noChangeAspect="1"/>
          </p:cNvPicPr>
          <p:nvPr>
            <p:custDataLst>
              <p:tags r:id="rId7"/>
            </p:custDataLst>
          </p:nvPr>
        </p:nvPicPr>
        <p:blipFill>
          <a:blip r:embed="rId25"/>
          <a:stretch>
            <a:fillRect/>
          </a:stretch>
        </p:blipFill>
        <p:spPr>
          <a:xfrm rot="10800000" flipV="1">
            <a:off x="3524259" y="3233189"/>
            <a:ext cx="112112" cy="225369"/>
          </a:xfrm>
          <a:prstGeom prst="rect">
            <a:avLst/>
          </a:prstGeom>
        </p:spPr>
      </p:pic>
      <p:sp>
        <p:nvSpPr>
          <p:cNvPr id="3" name="副标题 2"/>
          <p:cNvSpPr>
            <a:spLocks noGrp="1"/>
          </p:cNvSpPr>
          <p:nvPr>
            <p:ph type="subTitle" idx="1" hasCustomPrompt="1"/>
            <p:custDataLst>
              <p:tags r:id="rId8"/>
            </p:custDataLst>
          </p:nvPr>
        </p:nvSpPr>
        <p:spPr>
          <a:xfrm>
            <a:off x="3627905" y="3552912"/>
            <a:ext cx="4761279" cy="509267"/>
          </a:xfrm>
        </p:spPr>
        <p:txBody>
          <a:bodyPr>
            <a:normAutofit/>
          </a:bodyPr>
          <a:lstStyle>
            <a:lvl1pPr marL="0" indent="0" algn="ctr">
              <a:buNone/>
              <a:defRPr sz="1015">
                <a:solidFill>
                  <a:schemeClr val="bg1"/>
                </a:solidFill>
              </a:defRPr>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zh-CN" altLang="en-US"/>
              <a:t>编辑副标题</a:t>
            </a:r>
          </a:p>
        </p:txBody>
      </p:sp>
      <p:sp>
        <p:nvSpPr>
          <p:cNvPr id="2" name="标题 1"/>
          <p:cNvSpPr>
            <a:spLocks noGrp="1"/>
          </p:cNvSpPr>
          <p:nvPr>
            <p:ph type="ctrTitle" hasCustomPrompt="1"/>
            <p:custDataLst>
              <p:tags r:id="rId9"/>
            </p:custDataLst>
          </p:nvPr>
        </p:nvSpPr>
        <p:spPr>
          <a:xfrm>
            <a:off x="3627905" y="2335611"/>
            <a:ext cx="4761279" cy="779977"/>
          </a:xfrm>
        </p:spPr>
        <p:txBody>
          <a:bodyPr anchor="ctr">
            <a:normAutofit/>
          </a:bodyPr>
          <a:lstStyle>
            <a:lvl1pPr algn="ctr">
              <a:defRPr sz="2700" b="1">
                <a:solidFill>
                  <a:schemeClr val="bg1"/>
                </a:solidFill>
                <a:effectLst/>
              </a:defRPr>
            </a:lvl1pPr>
          </a:lstStyle>
          <a:p>
            <a:r>
              <a:rPr lang="zh-CN" altLang="en-US" dirty="0"/>
              <a:t>编辑标题</a:t>
            </a:r>
          </a:p>
        </p:txBody>
      </p:sp>
    </p:spTree>
    <p:extLst>
      <p:ext uri="{BB962C8B-B14F-4D97-AF65-F5344CB8AC3E}">
        <p14:creationId xmlns:p14="http://schemas.microsoft.com/office/powerpoint/2010/main" val="3344766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35610" y="0"/>
            <a:ext cx="8079740" cy="994410"/>
          </a:xfrm>
        </p:spPr>
        <p:txBody>
          <a:bodyPr/>
          <a:lstStyle>
            <a:lvl1pPr>
              <a:defRPr>
                <a:latin typeface="方正粗黑宋简体" panose="02000000000000000000" charset="-122"/>
                <a:ea typeface="方正粗黑宋简体" panose="02000000000000000000" charset="-122"/>
              </a:defRPr>
            </a:lvl1pPr>
          </a:lstStyle>
          <a:p>
            <a:r>
              <a:rPr lang="zh-CN" altLang="en-US"/>
              <a:t>单击此处编辑母版标题样式</a:t>
            </a:r>
          </a:p>
        </p:txBody>
      </p:sp>
      <p:sp>
        <p:nvSpPr>
          <p:cNvPr id="3" name="内容占位符 2"/>
          <p:cNvSpPr>
            <a:spLocks noGrp="1"/>
          </p:cNvSpPr>
          <p:nvPr>
            <p:ph idx="1"/>
            <p:custDataLst>
              <p:tags r:id="rId2"/>
            </p:custDataLst>
          </p:nvPr>
        </p:nvSpPr>
        <p:spPr>
          <a:xfrm>
            <a:off x="461010" y="1014730"/>
            <a:ext cx="8655050" cy="5358130"/>
          </a:xfrm>
        </p:spPr>
        <p:txBody>
          <a:bodyPr/>
          <a:lstStyle>
            <a:lvl1pPr eaLnBrk="1" fontAlgn="auto" latinLnBrk="0" hangingPunct="1">
              <a:lnSpc>
                <a:spcPct val="100000"/>
              </a:lnSpc>
              <a:spcBef>
                <a:spcPts val="600"/>
              </a:spcBef>
              <a:defRPr sz="2400">
                <a:solidFill>
                  <a:srgbClr val="0000FF"/>
                </a:solidFill>
              </a:defRPr>
            </a:lvl1pPr>
            <a:lvl2pPr eaLnBrk="1" fontAlgn="auto" latinLnBrk="0" hangingPunct="1">
              <a:lnSpc>
                <a:spcPct val="100000"/>
              </a:lnSpc>
              <a:spcBef>
                <a:spcPts val="600"/>
              </a:spcBef>
              <a:defRPr sz="2000">
                <a:gradFill>
                  <a:gsLst>
                    <a:gs pos="0">
                      <a:srgbClr val="012D86"/>
                    </a:gs>
                    <a:gs pos="100000">
                      <a:srgbClr val="0E2557"/>
                    </a:gs>
                  </a:gsLst>
                  <a:lin scaled="0"/>
                </a:gradFill>
              </a:defRPr>
            </a:lvl2pPr>
            <a:lvl3pPr eaLnBrk="1" fontAlgn="auto" latinLnBrk="0" hangingPunct="1">
              <a:lnSpc>
                <a:spcPct val="100000"/>
              </a:lnSpc>
              <a:spcBef>
                <a:spcPts val="600"/>
              </a:spcBef>
              <a:defRPr sz="1800">
                <a:solidFill>
                  <a:srgbClr val="FF0000"/>
                </a:solidFill>
              </a:defRPr>
            </a:lvl3pPr>
            <a:lvl4pPr eaLnBrk="1" fontAlgn="auto" latinLnBrk="0" hangingPunct="1">
              <a:lnSpc>
                <a:spcPct val="100000"/>
              </a:lnSpc>
              <a:spcBef>
                <a:spcPts val="600"/>
              </a:spcBef>
              <a:defRPr sz="1600">
                <a:solidFill>
                  <a:srgbClr val="BE3A3A"/>
                </a:solidFill>
              </a:defRPr>
            </a:lvl4pPr>
            <a:lvl5pPr eaLnBrk="1" fontAlgn="auto" latinLnBrk="0" hangingPunct="1">
              <a:lnSpc>
                <a:spcPct val="100000"/>
              </a:lnSpc>
              <a:spcBef>
                <a:spcPts val="600"/>
              </a:spcBef>
              <a:defRPr sz="1400">
                <a:gradFill>
                  <a:gsLst>
                    <a:gs pos="0">
                      <a:srgbClr val="7B32B2"/>
                    </a:gs>
                    <a:gs pos="100000">
                      <a:srgbClr val="401A5D"/>
                    </a:gs>
                  </a:gsLst>
                  <a:lin scaled="0"/>
                </a:gra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a:xfrm>
            <a:off x="628650" y="6401991"/>
            <a:ext cx="2057400" cy="273844"/>
          </a:xfrm>
        </p:spPr>
        <p:txBody>
          <a:bodyPr/>
          <a:lstStyle/>
          <a:p>
            <a:fld id="{3B358A95-C3A6-445A-9253-6EEA2DB226D8}" type="datetimeFigureOut">
              <a:rPr lang="zh-CN" altLang="en-US" smtClean="0"/>
              <a:t>2026/10/26</a:t>
            </a:fld>
            <a:endParaRPr lang="zh-CN" altLang="en-US"/>
          </a:p>
        </p:txBody>
      </p:sp>
      <p:sp>
        <p:nvSpPr>
          <p:cNvPr id="5" name="页脚占位符 4"/>
          <p:cNvSpPr>
            <a:spLocks noGrp="1"/>
          </p:cNvSpPr>
          <p:nvPr>
            <p:ph type="ftr" sz="quarter" idx="11"/>
            <p:custDataLst>
              <p:tags r:id="rId4"/>
            </p:custDataLst>
          </p:nvPr>
        </p:nvSpPr>
        <p:spPr>
          <a:xfrm>
            <a:off x="3028950" y="6401991"/>
            <a:ext cx="3086100" cy="273844"/>
          </a:xfrm>
        </p:spPr>
        <p:txBody>
          <a:bodyPr/>
          <a:lstStyle/>
          <a:p>
            <a:endParaRPr lang="zh-CN" altLang="en-US"/>
          </a:p>
        </p:txBody>
      </p:sp>
      <p:sp>
        <p:nvSpPr>
          <p:cNvPr id="6" name="灯片编号占位符 5"/>
          <p:cNvSpPr>
            <a:spLocks noGrp="1"/>
          </p:cNvSpPr>
          <p:nvPr>
            <p:ph type="sldNum" sz="quarter" idx="12"/>
            <p:custDataLst>
              <p:tags r:id="rId5"/>
            </p:custDataLst>
          </p:nvPr>
        </p:nvSpPr>
        <p:spPr>
          <a:xfrm>
            <a:off x="6457950" y="6401991"/>
            <a:ext cx="2057400" cy="273844"/>
          </a:xfrm>
        </p:spPr>
        <p:txBody>
          <a:bodyPr/>
          <a:lstStyle/>
          <a:p>
            <a:fld id="{EB8C49CF-321A-4DB1-9C29-37DB43122813}" type="slidenum">
              <a:rPr lang="zh-CN" altLang="en-US" smtClean="0"/>
              <a:t>‹#›</a:t>
            </a:fld>
            <a:endParaRPr lang="zh-CN" altLang="en-US"/>
          </a:p>
        </p:txBody>
      </p:sp>
    </p:spTree>
    <p:extLst>
      <p:ext uri="{BB962C8B-B14F-4D97-AF65-F5344CB8AC3E}">
        <p14:creationId xmlns:p14="http://schemas.microsoft.com/office/powerpoint/2010/main" val="2698905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7" name="椭圆 6"/>
          <p:cNvSpPr/>
          <p:nvPr>
            <p:custDataLst>
              <p:tags r:id="rId1"/>
            </p:custDataLst>
          </p:nvPr>
        </p:nvSpPr>
        <p:spPr>
          <a:xfrm>
            <a:off x="1174711" y="2326714"/>
            <a:ext cx="2204573" cy="220457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pic>
        <p:nvPicPr>
          <p:cNvPr id="8" name="图片 7"/>
          <p:cNvPicPr>
            <a:picLocks noChangeAspect="1"/>
          </p:cNvPicPr>
          <p:nvPr>
            <p:custDataLst>
              <p:tags r:id="rId2"/>
            </p:custDataLst>
          </p:nvPr>
        </p:nvPicPr>
        <p:blipFill>
          <a:blip r:embed="rId11"/>
          <a:stretch>
            <a:fillRect/>
          </a:stretch>
        </p:blipFill>
        <p:spPr>
          <a:xfrm>
            <a:off x="508538" y="1877974"/>
            <a:ext cx="3272606" cy="3102052"/>
          </a:xfrm>
          <a:prstGeom prst="rect">
            <a:avLst/>
          </a:prstGeom>
          <a:noFill/>
        </p:spPr>
      </p:pic>
      <p:sp>
        <p:nvSpPr>
          <p:cNvPr id="11" name="文本框 10"/>
          <p:cNvSpPr txBox="1"/>
          <p:nvPr>
            <p:custDataLst>
              <p:tags r:id="rId3"/>
            </p:custDataLst>
          </p:nvPr>
        </p:nvSpPr>
        <p:spPr>
          <a:xfrm>
            <a:off x="1104212" y="2369798"/>
            <a:ext cx="2226298" cy="2364710"/>
          </a:xfrm>
          <a:prstGeom prst="rect">
            <a:avLst/>
          </a:prstGeom>
          <a:noFill/>
        </p:spPr>
        <p:txBody>
          <a:bodyPr wrap="square" rtlCol="0" anchor="ctr">
            <a:normAutofit/>
          </a:bodyPr>
          <a:lstStyle/>
          <a:p>
            <a:pPr marL="0" marR="0" indent="0" algn="ctr" defTabSz="914400" rtl="0" eaLnBrk="1" fontAlgn="auto" latinLnBrk="0" hangingPunct="1">
              <a:lnSpc>
                <a:spcPct val="100000"/>
              </a:lnSpc>
              <a:spcBef>
                <a:spcPts val="0"/>
              </a:spcBef>
              <a:spcAft>
                <a:spcPts val="0"/>
              </a:spcAft>
              <a:buClrTx/>
              <a:buSzTx/>
              <a:buFontTx/>
              <a:buNone/>
            </a:pPr>
            <a:r>
              <a:rPr lang="en-US" altLang="zh-CN" sz="9340" b="1" dirty="0">
                <a:solidFill>
                  <a:schemeClr val="accent1"/>
                </a:solidFill>
                <a:effectLst>
                  <a:outerShdw blurRad="38100" dist="38100" dir="2700000" algn="tl">
                    <a:srgbClr val="000000">
                      <a:alpha val="43137"/>
                    </a:srgbClr>
                  </a:outerShdw>
                </a:effectLst>
                <a:latin typeface="+mn-lt"/>
                <a:ea typeface="微软雅黑" panose="020B0503020204020204" charset="-122"/>
                <a:cs typeface="Times New Roman" panose="02020603050405020304" pitchFamily="18" charset="0"/>
              </a:rPr>
              <a:t>1</a:t>
            </a:r>
            <a:endParaRPr lang="zh-CN" altLang="en-US" sz="9340" b="1" dirty="0">
              <a:solidFill>
                <a:schemeClr val="accent1"/>
              </a:solidFill>
              <a:effectLst>
                <a:outerShdw blurRad="38100" dist="38100" dir="2700000" algn="tl">
                  <a:srgbClr val="000000">
                    <a:alpha val="43137"/>
                  </a:srgbClr>
                </a:outerShdw>
              </a:effectLst>
              <a:latin typeface="+mn-lt"/>
              <a:ea typeface="微软雅黑" panose="020B0503020204020204" charset="-122"/>
              <a:cs typeface="Times New Roman" panose="02020603050405020304" pitchFamily="18" charset="0"/>
            </a:endParaRPr>
          </a:p>
          <a:p>
            <a:pPr algn="ctr"/>
            <a:endParaRPr lang="zh-CN" altLang="en-US" sz="1575" dirty="0">
              <a:solidFill>
                <a:schemeClr val="accent1"/>
              </a:solidFill>
              <a:latin typeface="+mn-lt"/>
            </a:endParaRPr>
          </a:p>
        </p:txBody>
      </p:sp>
      <p:sp>
        <p:nvSpPr>
          <p:cNvPr id="4" name="日期占位符 3"/>
          <p:cNvSpPr>
            <a:spLocks noGrp="1"/>
          </p:cNvSpPr>
          <p:nvPr>
            <p:ph type="dt" sz="half" idx="10"/>
            <p:custDataLst>
              <p:tags r:id="rId4"/>
            </p:custDataLst>
          </p:nvPr>
        </p:nvSpPr>
        <p:spPr>
          <a:xfrm>
            <a:off x="628650" y="6401991"/>
            <a:ext cx="2057400" cy="273844"/>
          </a:xfrm>
        </p:spPr>
        <p:txBody>
          <a:bodyPr/>
          <a:lstStyle/>
          <a:p>
            <a:fld id="{3B358A95-C3A6-445A-9253-6EEA2DB226D8}" type="datetimeFigureOut">
              <a:rPr lang="zh-CN" altLang="en-US" smtClean="0"/>
              <a:t>2026/10/26</a:t>
            </a:fld>
            <a:endParaRPr lang="zh-CN" altLang="en-US"/>
          </a:p>
        </p:txBody>
      </p:sp>
      <p:sp>
        <p:nvSpPr>
          <p:cNvPr id="5" name="页脚占位符 4"/>
          <p:cNvSpPr>
            <a:spLocks noGrp="1"/>
          </p:cNvSpPr>
          <p:nvPr>
            <p:ph type="ftr" sz="quarter" idx="11"/>
            <p:custDataLst>
              <p:tags r:id="rId5"/>
            </p:custDataLst>
          </p:nvPr>
        </p:nvSpPr>
        <p:spPr>
          <a:xfrm>
            <a:off x="3028950" y="6401991"/>
            <a:ext cx="3086100" cy="273844"/>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6457950" y="6401991"/>
            <a:ext cx="2057400" cy="273844"/>
          </a:xfrm>
        </p:spPr>
        <p:txBody>
          <a:bodyPr/>
          <a:lstStyle/>
          <a:p>
            <a:fld id="{EB8C49CF-321A-4DB1-9C29-37DB43122813}" type="slidenum">
              <a:rPr lang="zh-CN" altLang="en-US" smtClean="0"/>
              <a:t>‹#›</a:t>
            </a:fld>
            <a:endParaRPr lang="zh-CN" altLang="en-US"/>
          </a:p>
        </p:txBody>
      </p:sp>
      <p:cxnSp>
        <p:nvCxnSpPr>
          <p:cNvPr id="10" name="直接连接符 9"/>
          <p:cNvCxnSpPr/>
          <p:nvPr>
            <p:custDataLst>
              <p:tags r:id="rId7"/>
            </p:custDataLst>
          </p:nvPr>
        </p:nvCxnSpPr>
        <p:spPr>
          <a:xfrm>
            <a:off x="3771792" y="3510454"/>
            <a:ext cx="465259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文本占位符 2"/>
          <p:cNvSpPr>
            <a:spLocks noGrp="1"/>
          </p:cNvSpPr>
          <p:nvPr>
            <p:ph type="body" idx="1" hasCustomPrompt="1"/>
            <p:custDataLst>
              <p:tags r:id="rId8"/>
            </p:custDataLst>
          </p:nvPr>
        </p:nvSpPr>
        <p:spPr>
          <a:xfrm>
            <a:off x="3413349" y="3695478"/>
            <a:ext cx="5378830" cy="621410"/>
          </a:xfrm>
        </p:spPr>
        <p:txBody>
          <a:bodyPr>
            <a:normAutofit/>
          </a:bodyPr>
          <a:lstStyle>
            <a:lvl1pPr marL="0" indent="0" algn="ctr">
              <a:buNone/>
              <a:defRPr sz="1015">
                <a:solidFill>
                  <a:schemeClr val="tx1"/>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zh-CN" altLang="en-US"/>
              <a:t>单击此处编辑副标题</a:t>
            </a:r>
          </a:p>
        </p:txBody>
      </p:sp>
      <p:sp>
        <p:nvSpPr>
          <p:cNvPr id="2" name="标题 1"/>
          <p:cNvSpPr>
            <a:spLocks noGrp="1"/>
          </p:cNvSpPr>
          <p:nvPr>
            <p:ph type="title" hasCustomPrompt="1"/>
            <p:custDataLst>
              <p:tags r:id="rId9"/>
            </p:custDataLst>
          </p:nvPr>
        </p:nvSpPr>
        <p:spPr>
          <a:xfrm>
            <a:off x="3413349" y="1619469"/>
            <a:ext cx="5378830" cy="1551026"/>
          </a:xfrm>
        </p:spPr>
        <p:txBody>
          <a:bodyPr anchor="b">
            <a:normAutofit/>
          </a:bodyPr>
          <a:lstStyle>
            <a:lvl1pPr algn="ctr">
              <a:defRPr sz="3715" b="1">
                <a:effectLst/>
              </a:defRPr>
            </a:lvl1pPr>
          </a:lstStyle>
          <a:p>
            <a:r>
              <a:rPr lang="zh-CN" altLang="en-US" dirty="0"/>
              <a:t>单击此处编辑标题</a:t>
            </a:r>
          </a:p>
        </p:txBody>
      </p:sp>
    </p:spTree>
    <p:extLst>
      <p:ext uri="{BB962C8B-B14F-4D97-AF65-F5344CB8AC3E}">
        <p14:creationId xmlns:p14="http://schemas.microsoft.com/office/powerpoint/2010/main" val="1309278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60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28650" y="530820"/>
            <a:ext cx="7886700" cy="994172"/>
          </a:xfrm>
        </p:spPr>
        <p:txBody>
          <a:bodyPr/>
          <a:lstStyle/>
          <a:p>
            <a:r>
              <a:rPr lang="zh-CN" altLang="en-US"/>
              <a:t>单击此处编辑母版标题样式</a:t>
            </a:r>
          </a:p>
        </p:txBody>
      </p:sp>
      <p:sp>
        <p:nvSpPr>
          <p:cNvPr id="3" name="内容占位符 2"/>
          <p:cNvSpPr>
            <a:spLocks noGrp="1"/>
          </p:cNvSpPr>
          <p:nvPr>
            <p:ph sz="half" idx="1"/>
            <p:custDataLst>
              <p:tags r:id="rId2"/>
            </p:custDataLst>
          </p:nvPr>
        </p:nvSpPr>
        <p:spPr>
          <a:xfrm>
            <a:off x="628650" y="2369542"/>
            <a:ext cx="3886200" cy="3263503"/>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custDataLst>
              <p:tags r:id="rId3"/>
            </p:custDataLst>
          </p:nvPr>
        </p:nvSpPr>
        <p:spPr>
          <a:xfrm>
            <a:off x="4629150" y="2369542"/>
            <a:ext cx="3886200" cy="3263503"/>
          </a:xfrm>
        </p:spPr>
        <p:txBody>
          <a:bodyPr/>
          <a:lstStyle>
            <a:lvl1pPr>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a:xfrm>
            <a:off x="628650" y="6401991"/>
            <a:ext cx="2057400" cy="273844"/>
          </a:xfrm>
        </p:spPr>
        <p:txBody>
          <a:bodyPr/>
          <a:lstStyle/>
          <a:p>
            <a:fld id="{3B358A95-C3A6-445A-9253-6EEA2DB226D8}" type="datetimeFigureOut">
              <a:rPr lang="zh-CN" altLang="en-US" smtClean="0"/>
              <a:t>2026/10/26</a:t>
            </a:fld>
            <a:endParaRPr lang="zh-CN" altLang="en-US"/>
          </a:p>
        </p:txBody>
      </p:sp>
      <p:sp>
        <p:nvSpPr>
          <p:cNvPr id="6" name="页脚占位符 5"/>
          <p:cNvSpPr>
            <a:spLocks noGrp="1"/>
          </p:cNvSpPr>
          <p:nvPr>
            <p:ph type="ftr" sz="quarter" idx="11"/>
            <p:custDataLst>
              <p:tags r:id="rId5"/>
            </p:custDataLst>
          </p:nvPr>
        </p:nvSpPr>
        <p:spPr>
          <a:xfrm>
            <a:off x="3028950" y="6401991"/>
            <a:ext cx="3086100" cy="273844"/>
          </a:xfrm>
        </p:spPr>
        <p:txBody>
          <a:bodyPr/>
          <a:lstStyle/>
          <a:p>
            <a:endParaRPr lang="zh-CN" altLang="en-US"/>
          </a:p>
        </p:txBody>
      </p:sp>
      <p:sp>
        <p:nvSpPr>
          <p:cNvPr id="7" name="灯片编号占位符 6"/>
          <p:cNvSpPr>
            <a:spLocks noGrp="1"/>
          </p:cNvSpPr>
          <p:nvPr>
            <p:ph type="sldNum" sz="quarter" idx="12"/>
            <p:custDataLst>
              <p:tags r:id="rId6"/>
            </p:custDataLst>
          </p:nvPr>
        </p:nvSpPr>
        <p:spPr>
          <a:xfrm>
            <a:off x="6457950" y="6401991"/>
            <a:ext cx="2057400" cy="273844"/>
          </a:xfrm>
        </p:spPr>
        <p:txBody>
          <a:bodyPr/>
          <a:lstStyle/>
          <a:p>
            <a:fld id="{EB8C49CF-321A-4DB1-9C29-37DB43122813}" type="slidenum">
              <a:rPr lang="zh-CN" altLang="en-US" smtClean="0"/>
              <a:t>‹#›</a:t>
            </a:fld>
            <a:endParaRPr lang="zh-CN" altLang="en-US"/>
          </a:p>
        </p:txBody>
      </p:sp>
    </p:spTree>
    <p:extLst>
      <p:ext uri="{BB962C8B-B14F-4D97-AF65-F5344CB8AC3E}">
        <p14:creationId xmlns:p14="http://schemas.microsoft.com/office/powerpoint/2010/main" val="29536075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29841" y="530820"/>
            <a:ext cx="7886700" cy="994172"/>
          </a:xfrm>
        </p:spPr>
        <p:txBody>
          <a:bodyPr/>
          <a:lstStyle/>
          <a:p>
            <a:r>
              <a:rPr lang="zh-CN" altLang="en-US"/>
              <a:t>单击此处编辑母版标题样式</a:t>
            </a:r>
          </a:p>
        </p:txBody>
      </p:sp>
      <p:sp>
        <p:nvSpPr>
          <p:cNvPr id="3" name="文本占位符 2"/>
          <p:cNvSpPr>
            <a:spLocks noGrp="1"/>
          </p:cNvSpPr>
          <p:nvPr>
            <p:ph type="body" idx="1"/>
            <p:custDataLst>
              <p:tags r:id="rId2"/>
            </p:custDataLst>
          </p:nvPr>
        </p:nvSpPr>
        <p:spPr>
          <a:xfrm>
            <a:off x="629841" y="1848026"/>
            <a:ext cx="3868340" cy="485775"/>
          </a:xfrm>
        </p:spPr>
        <p:txBody>
          <a:bodyPr anchor="b"/>
          <a:lstStyle>
            <a:lvl1pPr marL="0" indent="0">
              <a:buNone/>
              <a:defRPr sz="1350" b="1"/>
            </a:lvl1pPr>
            <a:lvl2pPr marL="257175" indent="0">
              <a:buNone/>
              <a:defRPr sz="1125" b="1"/>
            </a:lvl2pPr>
            <a:lvl3pPr marL="514350" indent="0">
              <a:buNone/>
              <a:defRPr sz="1015"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dirty="0"/>
              <a:t>单击此处编辑母版文本样式</a:t>
            </a:r>
          </a:p>
        </p:txBody>
      </p:sp>
      <p:sp>
        <p:nvSpPr>
          <p:cNvPr id="4" name="内容占位符 3"/>
          <p:cNvSpPr>
            <a:spLocks noGrp="1"/>
          </p:cNvSpPr>
          <p:nvPr>
            <p:ph sz="half" idx="2"/>
            <p:custDataLst>
              <p:tags r:id="rId3"/>
            </p:custDataLst>
          </p:nvPr>
        </p:nvSpPr>
        <p:spPr>
          <a:xfrm>
            <a:off x="629841" y="2965649"/>
            <a:ext cx="3868340" cy="2763441"/>
          </a:xfrm>
        </p:spPr>
        <p:txBody>
          <a:bodyPr/>
          <a:lstStyle>
            <a:lvl1pPr>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custDataLst>
              <p:tags r:id="rId4"/>
            </p:custDataLst>
          </p:nvPr>
        </p:nvSpPr>
        <p:spPr>
          <a:xfrm>
            <a:off x="4629150" y="1848026"/>
            <a:ext cx="3887391" cy="485775"/>
          </a:xfrm>
        </p:spPr>
        <p:txBody>
          <a:bodyPr anchor="b"/>
          <a:lstStyle>
            <a:lvl1pPr marL="0" indent="0">
              <a:buNone/>
              <a:defRPr sz="1350" b="1"/>
            </a:lvl1pPr>
            <a:lvl2pPr marL="257175" indent="0">
              <a:buNone/>
              <a:defRPr sz="1125" b="1"/>
            </a:lvl2pPr>
            <a:lvl3pPr marL="514350" indent="0">
              <a:buNone/>
              <a:defRPr sz="1015"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dirty="0"/>
              <a:t>单击此处编辑母版文本样式</a:t>
            </a:r>
          </a:p>
        </p:txBody>
      </p:sp>
      <p:sp>
        <p:nvSpPr>
          <p:cNvPr id="6" name="内容占位符 5"/>
          <p:cNvSpPr>
            <a:spLocks noGrp="1"/>
          </p:cNvSpPr>
          <p:nvPr>
            <p:ph sz="quarter" idx="4"/>
            <p:custDataLst>
              <p:tags r:id="rId5"/>
            </p:custDataLst>
          </p:nvPr>
        </p:nvSpPr>
        <p:spPr>
          <a:xfrm>
            <a:off x="4629150" y="2965649"/>
            <a:ext cx="3887391" cy="2763441"/>
          </a:xfrm>
        </p:spPr>
        <p:txBody>
          <a:bodyPr/>
          <a:lstStyle>
            <a:lvl1pPr>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custDataLst>
              <p:tags r:id="rId6"/>
            </p:custDataLst>
          </p:nvPr>
        </p:nvSpPr>
        <p:spPr>
          <a:xfrm>
            <a:off x="628650" y="6401991"/>
            <a:ext cx="2057400" cy="273844"/>
          </a:xfrm>
        </p:spPr>
        <p:txBody>
          <a:bodyPr/>
          <a:lstStyle/>
          <a:p>
            <a:fld id="{3B358A95-C3A6-445A-9253-6EEA2DB226D8}" type="datetimeFigureOut">
              <a:rPr lang="zh-CN" altLang="en-US" smtClean="0"/>
              <a:t>2026/10/26</a:t>
            </a:fld>
            <a:endParaRPr lang="zh-CN" altLang="en-US"/>
          </a:p>
        </p:txBody>
      </p:sp>
      <p:sp>
        <p:nvSpPr>
          <p:cNvPr id="8" name="页脚占位符 7"/>
          <p:cNvSpPr>
            <a:spLocks noGrp="1"/>
          </p:cNvSpPr>
          <p:nvPr>
            <p:ph type="ftr" sz="quarter" idx="11"/>
            <p:custDataLst>
              <p:tags r:id="rId7"/>
            </p:custDataLst>
          </p:nvPr>
        </p:nvSpPr>
        <p:spPr>
          <a:xfrm>
            <a:off x="3028950" y="6401991"/>
            <a:ext cx="3086100" cy="273844"/>
          </a:xfrm>
        </p:spPr>
        <p:txBody>
          <a:bodyPr/>
          <a:lstStyle/>
          <a:p>
            <a:endParaRPr lang="zh-CN" altLang="en-US"/>
          </a:p>
        </p:txBody>
      </p:sp>
      <p:sp>
        <p:nvSpPr>
          <p:cNvPr id="9" name="灯片编号占位符 8"/>
          <p:cNvSpPr>
            <a:spLocks noGrp="1"/>
          </p:cNvSpPr>
          <p:nvPr>
            <p:ph type="sldNum" sz="quarter" idx="12"/>
            <p:custDataLst>
              <p:tags r:id="rId8"/>
            </p:custDataLst>
          </p:nvPr>
        </p:nvSpPr>
        <p:spPr>
          <a:xfrm>
            <a:off x="6457950" y="6401991"/>
            <a:ext cx="2057400" cy="273844"/>
          </a:xfrm>
        </p:spPr>
        <p:txBody>
          <a:bodyPr/>
          <a:lstStyle/>
          <a:p>
            <a:fld id="{EB8C49CF-321A-4DB1-9C29-37DB43122813}" type="slidenum">
              <a:rPr lang="zh-CN" altLang="en-US" smtClean="0"/>
              <a:t>‹#›</a:t>
            </a:fld>
            <a:endParaRPr lang="zh-CN" altLang="en-US"/>
          </a:p>
        </p:txBody>
      </p:sp>
    </p:spTree>
    <p:extLst>
      <p:ext uri="{BB962C8B-B14F-4D97-AF65-F5344CB8AC3E}">
        <p14:creationId xmlns:p14="http://schemas.microsoft.com/office/powerpoint/2010/main" val="17922472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28650" y="132080"/>
            <a:ext cx="7886700" cy="657225"/>
          </a:xfrm>
        </p:spPr>
        <p:txBody>
          <a:bodyPr vert="horz" lIns="101600" tIns="38100" rIns="76200" bIns="38100" rtlCol="0" anchor="t" anchorCtr="0">
            <a:noAutofit/>
          </a:bodyPr>
          <a:lstStyle>
            <a:lvl1pPr marL="0" marR="0" lvl="0" algn="l" defTabSz="514350" rtl="0" eaLnBrk="1" fontAlgn="auto" latinLnBrk="0" hangingPunct="1">
              <a:lnSpc>
                <a:spcPct val="90000"/>
              </a:lnSpc>
              <a:spcBef>
                <a:spcPct val="0"/>
              </a:spcBef>
              <a:buClrTx/>
              <a:buSzTx/>
              <a:buFontTx/>
              <a:buNone/>
              <a:defRPr kumimoji="0" lang="zh-CN" altLang="en-US" sz="2800" b="0" i="0" u="none" strike="noStrike" kern="1200" cap="none" spc="0" normalizeH="0" baseline="0" noProof="1" dirty="0">
                <a:solidFill>
                  <a:schemeClr val="tx1"/>
                </a:solidFill>
                <a:uFillTx/>
                <a:latin typeface="方正粗黑宋简体" panose="02000000000000000000" charset="-122"/>
                <a:ea typeface="方正粗黑宋简体" panose="02000000000000000000"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a:xfrm>
            <a:off x="628650" y="6401991"/>
            <a:ext cx="2057400" cy="273844"/>
          </a:xfrm>
        </p:spPr>
        <p:txBody>
          <a:bodyPr/>
          <a:lstStyle/>
          <a:p>
            <a:fld id="{760FBDFE-C587-4B4C-A407-44438C67B59E}" type="datetimeFigureOut">
              <a:rPr lang="zh-CN" altLang="en-US" smtClean="0"/>
              <a:t>2026/10/26</a:t>
            </a:fld>
            <a:endParaRPr lang="zh-CN" altLang="en-US"/>
          </a:p>
        </p:txBody>
      </p:sp>
      <p:sp>
        <p:nvSpPr>
          <p:cNvPr id="4" name="页脚占位符 3"/>
          <p:cNvSpPr>
            <a:spLocks noGrp="1"/>
          </p:cNvSpPr>
          <p:nvPr>
            <p:ph type="ftr" sz="quarter" idx="11"/>
            <p:custDataLst>
              <p:tags r:id="rId3"/>
            </p:custDataLst>
          </p:nvPr>
        </p:nvSpPr>
        <p:spPr>
          <a:xfrm>
            <a:off x="3028950" y="6401991"/>
            <a:ext cx="3086100" cy="273844"/>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6457950" y="6401991"/>
            <a:ext cx="2057400" cy="273844"/>
          </a:xfrm>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1155714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a:xfrm>
            <a:off x="628650" y="6401991"/>
            <a:ext cx="2057400" cy="273844"/>
          </a:xfrm>
        </p:spPr>
        <p:txBody>
          <a:bodyPr/>
          <a:lstStyle/>
          <a:p>
            <a:fld id="{3B358A95-C3A6-445A-9253-6EEA2DB226D8}" type="datetimeFigureOut">
              <a:rPr lang="zh-CN" altLang="en-US" smtClean="0"/>
              <a:t>2026/10/26</a:t>
            </a:fld>
            <a:endParaRPr lang="zh-CN" altLang="en-US"/>
          </a:p>
        </p:txBody>
      </p:sp>
      <p:sp>
        <p:nvSpPr>
          <p:cNvPr id="3" name="页脚占位符 2"/>
          <p:cNvSpPr>
            <a:spLocks noGrp="1"/>
          </p:cNvSpPr>
          <p:nvPr>
            <p:ph type="ftr" sz="quarter" idx="11"/>
            <p:custDataLst>
              <p:tags r:id="rId2"/>
            </p:custDataLst>
          </p:nvPr>
        </p:nvSpPr>
        <p:spPr>
          <a:xfrm>
            <a:off x="3028950" y="6401991"/>
            <a:ext cx="3086100" cy="273844"/>
          </a:xfrm>
        </p:spPr>
        <p:txBody>
          <a:bodyPr/>
          <a:lstStyle/>
          <a:p>
            <a:endParaRPr lang="zh-CN" altLang="en-US"/>
          </a:p>
        </p:txBody>
      </p:sp>
      <p:sp>
        <p:nvSpPr>
          <p:cNvPr id="4" name="灯片编号占位符 3"/>
          <p:cNvSpPr>
            <a:spLocks noGrp="1"/>
          </p:cNvSpPr>
          <p:nvPr>
            <p:ph type="sldNum" sz="quarter" idx="12"/>
            <p:custDataLst>
              <p:tags r:id="rId3"/>
            </p:custDataLst>
          </p:nvPr>
        </p:nvSpPr>
        <p:spPr>
          <a:xfrm>
            <a:off x="6457950" y="6401991"/>
            <a:ext cx="2057400" cy="273844"/>
          </a:xfrm>
        </p:spPr>
        <p:txBody>
          <a:bodyPr/>
          <a:lstStyle/>
          <a:p>
            <a:fld id="{EB8C49CF-321A-4DB1-9C29-37DB43122813}" type="slidenum">
              <a:rPr lang="zh-CN" altLang="en-US" smtClean="0"/>
              <a:t>‹#›</a:t>
            </a:fld>
            <a:endParaRPr lang="zh-CN" altLang="en-US"/>
          </a:p>
        </p:txBody>
      </p:sp>
    </p:spTree>
    <p:extLst>
      <p:ext uri="{BB962C8B-B14F-4D97-AF65-F5344CB8AC3E}">
        <p14:creationId xmlns:p14="http://schemas.microsoft.com/office/powerpoint/2010/main" val="36189903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29840" y="657225"/>
            <a:ext cx="3123900" cy="1200150"/>
          </a:xfrm>
        </p:spPr>
        <p:txBody>
          <a:bodyPr anchor="t" anchorCtr="0">
            <a:normAutofit/>
          </a:bodyPr>
          <a:lstStyle>
            <a:lvl1pPr>
              <a:defRPr sz="2475"/>
            </a:lvl1pPr>
          </a:lstStyle>
          <a:p>
            <a:r>
              <a:rPr lang="zh-CN" altLang="en-US" dirty="0"/>
              <a:t>单击此处编辑母版标题样式</a:t>
            </a:r>
          </a:p>
        </p:txBody>
      </p:sp>
      <p:sp>
        <p:nvSpPr>
          <p:cNvPr id="3" name="图片占位符 2"/>
          <p:cNvSpPr>
            <a:spLocks noGrp="1" noChangeAspect="1"/>
          </p:cNvSpPr>
          <p:nvPr>
            <p:ph type="pic" idx="1"/>
            <p:custDataLst>
              <p:tags r:id="rId2"/>
            </p:custDataLst>
          </p:nvPr>
        </p:nvSpPr>
        <p:spPr>
          <a:xfrm>
            <a:off x="3888000" y="1132650"/>
            <a:ext cx="4627800" cy="4052700"/>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endParaRPr lang="zh-CN" altLang="en-US" dirty="0"/>
          </a:p>
        </p:txBody>
      </p:sp>
      <p:sp>
        <p:nvSpPr>
          <p:cNvPr id="4" name="文本占位符 3"/>
          <p:cNvSpPr>
            <a:spLocks noGrp="1"/>
          </p:cNvSpPr>
          <p:nvPr>
            <p:ph type="body" sz="half" idx="2"/>
            <p:custDataLst>
              <p:tags r:id="rId3"/>
            </p:custDataLst>
          </p:nvPr>
        </p:nvSpPr>
        <p:spPr>
          <a:xfrm>
            <a:off x="629840" y="2592397"/>
            <a:ext cx="3123900" cy="2801489"/>
          </a:xfrm>
        </p:spPr>
        <p:txBody>
          <a:bodyPr>
            <a:normAutofit/>
          </a:bodyPr>
          <a:lstStyle>
            <a:lvl1pPr marL="0" indent="0">
              <a:buNone/>
              <a:defRPr sz="1015"/>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zh-CN" altLang="en-US" dirty="0"/>
              <a:t>单击此处编辑母版文本样式</a:t>
            </a:r>
          </a:p>
        </p:txBody>
      </p:sp>
      <p:sp>
        <p:nvSpPr>
          <p:cNvPr id="5" name="日期占位符 4"/>
          <p:cNvSpPr>
            <a:spLocks noGrp="1"/>
          </p:cNvSpPr>
          <p:nvPr>
            <p:ph type="dt" sz="half" idx="10"/>
            <p:custDataLst>
              <p:tags r:id="rId4"/>
            </p:custDataLst>
          </p:nvPr>
        </p:nvSpPr>
        <p:spPr>
          <a:xfrm>
            <a:off x="628650" y="6401991"/>
            <a:ext cx="2057400" cy="273844"/>
          </a:xfrm>
        </p:spPr>
        <p:txBody>
          <a:bodyPr/>
          <a:lstStyle/>
          <a:p>
            <a:fld id="{9EFD9D74-47D9-4702-A33C-335B63B48DBF}" type="datetimeFigureOut">
              <a:rPr lang="zh-CN" altLang="en-US" smtClean="0"/>
              <a:t>2026/10/26</a:t>
            </a:fld>
            <a:endParaRPr lang="zh-CN" altLang="en-US" dirty="0"/>
          </a:p>
        </p:txBody>
      </p:sp>
      <p:sp>
        <p:nvSpPr>
          <p:cNvPr id="6" name="页脚占位符 5"/>
          <p:cNvSpPr>
            <a:spLocks noGrp="1"/>
          </p:cNvSpPr>
          <p:nvPr>
            <p:ph type="ftr" sz="quarter" idx="11"/>
            <p:custDataLst>
              <p:tags r:id="rId5"/>
            </p:custDataLst>
          </p:nvPr>
        </p:nvSpPr>
        <p:spPr>
          <a:xfrm>
            <a:off x="3028950" y="6401991"/>
            <a:ext cx="3086100" cy="273844"/>
          </a:xfrm>
        </p:spPr>
        <p:txBody>
          <a:bodyPr/>
          <a:lstStyle/>
          <a:p>
            <a:endParaRPr lang="zh-CN" altLang="en-US" dirty="0"/>
          </a:p>
        </p:txBody>
      </p:sp>
      <p:sp>
        <p:nvSpPr>
          <p:cNvPr id="7" name="灯片编号占位符 6"/>
          <p:cNvSpPr>
            <a:spLocks noGrp="1"/>
          </p:cNvSpPr>
          <p:nvPr>
            <p:ph type="sldNum" sz="quarter" idx="12"/>
            <p:custDataLst>
              <p:tags r:id="rId6"/>
            </p:custDataLst>
          </p:nvPr>
        </p:nvSpPr>
        <p:spPr>
          <a:xfrm>
            <a:off x="6457950" y="6401991"/>
            <a:ext cx="2057400" cy="273844"/>
          </a:xfrm>
        </p:spPr>
        <p:txBody>
          <a:bodyPr/>
          <a:lstStyle/>
          <a:p>
            <a:fld id="{FABC47A4-756D-490B-A52F-7D9E2C9FC05F}" type="slidenum">
              <a:rPr lang="zh-CN" altLang="en-US" smtClean="0"/>
              <a:t>‹#›</a:t>
            </a:fld>
            <a:endParaRPr lang="zh-CN" altLang="en-US"/>
          </a:p>
        </p:txBody>
      </p:sp>
    </p:spTree>
    <p:extLst>
      <p:ext uri="{BB962C8B-B14F-4D97-AF65-F5344CB8AC3E}">
        <p14:creationId xmlns:p14="http://schemas.microsoft.com/office/powerpoint/2010/main" val="42515062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7725747" y="1091605"/>
            <a:ext cx="789603" cy="4358879"/>
          </a:xfrm>
        </p:spPr>
        <p:txBody>
          <a:bodyPr vert="eaVert">
            <a:normAutofit/>
          </a:bodyPr>
          <a:lstStyle>
            <a:lvl1pPr>
              <a:defRPr sz="2025"/>
            </a:lvl1pPr>
          </a:lstStyle>
          <a:p>
            <a:r>
              <a:rPr lang="zh-CN" altLang="en-US"/>
              <a:t>单击此处编辑母版标题样式</a:t>
            </a:r>
          </a:p>
        </p:txBody>
      </p:sp>
      <p:sp>
        <p:nvSpPr>
          <p:cNvPr id="3" name="竖排文字占位符 2"/>
          <p:cNvSpPr>
            <a:spLocks noGrp="1"/>
          </p:cNvSpPr>
          <p:nvPr>
            <p:ph type="body" orient="vert" idx="1"/>
            <p:custDataLst>
              <p:tags r:id="rId2"/>
            </p:custDataLst>
          </p:nvPr>
        </p:nvSpPr>
        <p:spPr>
          <a:xfrm>
            <a:off x="628650" y="1091605"/>
            <a:ext cx="6803183"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a:xfrm>
            <a:off x="628650" y="6401991"/>
            <a:ext cx="2057400" cy="273844"/>
          </a:xfrm>
        </p:spPr>
        <p:txBody>
          <a:bodyPr/>
          <a:lstStyle/>
          <a:p>
            <a:fld id="{D997B5FA-0921-464F-AAE1-844C04324D75}" type="datetimeFigureOut">
              <a:rPr lang="zh-CN" altLang="en-US" smtClean="0"/>
              <a:t>2026/10/26</a:t>
            </a:fld>
            <a:endParaRPr lang="zh-CN" altLang="en-US"/>
          </a:p>
        </p:txBody>
      </p:sp>
      <p:sp>
        <p:nvSpPr>
          <p:cNvPr id="5" name="页脚占位符 4"/>
          <p:cNvSpPr>
            <a:spLocks noGrp="1"/>
          </p:cNvSpPr>
          <p:nvPr>
            <p:ph type="ftr" sz="quarter" idx="11"/>
            <p:custDataLst>
              <p:tags r:id="rId4"/>
            </p:custDataLst>
          </p:nvPr>
        </p:nvSpPr>
        <p:spPr>
          <a:xfrm>
            <a:off x="3028950" y="6401991"/>
            <a:ext cx="3086100" cy="273844"/>
          </a:xfrm>
        </p:spPr>
        <p:txBody>
          <a:bodyPr/>
          <a:lstStyle/>
          <a:p>
            <a:endParaRPr lang="zh-CN" altLang="en-US"/>
          </a:p>
        </p:txBody>
      </p:sp>
      <p:sp>
        <p:nvSpPr>
          <p:cNvPr id="6" name="灯片编号占位符 5"/>
          <p:cNvSpPr>
            <a:spLocks noGrp="1"/>
          </p:cNvSpPr>
          <p:nvPr>
            <p:ph type="sldNum" sz="quarter" idx="12"/>
            <p:custDataLst>
              <p:tags r:id="rId5"/>
            </p:custDataLst>
          </p:nvPr>
        </p:nvSpPr>
        <p:spPr>
          <a:xfrm>
            <a:off x="6457950" y="6401991"/>
            <a:ext cx="2057400" cy="273844"/>
          </a:xfrm>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125329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a:xfrm>
            <a:off x="628650" y="6401991"/>
            <a:ext cx="2057400" cy="273844"/>
          </a:xfrm>
        </p:spPr>
        <p:txBody>
          <a:bodyPr/>
          <a:lstStyle/>
          <a:p>
            <a:fld id="{760FBDFE-C587-4B4C-A407-44438C67B59E}" type="datetimeFigureOut">
              <a:rPr lang="zh-CN" altLang="en-US" smtClean="0"/>
              <a:t>2026/10/26</a:t>
            </a:fld>
            <a:endParaRPr lang="zh-CN" altLang="en-US"/>
          </a:p>
        </p:txBody>
      </p:sp>
      <p:sp>
        <p:nvSpPr>
          <p:cNvPr id="4" name="页脚占位符 3"/>
          <p:cNvSpPr>
            <a:spLocks noGrp="1"/>
          </p:cNvSpPr>
          <p:nvPr>
            <p:ph type="ftr" sz="quarter" idx="11"/>
            <p:custDataLst>
              <p:tags r:id="rId2"/>
            </p:custDataLst>
          </p:nvPr>
        </p:nvSpPr>
        <p:spPr>
          <a:xfrm>
            <a:off x="3028950" y="6401991"/>
            <a:ext cx="3086100" cy="273844"/>
          </a:xfrm>
        </p:spPr>
        <p:txBody>
          <a:bodyPr/>
          <a:lstStyle/>
          <a:p>
            <a:endParaRPr lang="zh-CN" altLang="en-US"/>
          </a:p>
        </p:txBody>
      </p:sp>
      <p:sp>
        <p:nvSpPr>
          <p:cNvPr id="5" name="灯片编号占位符 4"/>
          <p:cNvSpPr>
            <a:spLocks noGrp="1"/>
          </p:cNvSpPr>
          <p:nvPr>
            <p:ph type="sldNum" sz="quarter" idx="12"/>
            <p:custDataLst>
              <p:tags r:id="rId3"/>
            </p:custDataLst>
          </p:nvPr>
        </p:nvSpPr>
        <p:spPr>
          <a:xfrm>
            <a:off x="6457950" y="6401991"/>
            <a:ext cx="2057400" cy="273844"/>
          </a:xfrm>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28650" y="1246414"/>
            <a:ext cx="7886700" cy="4169228"/>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35500445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3293369" y="2495952"/>
            <a:ext cx="4404947" cy="994172"/>
          </a:xfrm>
        </p:spPr>
        <p:txBody>
          <a:bodyPr anchor="b">
            <a:normAutofit/>
          </a:bodyPr>
          <a:lstStyle>
            <a:lvl1pPr algn="l">
              <a:defRPr sz="3040" b="1">
                <a:solidFill>
                  <a:schemeClr val="tx1"/>
                </a:solidFill>
              </a:defRPr>
            </a:lvl1pPr>
          </a:lstStyle>
          <a:p>
            <a:r>
              <a:rPr lang="zh-CN" altLang="en-US" dirty="0"/>
              <a:t>单击此处编辑标题</a:t>
            </a:r>
          </a:p>
        </p:txBody>
      </p:sp>
      <p:sp>
        <p:nvSpPr>
          <p:cNvPr id="3" name="日期占位符 2"/>
          <p:cNvSpPr>
            <a:spLocks noGrp="1"/>
          </p:cNvSpPr>
          <p:nvPr>
            <p:ph type="dt" sz="half" idx="10"/>
            <p:custDataLst>
              <p:tags r:id="rId2"/>
            </p:custDataLst>
          </p:nvPr>
        </p:nvSpPr>
        <p:spPr>
          <a:xfrm>
            <a:off x="628650" y="6401991"/>
            <a:ext cx="2057400" cy="273844"/>
          </a:xfrm>
        </p:spPr>
        <p:txBody>
          <a:bodyPr/>
          <a:lstStyle/>
          <a:p>
            <a:fld id="{3B358A95-C3A6-445A-9253-6EEA2DB226D8}" type="datetimeFigureOut">
              <a:rPr lang="zh-CN" altLang="en-US" smtClean="0"/>
              <a:t>2026/10/26</a:t>
            </a:fld>
            <a:endParaRPr lang="zh-CN" altLang="en-US"/>
          </a:p>
        </p:txBody>
      </p:sp>
      <p:sp>
        <p:nvSpPr>
          <p:cNvPr id="4" name="页脚占位符 3"/>
          <p:cNvSpPr>
            <a:spLocks noGrp="1"/>
          </p:cNvSpPr>
          <p:nvPr>
            <p:ph type="ftr" sz="quarter" idx="11"/>
            <p:custDataLst>
              <p:tags r:id="rId3"/>
            </p:custDataLst>
          </p:nvPr>
        </p:nvSpPr>
        <p:spPr>
          <a:xfrm>
            <a:off x="3028950" y="6401991"/>
            <a:ext cx="3086100" cy="273844"/>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6457950" y="6401991"/>
            <a:ext cx="2057400" cy="273844"/>
          </a:xfrm>
        </p:spPr>
        <p:txBody>
          <a:bodyPr/>
          <a:lstStyle/>
          <a:p>
            <a:fld id="{EB8C49CF-321A-4DB1-9C29-37DB43122813}" type="slidenum">
              <a:rPr lang="zh-CN" altLang="en-US" smtClean="0"/>
              <a:t>‹#›</a:t>
            </a:fld>
            <a:endParaRPr lang="zh-CN" altLang="en-US"/>
          </a:p>
        </p:txBody>
      </p:sp>
      <p:pic>
        <p:nvPicPr>
          <p:cNvPr id="6" name="图片 5"/>
          <p:cNvPicPr>
            <a:picLocks noChangeAspect="1"/>
          </p:cNvPicPr>
          <p:nvPr>
            <p:custDataLst>
              <p:tags r:id="rId5"/>
            </p:custDataLst>
          </p:nvPr>
        </p:nvPicPr>
        <p:blipFill>
          <a:blip r:embed="rId9"/>
          <a:stretch>
            <a:fillRect/>
          </a:stretch>
        </p:blipFill>
        <p:spPr>
          <a:xfrm>
            <a:off x="1901536" y="2349199"/>
            <a:ext cx="2456303" cy="2328291"/>
          </a:xfrm>
          <a:prstGeom prst="rect">
            <a:avLst/>
          </a:prstGeom>
        </p:spPr>
      </p:pic>
      <p:cxnSp>
        <p:nvCxnSpPr>
          <p:cNvPr id="7" name="直接连接符 6"/>
          <p:cNvCxnSpPr/>
          <p:nvPr>
            <p:custDataLst>
              <p:tags r:id="rId6"/>
            </p:custDataLst>
          </p:nvPr>
        </p:nvCxnSpPr>
        <p:spPr>
          <a:xfrm>
            <a:off x="3344169" y="3729639"/>
            <a:ext cx="246852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8" name="副标题 2"/>
          <p:cNvSpPr>
            <a:spLocks noGrp="1"/>
          </p:cNvSpPr>
          <p:nvPr>
            <p:ph type="subTitle" idx="1" hasCustomPrompt="1"/>
            <p:custDataLst>
              <p:tags r:id="rId7"/>
            </p:custDataLst>
          </p:nvPr>
        </p:nvSpPr>
        <p:spPr>
          <a:xfrm>
            <a:off x="3293369" y="3888337"/>
            <a:ext cx="4404947" cy="509267"/>
          </a:xfrm>
        </p:spPr>
        <p:txBody>
          <a:bodyPr>
            <a:normAutofit/>
          </a:bodyPr>
          <a:lstStyle>
            <a:lvl1pPr marL="0" indent="0" algn="l">
              <a:buNone/>
              <a:defRPr sz="1015">
                <a:solidFill>
                  <a:schemeClr val="tx1"/>
                </a:solidFill>
              </a:defRPr>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zh-CN" altLang="en-US"/>
              <a:t>单击编辑副标题</a:t>
            </a:r>
          </a:p>
        </p:txBody>
      </p:sp>
    </p:spTree>
    <p:extLst>
      <p:ext uri="{BB962C8B-B14F-4D97-AF65-F5344CB8AC3E}">
        <p14:creationId xmlns:p14="http://schemas.microsoft.com/office/powerpoint/2010/main" val="2830127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out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pic>
        <p:nvPicPr>
          <p:cNvPr id="8" name="图片 7"/>
          <p:cNvPicPr>
            <a:picLocks noChangeAspect="1"/>
          </p:cNvPicPr>
          <p:nvPr userDrawn="1">
            <p:custDataLst>
              <p:tags r:id="rId1"/>
            </p:custDataLst>
          </p:nvPr>
        </p:nvPicPr>
        <p:blipFill>
          <a:blip r:embed="rId7"/>
          <a:stretch>
            <a:fillRect/>
          </a:stretch>
        </p:blipFill>
        <p:spPr>
          <a:xfrm>
            <a:off x="48577" y="249238"/>
            <a:ext cx="1127284" cy="1068705"/>
          </a:xfrm>
          <a:prstGeom prst="rect">
            <a:avLst/>
          </a:prstGeom>
        </p:spPr>
      </p:pic>
      <p:sp>
        <p:nvSpPr>
          <p:cNvPr id="2" name="标题 1"/>
          <p:cNvSpPr>
            <a:spLocks noGrp="1"/>
          </p:cNvSpPr>
          <p:nvPr>
            <p:ph type="title"/>
            <p:custDataLst>
              <p:tags r:id="rId2"/>
            </p:custDataLst>
          </p:nvPr>
        </p:nvSpPr>
        <p:spPr>
          <a:xfrm>
            <a:off x="628650" y="530820"/>
            <a:ext cx="7886700" cy="994172"/>
          </a:xfrm>
        </p:spPr>
        <p:txBody>
          <a:bodyPr/>
          <a:lstStyle>
            <a:lvl1pPr>
              <a:defRPr baseline="0">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a:xfrm>
            <a:off x="628650" y="6401991"/>
            <a:ext cx="2057400" cy="273844"/>
          </a:xfrm>
        </p:spPr>
        <p:txBody>
          <a:bodyPr/>
          <a:lstStyle/>
          <a:p>
            <a:fld id="{760FBDFE-C587-4B4C-A407-44438C67B59E}" type="datetimeFigureOut">
              <a:rPr lang="zh-CN" altLang="en-US" smtClean="0"/>
              <a:t>2026/10/26</a:t>
            </a:fld>
            <a:endParaRPr lang="zh-CN" altLang="en-US"/>
          </a:p>
        </p:txBody>
      </p:sp>
      <p:sp>
        <p:nvSpPr>
          <p:cNvPr id="4" name="页脚占位符 3"/>
          <p:cNvSpPr>
            <a:spLocks noGrp="1"/>
          </p:cNvSpPr>
          <p:nvPr>
            <p:ph type="ftr" sz="quarter" idx="11"/>
            <p:custDataLst>
              <p:tags r:id="rId4"/>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115158856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219600" y="304200"/>
            <a:ext cx="87048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pic>
        <p:nvPicPr>
          <p:cNvPr id="10" name="图片 9"/>
          <p:cNvPicPr>
            <a:picLocks noChangeAspect="1"/>
          </p:cNvPicPr>
          <p:nvPr userDrawn="1">
            <p:custDataLst>
              <p:tags r:id="rId2"/>
            </p:custDataLst>
          </p:nvPr>
        </p:nvPicPr>
        <p:blipFill>
          <a:blip r:embed="rId9"/>
          <a:stretch>
            <a:fillRect/>
          </a:stretch>
        </p:blipFill>
        <p:spPr>
          <a:xfrm>
            <a:off x="48577" y="249238"/>
            <a:ext cx="1127284" cy="1068705"/>
          </a:xfrm>
          <a:prstGeom prst="rect">
            <a:avLst/>
          </a:prstGeom>
        </p:spPr>
      </p:pic>
      <p:sp>
        <p:nvSpPr>
          <p:cNvPr id="2" name="标题 1"/>
          <p:cNvSpPr>
            <a:spLocks noGrp="1"/>
          </p:cNvSpPr>
          <p:nvPr>
            <p:ph type="title" hasCustomPrompt="1"/>
            <p:custDataLst>
              <p:tags r:id="rId3"/>
            </p:custDataLst>
          </p:nvPr>
        </p:nvSpPr>
        <p:spPr>
          <a:xfrm>
            <a:off x="961200" y="1339650"/>
            <a:ext cx="7219800" cy="542700"/>
          </a:xfrm>
        </p:spPr>
        <p:txBody>
          <a:bodyPr anchor="ctr"/>
          <a:lstStyle>
            <a:lvl1pPr>
              <a:defRPr sz="18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7" name="内容占位符 6"/>
          <p:cNvSpPr>
            <a:spLocks noGrp="1"/>
          </p:cNvSpPr>
          <p:nvPr>
            <p:ph sz="quarter" idx="13"/>
            <p:custDataLst>
              <p:tags r:id="rId4"/>
            </p:custDataLst>
          </p:nvPr>
        </p:nvSpPr>
        <p:spPr>
          <a:xfrm>
            <a:off x="960835" y="2594250"/>
            <a:ext cx="7219950" cy="25839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a:xfrm>
            <a:off x="628650" y="6401991"/>
            <a:ext cx="2057400" cy="273844"/>
          </a:xfrm>
        </p:spPr>
        <p:txBody>
          <a:bodyPr/>
          <a:lstStyle/>
          <a:p>
            <a:fld id="{760FBDFE-C587-4B4C-A407-44438C67B59E}" type="datetimeFigureOut">
              <a:rPr lang="zh-CN" altLang="en-US" smtClean="0"/>
              <a:t>2026/10/26</a:t>
            </a:fld>
            <a:endParaRPr lang="zh-CN" altLang="en-US"/>
          </a:p>
        </p:txBody>
      </p:sp>
      <p:sp>
        <p:nvSpPr>
          <p:cNvPr id="4" name="页脚占位符 3"/>
          <p:cNvSpPr>
            <a:spLocks noGrp="1"/>
          </p:cNvSpPr>
          <p:nvPr>
            <p:ph type="ftr" sz="quarter" idx="11"/>
            <p:custDataLst>
              <p:tags r:id="rId6"/>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38313573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0" y="0"/>
            <a:ext cx="3617595"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15" dirty="0">
              <a:sym typeface="+mn-ea"/>
            </a:endParaRPr>
          </a:p>
        </p:txBody>
      </p:sp>
      <p:pic>
        <p:nvPicPr>
          <p:cNvPr id="10" name="图片 9"/>
          <p:cNvPicPr>
            <a:picLocks noChangeAspect="1"/>
          </p:cNvPicPr>
          <p:nvPr userDrawn="1">
            <p:custDataLst>
              <p:tags r:id="rId2"/>
            </p:custDataLst>
          </p:nvPr>
        </p:nvPicPr>
        <p:blipFill>
          <a:blip r:embed="rId10"/>
          <a:stretch>
            <a:fillRect/>
          </a:stretch>
        </p:blipFill>
        <p:spPr>
          <a:xfrm>
            <a:off x="48577" y="249238"/>
            <a:ext cx="1127284" cy="1068705"/>
          </a:xfrm>
          <a:prstGeom prst="rect">
            <a:avLst/>
          </a:prstGeom>
        </p:spPr>
      </p:pic>
      <p:sp>
        <p:nvSpPr>
          <p:cNvPr id="2" name="标题 1"/>
          <p:cNvSpPr>
            <a:spLocks noGrp="1"/>
          </p:cNvSpPr>
          <p:nvPr>
            <p:ph type="title" hasCustomPrompt="1"/>
            <p:custDataLst>
              <p:tags r:id="rId3"/>
            </p:custDataLst>
          </p:nvPr>
        </p:nvSpPr>
        <p:spPr>
          <a:xfrm>
            <a:off x="437400" y="880650"/>
            <a:ext cx="2970000" cy="661500"/>
          </a:xfrm>
        </p:spPr>
        <p:txBody>
          <a:bodyPr anchor="ctr"/>
          <a:lstStyle>
            <a:lvl1pPr>
              <a:defRPr sz="2025" baseline="0">
                <a:solidFill>
                  <a:schemeClr val="tx1"/>
                </a:solidFill>
                <a:latin typeface="Arial" panose="020B0604020202020204" pitchFamily="34" charset="0"/>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a:xfrm>
            <a:off x="628650" y="6401991"/>
            <a:ext cx="2057400" cy="273844"/>
          </a:xfrm>
        </p:spPr>
        <p:txBody>
          <a:bodyPr/>
          <a:lstStyle/>
          <a:p>
            <a:fld id="{760FBDFE-C587-4B4C-A407-44438C67B59E}" type="datetimeFigureOut">
              <a:rPr lang="zh-CN" altLang="en-US" smtClean="0"/>
              <a:t>2026/10/26</a:t>
            </a:fld>
            <a:endParaRPr lang="zh-CN" altLang="en-US"/>
          </a:p>
        </p:txBody>
      </p:sp>
      <p:sp>
        <p:nvSpPr>
          <p:cNvPr id="4" name="页脚占位符 3"/>
          <p:cNvSpPr>
            <a:spLocks noGrp="1"/>
          </p:cNvSpPr>
          <p:nvPr>
            <p:ph type="ftr" sz="quarter" idx="11"/>
            <p:custDataLst>
              <p:tags r:id="rId5"/>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440100" y="2275650"/>
            <a:ext cx="2967300" cy="30699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3825900" y="1405930"/>
            <a:ext cx="4860000" cy="3815953"/>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33466947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15">
              <a:sym typeface="+mn-ea"/>
            </a:endParaRPr>
          </a:p>
        </p:txBody>
      </p:sp>
      <p:sp>
        <p:nvSpPr>
          <p:cNvPr id="2" name="标题 1"/>
          <p:cNvSpPr>
            <a:spLocks noGrp="1"/>
          </p:cNvSpPr>
          <p:nvPr>
            <p:ph type="title"/>
            <p:custDataLst>
              <p:tags r:id="rId2"/>
            </p:custDataLst>
          </p:nvPr>
        </p:nvSpPr>
        <p:spPr>
          <a:xfrm>
            <a:off x="459000" y="859500"/>
            <a:ext cx="8232300" cy="469800"/>
          </a:xfrm>
        </p:spPr>
        <p:txBody>
          <a:bodyPr anchor="ctr"/>
          <a:lstStyle>
            <a:lvl1pPr algn="ctr">
              <a:defRPr sz="2025" baseline="0">
                <a:solidFill>
                  <a:schemeClr val="tx1"/>
                </a:solidFill>
                <a:latin typeface="Arial" panose="020B0604020202020204" pitchFamily="34" charset="0"/>
                <a:ea typeface="微软雅黑" panose="020B0503020204020204" charset="-122"/>
              </a:defRPr>
            </a:lvl1pPr>
          </a:lstStyle>
          <a:p>
            <a:r>
              <a:rPr lang="zh-CN" altLang="en-US"/>
              <a:t>单击此处编辑母版标题样式</a:t>
            </a:r>
          </a:p>
        </p:txBody>
      </p:sp>
      <p:sp>
        <p:nvSpPr>
          <p:cNvPr id="3" name="日期占位符 2"/>
          <p:cNvSpPr>
            <a:spLocks noGrp="1"/>
          </p:cNvSpPr>
          <p:nvPr>
            <p:ph type="dt" sz="half" idx="10"/>
            <p:custDataLst>
              <p:tags r:id="rId3"/>
            </p:custDataLst>
          </p:nvPr>
        </p:nvSpPr>
        <p:spPr>
          <a:xfrm>
            <a:off x="628650" y="6401991"/>
            <a:ext cx="2057400" cy="273844"/>
          </a:xfrm>
        </p:spPr>
        <p:txBody>
          <a:bodyPr/>
          <a:lstStyle/>
          <a:p>
            <a:fld id="{760FBDFE-C587-4B4C-A407-44438C67B59E}" type="datetimeFigureOut">
              <a:rPr lang="zh-CN" altLang="en-US" smtClean="0"/>
              <a:t>2026/10/26</a:t>
            </a:fld>
            <a:endParaRPr lang="zh-CN" altLang="en-US"/>
          </a:p>
        </p:txBody>
      </p:sp>
      <p:sp>
        <p:nvSpPr>
          <p:cNvPr id="4" name="页脚占位符 3"/>
          <p:cNvSpPr>
            <a:spLocks noGrp="1"/>
          </p:cNvSpPr>
          <p:nvPr>
            <p:ph type="ftr" sz="quarter" idx="11"/>
            <p:custDataLst>
              <p:tags r:id="rId4"/>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459000" y="1763100"/>
            <a:ext cx="8231981" cy="621000"/>
          </a:xfrm>
        </p:spPr>
        <p:txBody>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p:ph sz="quarter" idx="14"/>
            <p:custDataLst>
              <p:tags r:id="rId7"/>
            </p:custDataLst>
          </p:nvPr>
        </p:nvSpPr>
        <p:spPr>
          <a:xfrm>
            <a:off x="459581" y="3236850"/>
            <a:ext cx="8224200" cy="25731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6" name="图片 5"/>
          <p:cNvPicPr>
            <a:picLocks noChangeAspect="1"/>
          </p:cNvPicPr>
          <p:nvPr userDrawn="1">
            <p:custDataLst>
              <p:tags r:id="rId8"/>
            </p:custDataLst>
          </p:nvPr>
        </p:nvPicPr>
        <p:blipFill>
          <a:blip r:embed="rId10"/>
          <a:stretch>
            <a:fillRect/>
          </a:stretch>
        </p:blipFill>
        <p:spPr>
          <a:xfrm>
            <a:off x="48577" y="249238"/>
            <a:ext cx="1127284" cy="1068705"/>
          </a:xfrm>
          <a:prstGeom prst="rect">
            <a:avLst/>
          </a:prstGeom>
        </p:spPr>
      </p:pic>
    </p:spTree>
    <p:extLst>
      <p:ext uri="{BB962C8B-B14F-4D97-AF65-F5344CB8AC3E}">
        <p14:creationId xmlns:p14="http://schemas.microsoft.com/office/powerpoint/2010/main" val="344152597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pic>
        <p:nvPicPr>
          <p:cNvPr id="10" name="图片 9"/>
          <p:cNvPicPr>
            <a:picLocks noChangeAspect="1"/>
          </p:cNvPicPr>
          <p:nvPr userDrawn="1">
            <p:custDataLst>
              <p:tags r:id="rId1"/>
            </p:custDataLst>
          </p:nvPr>
        </p:nvPicPr>
        <p:blipFill>
          <a:blip r:embed="rId10"/>
          <a:stretch>
            <a:fillRect/>
          </a:stretch>
        </p:blipFill>
        <p:spPr>
          <a:xfrm>
            <a:off x="48577" y="249238"/>
            <a:ext cx="1127284" cy="1068705"/>
          </a:xfrm>
          <a:prstGeom prst="rect">
            <a:avLst/>
          </a:prstGeom>
        </p:spPr>
      </p:pic>
      <p:sp>
        <p:nvSpPr>
          <p:cNvPr id="8" name="矩形 7"/>
          <p:cNvSpPr/>
          <p:nvPr userDrawn="1">
            <p:custDataLst>
              <p:tags r:id="rId2"/>
            </p:custDataLst>
          </p:nvPr>
        </p:nvSpPr>
        <p:spPr>
          <a:xfrm>
            <a:off x="0" y="5029201"/>
            <a:ext cx="9144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15">
              <a:sym typeface="+mn-ea"/>
            </a:endParaRPr>
          </a:p>
        </p:txBody>
      </p:sp>
      <p:sp>
        <p:nvSpPr>
          <p:cNvPr id="2" name="标题 1"/>
          <p:cNvSpPr>
            <a:spLocks noGrp="1"/>
          </p:cNvSpPr>
          <p:nvPr>
            <p:ph type="title"/>
            <p:custDataLst>
              <p:tags r:id="rId3"/>
            </p:custDataLst>
          </p:nvPr>
        </p:nvSpPr>
        <p:spPr>
          <a:xfrm>
            <a:off x="453600" y="740250"/>
            <a:ext cx="8232300" cy="423900"/>
          </a:xfrm>
        </p:spPr>
        <p:txBody>
          <a:bodyPr anchor="ctr"/>
          <a:lstStyle>
            <a:lvl1pPr algn="ctr">
              <a:defRPr sz="1800"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628650" y="6401991"/>
            <a:ext cx="2057400" cy="273844"/>
          </a:xfrm>
        </p:spPr>
        <p:txBody>
          <a:bodyPr/>
          <a:lstStyle/>
          <a:p>
            <a:fld id="{760FBDFE-C587-4B4C-A407-44438C67B59E}" type="datetimeFigureOut">
              <a:rPr lang="zh-CN" altLang="en-US" smtClean="0"/>
              <a:t>2026/10/26</a:t>
            </a:fld>
            <a:endParaRPr lang="zh-CN" altLang="en-US"/>
          </a:p>
        </p:txBody>
      </p:sp>
      <p:sp>
        <p:nvSpPr>
          <p:cNvPr id="4" name="页脚占位符 3"/>
          <p:cNvSpPr>
            <a:spLocks noGrp="1"/>
          </p:cNvSpPr>
          <p:nvPr>
            <p:ph type="ftr" sz="quarter" idx="11"/>
            <p:custDataLst>
              <p:tags r:id="rId5"/>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453628" y="2082600"/>
            <a:ext cx="8243100" cy="24084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445500" y="5306850"/>
            <a:ext cx="8251200" cy="758700"/>
          </a:xfrm>
        </p:spPr>
        <p:txBody>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extLst>
      <p:ext uri="{BB962C8B-B14F-4D97-AF65-F5344CB8AC3E}">
        <p14:creationId xmlns:p14="http://schemas.microsoft.com/office/powerpoint/2010/main" val="162254924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15">
              <a:sym typeface="+mn-ea"/>
            </a:endParaRPr>
          </a:p>
        </p:txBody>
      </p:sp>
      <p:pic>
        <p:nvPicPr>
          <p:cNvPr id="8" name="图片 7"/>
          <p:cNvPicPr>
            <a:picLocks noChangeAspect="1"/>
          </p:cNvPicPr>
          <p:nvPr userDrawn="1">
            <p:custDataLst>
              <p:tags r:id="rId2"/>
            </p:custDataLst>
          </p:nvPr>
        </p:nvPicPr>
        <p:blipFill>
          <a:blip r:embed="rId12"/>
          <a:stretch>
            <a:fillRect/>
          </a:stretch>
        </p:blipFill>
        <p:spPr>
          <a:xfrm>
            <a:off x="48577" y="249238"/>
            <a:ext cx="1127284" cy="1068705"/>
          </a:xfrm>
          <a:prstGeom prst="rect">
            <a:avLst/>
          </a:prstGeom>
        </p:spPr>
      </p:pic>
      <p:sp>
        <p:nvSpPr>
          <p:cNvPr id="2" name="标题 1"/>
          <p:cNvSpPr>
            <a:spLocks noGrp="1"/>
          </p:cNvSpPr>
          <p:nvPr>
            <p:ph type="title"/>
            <p:custDataLst>
              <p:tags r:id="rId3"/>
            </p:custDataLst>
          </p:nvPr>
        </p:nvSpPr>
        <p:spPr>
          <a:xfrm>
            <a:off x="434700" y="292846"/>
            <a:ext cx="8278200" cy="331473"/>
          </a:xfrm>
        </p:spPr>
        <p:txBody>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628650" y="6401991"/>
            <a:ext cx="2057400" cy="273844"/>
          </a:xfrm>
        </p:spPr>
        <p:txBody>
          <a:bodyPr/>
          <a:lstStyle/>
          <a:p>
            <a:fld id="{760FBDFE-C587-4B4C-A407-44438C67B59E}" type="datetimeFigureOut">
              <a:rPr lang="zh-CN" altLang="en-US" smtClean="0"/>
              <a:t>2026/10/26</a:t>
            </a:fld>
            <a:endParaRPr lang="zh-CN" altLang="en-US"/>
          </a:p>
        </p:txBody>
      </p:sp>
      <p:sp>
        <p:nvSpPr>
          <p:cNvPr id="4" name="页脚占位符 3"/>
          <p:cNvSpPr>
            <a:spLocks noGrp="1"/>
          </p:cNvSpPr>
          <p:nvPr>
            <p:ph type="ftr" sz="quarter" idx="11"/>
            <p:custDataLst>
              <p:tags r:id="rId5"/>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434700" y="2025000"/>
            <a:ext cx="4006800" cy="21708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4681800" y="2025000"/>
            <a:ext cx="4025700" cy="21708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9"/>
            </p:custDataLst>
          </p:nvPr>
        </p:nvSpPr>
        <p:spPr>
          <a:xfrm>
            <a:off x="429300" y="4914450"/>
            <a:ext cx="4006800" cy="585900"/>
          </a:xfrm>
        </p:spPr>
        <p:txBody>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0"/>
            </p:custDataLst>
          </p:nvPr>
        </p:nvSpPr>
        <p:spPr>
          <a:xfrm>
            <a:off x="4689900" y="4910850"/>
            <a:ext cx="4025700" cy="585900"/>
          </a:xfrm>
        </p:spPr>
        <p:txBody>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extLst>
      <p:ext uri="{BB962C8B-B14F-4D97-AF65-F5344CB8AC3E}">
        <p14:creationId xmlns:p14="http://schemas.microsoft.com/office/powerpoint/2010/main" val="36096555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1576668"/>
            <a:ext cx="9144000" cy="370466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15">
              <a:sym typeface="+mn-ea"/>
            </a:endParaRPr>
          </a:p>
        </p:txBody>
      </p:sp>
      <p:pic>
        <p:nvPicPr>
          <p:cNvPr id="8" name="图片 7"/>
          <p:cNvPicPr>
            <a:picLocks noChangeAspect="1"/>
          </p:cNvPicPr>
          <p:nvPr userDrawn="1">
            <p:custDataLst>
              <p:tags r:id="rId2"/>
            </p:custDataLst>
          </p:nvPr>
        </p:nvPicPr>
        <p:blipFill>
          <a:blip r:embed="rId9"/>
          <a:stretch>
            <a:fillRect/>
          </a:stretch>
        </p:blipFill>
        <p:spPr>
          <a:xfrm>
            <a:off x="48577" y="249238"/>
            <a:ext cx="1127284" cy="1068705"/>
          </a:xfrm>
          <a:prstGeom prst="rect">
            <a:avLst/>
          </a:prstGeom>
        </p:spPr>
      </p:pic>
      <p:sp>
        <p:nvSpPr>
          <p:cNvPr id="2" name="标题 1"/>
          <p:cNvSpPr>
            <a:spLocks noGrp="1"/>
          </p:cNvSpPr>
          <p:nvPr>
            <p:ph type="title" hasCustomPrompt="1"/>
            <p:custDataLst>
              <p:tags r:id="rId3"/>
            </p:custDataLst>
          </p:nvPr>
        </p:nvSpPr>
        <p:spPr>
          <a:xfrm>
            <a:off x="1142100" y="1637550"/>
            <a:ext cx="6858000" cy="1790100"/>
          </a:xfrm>
        </p:spPr>
        <p:txBody>
          <a:bodyPr anchor="b"/>
          <a:lstStyle>
            <a:lvl1pPr algn="ctr">
              <a:defRPr sz="3375" baseline="0">
                <a:solidFill>
                  <a:schemeClr val="tx1"/>
                </a:solidFill>
                <a:latin typeface="Arial" panose="020B0604020202020204" pitchFamily="34" charset="0"/>
                <a:ea typeface="微软雅黑" panose="020B0503020204020204" charset="-122"/>
              </a:defRPr>
            </a:lvl1pPr>
          </a:lstStyle>
          <a:p>
            <a:r>
              <a:rPr lang="zh-CN" altLang="en-US" dirty="0"/>
              <a:t>编辑标题</a:t>
            </a:r>
          </a:p>
        </p:txBody>
      </p:sp>
      <p:sp>
        <p:nvSpPr>
          <p:cNvPr id="3" name="日期占位符 2"/>
          <p:cNvSpPr>
            <a:spLocks noGrp="1"/>
          </p:cNvSpPr>
          <p:nvPr>
            <p:ph type="dt" sz="half" idx="10"/>
            <p:custDataLst>
              <p:tags r:id="rId4"/>
            </p:custDataLst>
          </p:nvPr>
        </p:nvSpPr>
        <p:spPr>
          <a:xfrm>
            <a:off x="628650" y="6401991"/>
            <a:ext cx="2057400" cy="273844"/>
          </a:xfrm>
        </p:spPr>
        <p:txBody>
          <a:bodyPr/>
          <a:lstStyle/>
          <a:p>
            <a:fld id="{760FBDFE-C587-4B4C-A407-44438C67B59E}" type="datetimeFigureOut">
              <a:rPr lang="zh-CN" altLang="en-US" smtClean="0"/>
              <a:t>2026/10/26</a:t>
            </a:fld>
            <a:endParaRPr lang="zh-CN" altLang="en-US"/>
          </a:p>
        </p:txBody>
      </p:sp>
      <p:sp>
        <p:nvSpPr>
          <p:cNvPr id="4" name="页脚占位符 3"/>
          <p:cNvSpPr>
            <a:spLocks noGrp="1"/>
          </p:cNvSpPr>
          <p:nvPr>
            <p:ph type="ftr" sz="quarter" idx="11"/>
            <p:custDataLst>
              <p:tags r:id="rId5"/>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hasCustomPrompt="1"/>
            <p:custDataLst>
              <p:tags r:id="rId7"/>
            </p:custDataLst>
          </p:nvPr>
        </p:nvSpPr>
        <p:spPr>
          <a:xfrm>
            <a:off x="1141810" y="4069800"/>
            <a:ext cx="6858000" cy="1242000"/>
          </a:xfrm>
        </p:spPr>
        <p:txBody>
          <a:bodyPr/>
          <a:lstStyle>
            <a:lvl1pPr marL="0" indent="0" algn="ctr">
              <a:buNone/>
              <a:defRPr baseline="0">
                <a:solidFill>
                  <a:schemeClr val="tx1"/>
                </a:solidFill>
                <a:latin typeface="Arial" panose="020B0604020202020204" pitchFamily="34" charset="0"/>
                <a:ea typeface="微软雅黑" panose="020B0503020204020204" charset="-122"/>
              </a:defRPr>
            </a:lvl1pPr>
          </a:lstStyle>
          <a:p>
            <a:pPr lvl="0"/>
            <a:r>
              <a:rPr lang="zh-CN" altLang="en-US" dirty="0"/>
              <a:t>编辑副标题</a:t>
            </a:r>
          </a:p>
        </p:txBody>
      </p:sp>
    </p:spTree>
    <p:extLst>
      <p:ext uri="{BB962C8B-B14F-4D97-AF65-F5344CB8AC3E}">
        <p14:creationId xmlns:p14="http://schemas.microsoft.com/office/powerpoint/2010/main" val="1335220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内页">
    <p:spTree>
      <p:nvGrpSpPr>
        <p:cNvPr id="1" name=""/>
        <p:cNvGrpSpPr/>
        <p:nvPr/>
      </p:nvGrpSpPr>
      <p:grpSpPr>
        <a:xfrm>
          <a:off x="0" y="0"/>
          <a:ext cx="0" cy="0"/>
          <a:chOff x="0" y="0"/>
          <a:chExt cx="0" cy="0"/>
        </a:xfrm>
      </p:grpSpPr>
      <p:sp>
        <p:nvSpPr>
          <p:cNvPr id="1048596" name="灯片编号占位符 15"/>
          <p:cNvSpPr>
            <a:spLocks noGrp="1"/>
          </p:cNvSpPr>
          <p:nvPr>
            <p:ph type="sldNum" sz="quarter" idx="12"/>
          </p:nvPr>
        </p:nvSpPr>
        <p:spPr>
          <a:xfrm>
            <a:off x="8101012" y="6405440"/>
            <a:ext cx="1042988" cy="365125"/>
          </a:xfrm>
        </p:spPr>
        <p:txBody>
          <a:bodyPr/>
          <a:lstStyle>
            <a:lvl1pPr algn="ctr">
              <a:defRPr sz="1500" b="1">
                <a:solidFill>
                  <a:schemeClr val="bg1"/>
                </a:solidFill>
              </a:defRPr>
            </a:lvl1pPr>
          </a:lstStyle>
          <a:p>
            <a:fld id="{51D91E7F-84B6-4064-9D4E-CC7D244BCA04}" type="slidenum">
              <a:rPr lang="zh-CN" altLang="en-US" smtClean="0"/>
              <a:t>‹#›</a:t>
            </a:fld>
            <a:endParaRPr lang="zh-CN" altLang="en-US" dirty="0"/>
          </a:p>
        </p:txBody>
      </p:sp>
    </p:spTree>
    <p:extLst>
      <p:ext uri="{BB962C8B-B14F-4D97-AF65-F5344CB8AC3E}">
        <p14:creationId xmlns:p14="http://schemas.microsoft.com/office/powerpoint/2010/main" val="312612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slideLayout" Target="../slideLayouts/slideLayout36.xml"/><Relationship Id="rId26" Type="http://schemas.openxmlformats.org/officeDocument/2006/relationships/tags" Target="../tags/tag121.xml"/><Relationship Id="rId3" Type="http://schemas.openxmlformats.org/officeDocument/2006/relationships/slideLayout" Target="../slideLayouts/slideLayout21.xml"/><Relationship Id="rId21" Type="http://schemas.openxmlformats.org/officeDocument/2006/relationships/tags" Target="../tags/tag116.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5" Type="http://schemas.openxmlformats.org/officeDocument/2006/relationships/tags" Target="../tags/tag120.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theme" Target="../theme/theme2.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24" Type="http://schemas.openxmlformats.org/officeDocument/2006/relationships/tags" Target="../tags/tag11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23" Type="http://schemas.openxmlformats.org/officeDocument/2006/relationships/tags" Target="../tags/tag118.xml"/><Relationship Id="rId28" Type="http://schemas.openxmlformats.org/officeDocument/2006/relationships/image" Target="../media/image2.png"/><Relationship Id="rId10" Type="http://schemas.openxmlformats.org/officeDocument/2006/relationships/slideLayout" Target="../slideLayouts/slideLayout28.xml"/><Relationship Id="rId19" Type="http://schemas.openxmlformats.org/officeDocument/2006/relationships/slideLayout" Target="../slideLayouts/slideLayout37.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 Id="rId22" Type="http://schemas.openxmlformats.org/officeDocument/2006/relationships/tags" Target="../tags/tag117.xml"/><Relationship Id="rId27" Type="http://schemas.openxmlformats.org/officeDocument/2006/relationships/tags" Target="../tags/tag1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502412" y="1189673"/>
            <a:ext cx="8139178" cy="331473"/>
          </a:xfrm>
          <a:prstGeom prst="rect">
            <a:avLst/>
          </a:prstGeom>
        </p:spPr>
        <p:txBody>
          <a:bodyPr vert="horz" lIns="101600" tIns="38100" rIns="76200" bIns="38100" rtlCol="0" anchor="t" anchorCtr="0">
            <a:no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502412" y="1571631"/>
            <a:ext cx="8139178" cy="4041680"/>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659807" y="5619625"/>
            <a:ext cx="2025000" cy="237600"/>
          </a:xfrm>
          <a:prstGeom prst="rect">
            <a:avLst/>
          </a:prstGeom>
        </p:spPr>
        <p:txBody>
          <a:bodyPr vert="horz" lIns="91440" tIns="45720" rIns="91440" bIns="45720" rtlCol="0" anchor="ctr">
            <a:normAutofit/>
          </a:bodyPr>
          <a:lstStyle>
            <a:lvl1pPr algn="l">
              <a:defRPr sz="900">
                <a:solidFill>
                  <a:schemeClr val="tx1">
                    <a:tint val="75000"/>
                  </a:schemeClr>
                </a:solidFill>
              </a:defRPr>
            </a:lvl1pPr>
          </a:lstStyle>
          <a:p>
            <a:fld id="{760FBDFE-C587-4B4C-A407-44438C67B59E}" type="datetimeFigureOut">
              <a:rPr lang="zh-CN" altLang="en-US" smtClean="0"/>
              <a:t>2026/10/26</a:t>
            </a:fld>
            <a:endParaRPr lang="zh-CN" altLang="en-US"/>
          </a:p>
        </p:txBody>
      </p:sp>
      <p:sp>
        <p:nvSpPr>
          <p:cNvPr id="5" name="页脚占位符 4"/>
          <p:cNvSpPr>
            <a:spLocks noGrp="1"/>
          </p:cNvSpPr>
          <p:nvPr>
            <p:ph type="ftr" sz="quarter" idx="3"/>
            <p:custDataLst>
              <p:tags r:id="rId23"/>
            </p:custDataLst>
          </p:nvPr>
        </p:nvSpPr>
        <p:spPr>
          <a:xfrm>
            <a:off x="3087000" y="5619625"/>
            <a:ext cx="2970000" cy="237600"/>
          </a:xfrm>
          <a:prstGeom prst="rect">
            <a:avLst/>
          </a:prstGeom>
        </p:spPr>
        <p:txBody>
          <a:bodyPr vert="horz" lIns="91440" tIns="45720" rIns="91440" bIns="45720" rtlCol="0" anchor="ctr">
            <a:normAutofit/>
          </a:bodyPr>
          <a:lstStyle>
            <a:lvl1pPr algn="ctr">
              <a:defRPr sz="9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6457950" y="5619625"/>
            <a:ext cx="2025000" cy="237600"/>
          </a:xfrm>
          <a:prstGeom prst="rect">
            <a:avLst/>
          </a:prstGeom>
        </p:spPr>
        <p:txBody>
          <a:bodyPr vert="horz" lIns="91440" tIns="45720" rIns="91440" bIns="45720" rtlCol="0" anchor="ctr">
            <a:normAutofit/>
          </a:bodyPr>
          <a:lstStyle>
            <a:lvl1pPr algn="r">
              <a:defRPr sz="9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p:custDataLst>
              <p:tags r:id="rId25"/>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685800" rtl="0" eaLnBrk="1" fontAlgn="auto" latinLnBrk="0" hangingPunct="1">
        <a:lnSpc>
          <a:spcPct val="100000"/>
        </a:lnSpc>
        <a:spcBef>
          <a:spcPct val="0"/>
        </a:spcBef>
        <a:buNone/>
        <a:defRPr sz="1800" b="1" u="none" strike="noStrike" kern="1200" cap="none" spc="200" normalizeH="0" baseline="0">
          <a:solidFill>
            <a:schemeClr val="tx1">
              <a:lumMod val="85000"/>
              <a:lumOff val="15000"/>
            </a:schemeClr>
          </a:solidFill>
          <a:uFillTx/>
          <a:latin typeface="微软雅黑" panose="020B0503020204020204" charset="-122"/>
          <a:ea typeface="微软雅黑" panose="020B050302020402020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372110" y="0"/>
            <a:ext cx="8143240" cy="710565"/>
          </a:xfrm>
          <a:prstGeom prst="rect">
            <a:avLst/>
          </a:prstGeom>
        </p:spPr>
        <p:txBody>
          <a:bodyPr vert="horz" lIns="91440" tIns="45720" rIns="91440" bIns="45720" rtlCol="0" anchor="ctr">
            <a:normAutofit/>
          </a:bodyPr>
          <a:lstStyle>
            <a:lvl1pPr marL="0" marR="0" lvl="0" algn="l" defTabSz="514350" rtl="0" eaLnBrk="1" fontAlgn="auto" latinLnBrk="0" hangingPunct="1">
              <a:lnSpc>
                <a:spcPct val="90000"/>
              </a:lnSpc>
              <a:spcBef>
                <a:spcPct val="0"/>
              </a:spcBef>
              <a:buClrTx/>
              <a:buSzTx/>
              <a:buFontTx/>
              <a:buNone/>
              <a:defRPr kumimoji="0" lang="zh-CN" altLang="en-US" sz="2800" b="0" i="0" u="none" strike="noStrike" kern="1200" cap="none" spc="0" normalizeH="0" baseline="0" noProof="1">
                <a:solidFill>
                  <a:schemeClr val="tx1"/>
                </a:solidFill>
                <a:latin typeface="方正粗黑宋简体" panose="02000000000000000000" charset="-122"/>
                <a:ea typeface="方正粗黑宋简体" panose="02000000000000000000" charset="-122"/>
                <a:cs typeface="+mj-cs"/>
              </a:defRPr>
            </a:lvl1pPr>
          </a:lstStyle>
          <a:p>
            <a:r>
              <a:rPr lang="zh-CN" altLang="en-US"/>
              <a:t>单击此处编辑母版标题样式</a:t>
            </a:r>
          </a:p>
        </p:txBody>
      </p:sp>
      <p:sp>
        <p:nvSpPr>
          <p:cNvPr id="3" name="文本占位符 2"/>
          <p:cNvSpPr>
            <a:spLocks noGrp="1"/>
          </p:cNvSpPr>
          <p:nvPr>
            <p:ph type="body" idx="1"/>
            <p:custDataLst>
              <p:tags r:id="rId22"/>
            </p:custDataLst>
          </p:nvPr>
        </p:nvSpPr>
        <p:spPr>
          <a:xfrm>
            <a:off x="383540" y="822325"/>
            <a:ext cx="8131810" cy="4667250"/>
          </a:xfrm>
          <a:prstGeom prst="rect">
            <a:avLst/>
          </a:prstGeom>
        </p:spPr>
        <p:txBody>
          <a:bodyPr vert="horz" lIns="91440" tIns="45720" rIns="91440" bIns="45720" rtlCol="0">
            <a:normAutofit/>
          </a:bodyPr>
          <a:lstStyle/>
          <a:p>
            <a:pPr lvl="0" algn="l">
              <a:lnSpc>
                <a:spcPct val="100000"/>
              </a:lnSpc>
              <a:spcBef>
                <a:spcPts val="600"/>
              </a:spcBef>
              <a:buClrTx/>
              <a:buSzTx/>
            </a:pPr>
            <a:r>
              <a:rPr lang="zh-CN" altLang="en-US" dirty="0"/>
              <a:t>编辑母版文本样式</a:t>
            </a:r>
          </a:p>
          <a:p>
            <a:pPr lvl="1" algn="l">
              <a:lnSpc>
                <a:spcPct val="100000"/>
              </a:lnSpc>
              <a:spcBef>
                <a:spcPts val="600"/>
              </a:spcBef>
              <a:buClrTx/>
              <a:buSzTx/>
            </a:pPr>
            <a:r>
              <a:rPr lang="zh-CN" altLang="en-US" dirty="0"/>
              <a:t>第二级</a:t>
            </a:r>
          </a:p>
          <a:p>
            <a:pPr lvl="2" algn="l">
              <a:lnSpc>
                <a:spcPct val="100000"/>
              </a:lnSpc>
              <a:spcBef>
                <a:spcPts val="600"/>
              </a:spcBef>
              <a:buClrTx/>
              <a:buSzTx/>
            </a:pPr>
            <a:r>
              <a:rPr lang="zh-CN" altLang="en-US" dirty="0"/>
              <a:t>第三级</a:t>
            </a:r>
          </a:p>
          <a:p>
            <a:pPr lvl="3" algn="l">
              <a:lnSpc>
                <a:spcPct val="100000"/>
              </a:lnSpc>
              <a:spcBef>
                <a:spcPts val="600"/>
              </a:spcBef>
              <a:buClrTx/>
              <a:buSzTx/>
            </a:pPr>
            <a:r>
              <a:rPr lang="zh-CN" altLang="en-US" dirty="0"/>
              <a:t>第四级</a:t>
            </a:r>
          </a:p>
          <a:p>
            <a:pPr lvl="4" algn="l">
              <a:lnSpc>
                <a:spcPct val="100000"/>
              </a:lnSpc>
              <a:spcBef>
                <a:spcPts val="600"/>
              </a:spcBef>
              <a:buClrTx/>
              <a:buSzTx/>
            </a:pPr>
            <a:r>
              <a:rPr lang="zh-CN" altLang="en-US" dirty="0"/>
              <a:t>第五级</a:t>
            </a:r>
          </a:p>
        </p:txBody>
      </p:sp>
      <p:sp>
        <p:nvSpPr>
          <p:cNvPr id="4" name="日期占位符 3"/>
          <p:cNvSpPr>
            <a:spLocks noGrp="1"/>
          </p:cNvSpPr>
          <p:nvPr>
            <p:ph type="dt" sz="half" idx="2"/>
            <p:custDataLst>
              <p:tags r:id="rId23"/>
            </p:custDataLst>
          </p:nvPr>
        </p:nvSpPr>
        <p:spPr>
          <a:xfrm>
            <a:off x="628650" y="5624513"/>
            <a:ext cx="2057400" cy="273844"/>
          </a:xfrm>
          <a:prstGeom prst="rect">
            <a:avLst/>
          </a:prstGeom>
        </p:spPr>
        <p:txBody>
          <a:bodyPr vert="horz" lIns="91440" tIns="45720" rIns="91440" bIns="45720" rtlCol="0" anchor="ctr">
            <a:normAutofit/>
          </a:bodyPr>
          <a:lstStyle>
            <a:lvl1pPr algn="l">
              <a:defRPr sz="675">
                <a:solidFill>
                  <a:schemeClr val="bg1">
                    <a:lumMod val="65000"/>
                  </a:schemeClr>
                </a:solidFill>
              </a:defRPr>
            </a:lvl1pPr>
          </a:lstStyle>
          <a:p>
            <a:fld id="{3B358A95-C3A6-445A-9253-6EEA2DB226D8}" type="datetimeFigureOut">
              <a:rPr lang="zh-CN" altLang="en-US" smtClean="0"/>
              <a:t>2026/10/26</a:t>
            </a:fld>
            <a:endParaRPr lang="zh-CN" altLang="en-US" dirty="0"/>
          </a:p>
        </p:txBody>
      </p:sp>
      <p:sp>
        <p:nvSpPr>
          <p:cNvPr id="5" name="页脚占位符 4"/>
          <p:cNvSpPr>
            <a:spLocks noGrp="1"/>
          </p:cNvSpPr>
          <p:nvPr>
            <p:ph type="ftr" sz="quarter" idx="3"/>
            <p:custDataLst>
              <p:tags r:id="rId24"/>
            </p:custDataLst>
          </p:nvPr>
        </p:nvSpPr>
        <p:spPr>
          <a:xfrm>
            <a:off x="3028950" y="5624513"/>
            <a:ext cx="3086100" cy="273844"/>
          </a:xfrm>
          <a:prstGeom prst="rect">
            <a:avLst/>
          </a:prstGeom>
        </p:spPr>
        <p:txBody>
          <a:bodyPr vert="horz" lIns="91440" tIns="45720" rIns="91440" bIns="45720" rtlCol="0" anchor="ctr">
            <a:normAutofit/>
          </a:bodyPr>
          <a:lstStyle>
            <a:lvl1pPr algn="ctr">
              <a:defRPr sz="675">
                <a:solidFill>
                  <a:schemeClr val="bg1">
                    <a:lumMod val="65000"/>
                  </a:schemeClr>
                </a:solidFill>
              </a:defRPr>
            </a:lvl1pPr>
          </a:lstStyle>
          <a:p>
            <a:endParaRPr lang="zh-CN" altLang="en-US"/>
          </a:p>
        </p:txBody>
      </p:sp>
      <p:sp>
        <p:nvSpPr>
          <p:cNvPr id="6" name="灯片编号占位符 5"/>
          <p:cNvSpPr>
            <a:spLocks noGrp="1"/>
          </p:cNvSpPr>
          <p:nvPr>
            <p:ph type="sldNum" sz="quarter" idx="4"/>
            <p:custDataLst>
              <p:tags r:id="rId25"/>
            </p:custDataLst>
          </p:nvPr>
        </p:nvSpPr>
        <p:spPr>
          <a:xfrm>
            <a:off x="6457950" y="5624513"/>
            <a:ext cx="2057400" cy="273844"/>
          </a:xfrm>
          <a:prstGeom prst="rect">
            <a:avLst/>
          </a:prstGeom>
        </p:spPr>
        <p:txBody>
          <a:bodyPr vert="horz" lIns="91440" tIns="45720" rIns="91440" bIns="45720" rtlCol="0" anchor="ctr">
            <a:normAutofit/>
          </a:bodyPr>
          <a:lstStyle>
            <a:lvl1pPr algn="r">
              <a:defRPr sz="675">
                <a:solidFill>
                  <a:schemeClr val="bg1">
                    <a:lumMod val="65000"/>
                  </a:schemeClr>
                </a:solidFill>
              </a:defRPr>
            </a:lvl1pPr>
          </a:lstStyle>
          <a:p>
            <a:fld id="{EB8C49CF-321A-4DB1-9C29-37DB43122813}" type="slidenum">
              <a:rPr lang="zh-CN" altLang="en-US" smtClean="0"/>
              <a:t>‹#›</a:t>
            </a:fld>
            <a:endParaRPr lang="zh-CN" altLang="en-US"/>
          </a:p>
        </p:txBody>
      </p:sp>
      <p:sp>
        <p:nvSpPr>
          <p:cNvPr id="7" name="KSO_TEMPLATE" hidden="1"/>
          <p:cNvSpPr/>
          <p:nvPr userDrawn="1">
            <p:custDataLst>
              <p:tags r:id="rId26"/>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lt1"/>
              </a:solidFill>
            </a:endParaRPr>
          </a:p>
        </p:txBody>
      </p:sp>
      <p:pic>
        <p:nvPicPr>
          <p:cNvPr id="1035" name="图片 12"/>
          <p:cNvPicPr>
            <a:picLocks noChangeAspect="1"/>
          </p:cNvPicPr>
          <p:nvPr userDrawn="1">
            <p:custDataLst>
              <p:tags r:id="rId27"/>
            </p:custDataLst>
          </p:nvPr>
        </p:nvPicPr>
        <p:blipFill>
          <a:blip r:embed="rId28">
            <a:clrChange>
              <a:clrFrom>
                <a:srgbClr val="FFFFFF"/>
              </a:clrFrom>
              <a:clrTo>
                <a:srgbClr val="FFFFFF">
                  <a:alpha val="0"/>
                </a:srgbClr>
              </a:clrTo>
            </a:clrChange>
          </a:blip>
          <a:stretch>
            <a:fillRect/>
          </a:stretch>
        </p:blipFill>
        <p:spPr>
          <a:xfrm>
            <a:off x="8515350" y="63183"/>
            <a:ext cx="617538" cy="623887"/>
          </a:xfrm>
          <a:prstGeom prst="rect">
            <a:avLst/>
          </a:prstGeom>
          <a:noFill/>
          <a:ln w="9525">
            <a:noFill/>
          </a:ln>
        </p:spPr>
      </p:pic>
    </p:spTree>
    <p:extLst>
      <p:ext uri="{BB962C8B-B14F-4D97-AF65-F5344CB8AC3E}">
        <p14:creationId xmlns:p14="http://schemas.microsoft.com/office/powerpoint/2010/main" val="3784294160"/>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 id="2147483686" r:id="rId19"/>
  </p:sldLayoutIdLst>
  <p:txStyles>
    <p:titleStyle>
      <a:lvl1pPr algn="l" defTabSz="51435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128905" indent="-128270" algn="l" defTabSz="514350" rtl="0" eaLnBrk="1" latinLnBrk="0" hangingPunct="1">
        <a:lnSpc>
          <a:spcPct val="90000"/>
        </a:lnSpc>
        <a:spcBef>
          <a:spcPct val="113000"/>
        </a:spcBef>
        <a:buFont typeface="Arial" panose="020B0604020202020204" pitchFamily="34" charset="0"/>
        <a:buChar char="•"/>
        <a:defRPr sz="2800" kern="1200">
          <a:solidFill>
            <a:schemeClr val="tx1"/>
          </a:solidFill>
          <a:latin typeface="+mn-lt"/>
          <a:ea typeface="+mn-ea"/>
          <a:cs typeface="+mn-cs"/>
        </a:defRPr>
      </a:lvl1pPr>
      <a:lvl2pPr marL="386080" indent="-128270" algn="l" defTabSz="514350" rtl="0" eaLnBrk="1" latinLnBrk="0" hangingPunct="1">
        <a:lnSpc>
          <a:spcPct val="90000"/>
        </a:lnSpc>
        <a:spcBef>
          <a:spcPts val="280"/>
        </a:spcBef>
        <a:buFont typeface="Arial" panose="020B0604020202020204" pitchFamily="34" charset="0"/>
        <a:buChar char="•"/>
        <a:defRPr sz="2400" kern="1200">
          <a:solidFill>
            <a:schemeClr val="tx1"/>
          </a:solidFill>
          <a:latin typeface="+mn-lt"/>
          <a:ea typeface="+mn-ea"/>
          <a:cs typeface="+mn-cs"/>
        </a:defRPr>
      </a:lvl2pPr>
      <a:lvl3pPr marL="643255" indent="-128270" algn="l" defTabSz="514350" rtl="0" eaLnBrk="1" latinLnBrk="0" hangingPunct="1">
        <a:lnSpc>
          <a:spcPct val="90000"/>
        </a:lnSpc>
        <a:spcBef>
          <a:spcPts val="280"/>
        </a:spcBef>
        <a:buFont typeface="Arial" panose="020B0604020202020204" pitchFamily="34" charset="0"/>
        <a:buChar char="•"/>
        <a:defRPr sz="2400" kern="1200">
          <a:solidFill>
            <a:schemeClr val="tx1"/>
          </a:solidFill>
          <a:latin typeface="+mn-lt"/>
          <a:ea typeface="+mn-ea"/>
          <a:cs typeface="+mn-cs"/>
        </a:defRPr>
      </a:lvl3pPr>
      <a:lvl4pPr marL="900430" indent="-128270" algn="l" defTabSz="514350" rtl="0" eaLnBrk="1" latinLnBrk="0" hangingPunct="1">
        <a:lnSpc>
          <a:spcPct val="90000"/>
        </a:lnSpc>
        <a:spcBef>
          <a:spcPts val="280"/>
        </a:spcBef>
        <a:buFont typeface="Arial" panose="020B0604020202020204" pitchFamily="34" charset="0"/>
        <a:buChar char="•"/>
        <a:defRPr sz="2400" kern="1200">
          <a:solidFill>
            <a:schemeClr val="tx1"/>
          </a:solidFill>
          <a:latin typeface="+mn-lt"/>
          <a:ea typeface="+mn-ea"/>
          <a:cs typeface="+mn-cs"/>
        </a:defRPr>
      </a:lvl4pPr>
      <a:lvl5pPr marL="1157605" indent="-128270" algn="l" defTabSz="514350" rtl="0" eaLnBrk="1" latinLnBrk="0" hangingPunct="1">
        <a:lnSpc>
          <a:spcPct val="90000"/>
        </a:lnSpc>
        <a:spcBef>
          <a:spcPts val="280"/>
        </a:spcBef>
        <a:buFont typeface="Arial" panose="020B0604020202020204" pitchFamily="34" charset="0"/>
        <a:buChar char="•"/>
        <a:defRPr sz="1600" kern="1200">
          <a:solidFill>
            <a:schemeClr val="tx1"/>
          </a:solidFill>
          <a:latin typeface="+mn-lt"/>
          <a:ea typeface="+mn-ea"/>
          <a:cs typeface="+mn-cs"/>
        </a:defRPr>
      </a:lvl5pPr>
      <a:lvl6pPr marL="1414780" indent="-128270"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6pPr>
      <a:lvl7pPr marL="1671955" indent="-128270"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7pPr>
      <a:lvl8pPr marL="1929130" indent="-128270"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8pPr>
      <a:lvl9pPr marL="2186305" indent="-128270"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9pPr>
    </p:bodyStyle>
    <p:otherStyle>
      <a:defPPr>
        <a:defRPr lang="zh-CN"/>
      </a:defPPr>
      <a:lvl1pPr marL="0" algn="l" defTabSz="514350" rtl="0" eaLnBrk="1" latinLnBrk="0" hangingPunct="1">
        <a:defRPr sz="1015" kern="1200">
          <a:solidFill>
            <a:schemeClr val="tx1"/>
          </a:solidFill>
          <a:latin typeface="+mn-lt"/>
          <a:ea typeface="+mn-ea"/>
          <a:cs typeface="+mn-cs"/>
        </a:defRPr>
      </a:lvl1pPr>
      <a:lvl2pPr marL="257175" algn="l" defTabSz="514350" rtl="0" eaLnBrk="1" latinLnBrk="0" hangingPunct="1">
        <a:defRPr sz="1015" kern="1200">
          <a:solidFill>
            <a:schemeClr val="tx1"/>
          </a:solidFill>
          <a:latin typeface="+mn-lt"/>
          <a:ea typeface="+mn-ea"/>
          <a:cs typeface="+mn-cs"/>
        </a:defRPr>
      </a:lvl2pPr>
      <a:lvl3pPr marL="514350" algn="l" defTabSz="514350" rtl="0" eaLnBrk="1" latinLnBrk="0" hangingPunct="1">
        <a:defRPr sz="1015" kern="1200">
          <a:solidFill>
            <a:schemeClr val="tx1"/>
          </a:solidFill>
          <a:latin typeface="+mn-lt"/>
          <a:ea typeface="+mn-ea"/>
          <a:cs typeface="+mn-cs"/>
        </a:defRPr>
      </a:lvl3pPr>
      <a:lvl4pPr marL="771525" algn="l" defTabSz="514350" rtl="0" eaLnBrk="1" latinLnBrk="0" hangingPunct="1">
        <a:defRPr sz="1015" kern="1200">
          <a:solidFill>
            <a:schemeClr val="tx1"/>
          </a:solidFill>
          <a:latin typeface="+mn-lt"/>
          <a:ea typeface="+mn-ea"/>
          <a:cs typeface="+mn-cs"/>
        </a:defRPr>
      </a:lvl4pPr>
      <a:lvl5pPr marL="1028700" algn="l" defTabSz="514350" rtl="0" eaLnBrk="1" latinLnBrk="0" hangingPunct="1">
        <a:defRPr sz="1015" kern="1200">
          <a:solidFill>
            <a:schemeClr val="tx1"/>
          </a:solidFill>
          <a:latin typeface="+mn-lt"/>
          <a:ea typeface="+mn-ea"/>
          <a:cs typeface="+mn-cs"/>
        </a:defRPr>
      </a:lvl5pPr>
      <a:lvl6pPr marL="1285875" algn="l" defTabSz="514350" rtl="0" eaLnBrk="1" latinLnBrk="0" hangingPunct="1">
        <a:defRPr sz="1015" kern="1200">
          <a:solidFill>
            <a:schemeClr val="tx1"/>
          </a:solidFill>
          <a:latin typeface="+mn-lt"/>
          <a:ea typeface="+mn-ea"/>
          <a:cs typeface="+mn-cs"/>
        </a:defRPr>
      </a:lvl6pPr>
      <a:lvl7pPr marL="1543050" algn="l" defTabSz="514350" rtl="0" eaLnBrk="1" latinLnBrk="0" hangingPunct="1">
        <a:defRPr sz="1015" kern="1200">
          <a:solidFill>
            <a:schemeClr val="tx1"/>
          </a:solidFill>
          <a:latin typeface="+mn-lt"/>
          <a:ea typeface="+mn-ea"/>
          <a:cs typeface="+mn-cs"/>
        </a:defRPr>
      </a:lvl7pPr>
      <a:lvl8pPr marL="1800225" algn="l" defTabSz="514350" rtl="0" eaLnBrk="1" latinLnBrk="0" hangingPunct="1">
        <a:defRPr sz="1015" kern="1200">
          <a:solidFill>
            <a:schemeClr val="tx1"/>
          </a:solidFill>
          <a:latin typeface="+mn-lt"/>
          <a:ea typeface="+mn-ea"/>
          <a:cs typeface="+mn-cs"/>
        </a:defRPr>
      </a:lvl8pPr>
      <a:lvl9pPr marL="2057400" algn="l" defTabSz="514350" rtl="0" eaLnBrk="1" latinLnBrk="0" hangingPunct="1">
        <a:defRPr sz="10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tags" Target="../tags/tag250.xml"/><Relationship Id="rId2" Type="http://schemas.openxmlformats.org/officeDocument/2006/relationships/tags" Target="../tags/tag249.xml"/><Relationship Id="rId1" Type="http://schemas.openxmlformats.org/officeDocument/2006/relationships/tags" Target="../tags/tag248.xml"/><Relationship Id="rId5" Type="http://schemas.openxmlformats.org/officeDocument/2006/relationships/image" Target="../media/image14.png"/><Relationship Id="rId4"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3" Type="http://schemas.openxmlformats.org/officeDocument/2006/relationships/tags" Target="../tags/tag263.xml"/><Relationship Id="rId18" Type="http://schemas.openxmlformats.org/officeDocument/2006/relationships/tags" Target="../tags/tag268.xml"/><Relationship Id="rId26" Type="http://schemas.openxmlformats.org/officeDocument/2006/relationships/tags" Target="../tags/tag276.xml"/><Relationship Id="rId39" Type="http://schemas.openxmlformats.org/officeDocument/2006/relationships/tags" Target="../tags/tag289.xml"/><Relationship Id="rId21" Type="http://schemas.openxmlformats.org/officeDocument/2006/relationships/tags" Target="../tags/tag271.xml"/><Relationship Id="rId34" Type="http://schemas.openxmlformats.org/officeDocument/2006/relationships/tags" Target="../tags/tag284.xml"/><Relationship Id="rId7" Type="http://schemas.openxmlformats.org/officeDocument/2006/relationships/tags" Target="../tags/tag257.xml"/><Relationship Id="rId2" Type="http://schemas.openxmlformats.org/officeDocument/2006/relationships/tags" Target="../tags/tag252.xml"/><Relationship Id="rId16" Type="http://schemas.openxmlformats.org/officeDocument/2006/relationships/tags" Target="../tags/tag266.xml"/><Relationship Id="rId20" Type="http://schemas.openxmlformats.org/officeDocument/2006/relationships/tags" Target="../tags/tag270.xml"/><Relationship Id="rId29" Type="http://schemas.openxmlformats.org/officeDocument/2006/relationships/tags" Target="../tags/tag279.xml"/><Relationship Id="rId41" Type="http://schemas.openxmlformats.org/officeDocument/2006/relationships/slideLayout" Target="../slideLayouts/slideLayout7.xml"/><Relationship Id="rId1" Type="http://schemas.openxmlformats.org/officeDocument/2006/relationships/tags" Target="../tags/tag251.xml"/><Relationship Id="rId6" Type="http://schemas.openxmlformats.org/officeDocument/2006/relationships/tags" Target="../tags/tag256.xml"/><Relationship Id="rId11" Type="http://schemas.openxmlformats.org/officeDocument/2006/relationships/tags" Target="../tags/tag261.xml"/><Relationship Id="rId24" Type="http://schemas.openxmlformats.org/officeDocument/2006/relationships/tags" Target="../tags/tag274.xml"/><Relationship Id="rId32" Type="http://schemas.openxmlformats.org/officeDocument/2006/relationships/tags" Target="../tags/tag282.xml"/><Relationship Id="rId37" Type="http://schemas.openxmlformats.org/officeDocument/2006/relationships/tags" Target="../tags/tag287.xml"/><Relationship Id="rId40" Type="http://schemas.openxmlformats.org/officeDocument/2006/relationships/tags" Target="../tags/tag290.xml"/><Relationship Id="rId5" Type="http://schemas.openxmlformats.org/officeDocument/2006/relationships/tags" Target="../tags/tag255.xml"/><Relationship Id="rId15" Type="http://schemas.openxmlformats.org/officeDocument/2006/relationships/tags" Target="../tags/tag265.xml"/><Relationship Id="rId23" Type="http://schemas.openxmlformats.org/officeDocument/2006/relationships/tags" Target="../tags/tag273.xml"/><Relationship Id="rId28" Type="http://schemas.openxmlformats.org/officeDocument/2006/relationships/tags" Target="../tags/tag278.xml"/><Relationship Id="rId36" Type="http://schemas.openxmlformats.org/officeDocument/2006/relationships/tags" Target="../tags/tag286.xml"/><Relationship Id="rId10" Type="http://schemas.openxmlformats.org/officeDocument/2006/relationships/tags" Target="../tags/tag260.xml"/><Relationship Id="rId19" Type="http://schemas.openxmlformats.org/officeDocument/2006/relationships/tags" Target="../tags/tag269.xml"/><Relationship Id="rId31" Type="http://schemas.openxmlformats.org/officeDocument/2006/relationships/tags" Target="../tags/tag281.xml"/><Relationship Id="rId4" Type="http://schemas.openxmlformats.org/officeDocument/2006/relationships/tags" Target="../tags/tag254.xml"/><Relationship Id="rId9" Type="http://schemas.openxmlformats.org/officeDocument/2006/relationships/tags" Target="../tags/tag259.xml"/><Relationship Id="rId14" Type="http://schemas.openxmlformats.org/officeDocument/2006/relationships/tags" Target="../tags/tag264.xml"/><Relationship Id="rId22" Type="http://schemas.openxmlformats.org/officeDocument/2006/relationships/tags" Target="../tags/tag272.xml"/><Relationship Id="rId27" Type="http://schemas.openxmlformats.org/officeDocument/2006/relationships/tags" Target="../tags/tag277.xml"/><Relationship Id="rId30" Type="http://schemas.openxmlformats.org/officeDocument/2006/relationships/tags" Target="../tags/tag280.xml"/><Relationship Id="rId35" Type="http://schemas.openxmlformats.org/officeDocument/2006/relationships/tags" Target="../tags/tag285.xml"/><Relationship Id="rId8" Type="http://schemas.openxmlformats.org/officeDocument/2006/relationships/tags" Target="../tags/tag258.xml"/><Relationship Id="rId3" Type="http://schemas.openxmlformats.org/officeDocument/2006/relationships/tags" Target="../tags/tag253.xml"/><Relationship Id="rId12" Type="http://schemas.openxmlformats.org/officeDocument/2006/relationships/tags" Target="../tags/tag262.xml"/><Relationship Id="rId17" Type="http://schemas.openxmlformats.org/officeDocument/2006/relationships/tags" Target="../tags/tag267.xml"/><Relationship Id="rId25" Type="http://schemas.openxmlformats.org/officeDocument/2006/relationships/tags" Target="../tags/tag275.xml"/><Relationship Id="rId33" Type="http://schemas.openxmlformats.org/officeDocument/2006/relationships/tags" Target="../tags/tag283.xml"/><Relationship Id="rId38" Type="http://schemas.openxmlformats.org/officeDocument/2006/relationships/tags" Target="../tags/tag288.xml"/></Relationships>
</file>

<file path=ppt/slides/_rels/slide4.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tags" Target="../tags/tag293.xml"/><Relationship Id="rId7" Type="http://schemas.openxmlformats.org/officeDocument/2006/relationships/slideLayout" Target="../slideLayouts/slideLayout19.xml"/><Relationship Id="rId2" Type="http://schemas.openxmlformats.org/officeDocument/2006/relationships/tags" Target="../tags/tag292.xml"/><Relationship Id="rId1" Type="http://schemas.openxmlformats.org/officeDocument/2006/relationships/tags" Target="../tags/tag291.xml"/><Relationship Id="rId6" Type="http://schemas.openxmlformats.org/officeDocument/2006/relationships/tags" Target="../tags/tag296.xml"/><Relationship Id="rId5" Type="http://schemas.openxmlformats.org/officeDocument/2006/relationships/tags" Target="../tags/tag295.xml"/><Relationship Id="rId4" Type="http://schemas.openxmlformats.org/officeDocument/2006/relationships/tags" Target="../tags/tag294.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ags" Target="../tags/tag297.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ags" Target="../tags/tag298.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tags" Target="../tags/tag301.xml"/><Relationship Id="rId7" Type="http://schemas.openxmlformats.org/officeDocument/2006/relationships/image" Target="../media/image22.png"/><Relationship Id="rId2" Type="http://schemas.openxmlformats.org/officeDocument/2006/relationships/tags" Target="../tags/tag300.xml"/><Relationship Id="rId1" Type="http://schemas.openxmlformats.org/officeDocument/2006/relationships/tags" Target="../tags/tag299.xml"/><Relationship Id="rId6" Type="http://schemas.openxmlformats.org/officeDocument/2006/relationships/image" Target="../media/image21.jpeg"/><Relationship Id="rId5" Type="http://schemas.openxmlformats.org/officeDocument/2006/relationships/notesSlide" Target="../notesSlides/notesSlide1.xml"/><Relationship Id="rId4"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03.xml"/><Relationship Id="rId1" Type="http://schemas.openxmlformats.org/officeDocument/2006/relationships/tags" Target="../tags/tag302.xml"/><Relationship Id="rId5" Type="http://schemas.openxmlformats.org/officeDocument/2006/relationships/image" Target="../media/image23.jpeg"/><Relationship Id="rId4" Type="http://schemas.openxmlformats.org/officeDocument/2006/relationships/notesSlide" Target="../notesSlides/notesSlide3.xml"/></Relationships>
</file>

<file path=ppt/slides/_rels/slide15.xml.rels><?xml version="1.0" encoding="UTF-8" standalone="yes"?>
<Relationships xmlns="http://schemas.openxmlformats.org/package/2006/relationships"><Relationship Id="rId8" Type="http://schemas.openxmlformats.org/officeDocument/2006/relationships/image" Target="../media/image25.GIF"/><Relationship Id="rId3" Type="http://schemas.openxmlformats.org/officeDocument/2006/relationships/tags" Target="../tags/tag306.xml"/><Relationship Id="rId7" Type="http://schemas.openxmlformats.org/officeDocument/2006/relationships/image" Target="../media/image24.png"/><Relationship Id="rId2" Type="http://schemas.openxmlformats.org/officeDocument/2006/relationships/tags" Target="../tags/tag305.xml"/><Relationship Id="rId1" Type="http://schemas.openxmlformats.org/officeDocument/2006/relationships/tags" Target="../tags/tag304.xml"/><Relationship Id="rId6" Type="http://schemas.openxmlformats.org/officeDocument/2006/relationships/notesSlide" Target="../notesSlides/notesSlide4.xml"/><Relationship Id="rId5" Type="http://schemas.openxmlformats.org/officeDocument/2006/relationships/slideLayout" Target="../slideLayouts/slideLayout7.xml"/><Relationship Id="rId10" Type="http://schemas.openxmlformats.org/officeDocument/2006/relationships/image" Target="../media/image26.wmf"/><Relationship Id="rId4" Type="http://schemas.openxmlformats.org/officeDocument/2006/relationships/tags" Target="../tags/tag307.xml"/><Relationship Id="rId9"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slideLayout" Target="../slideLayouts/slideLayout7.xml"/><Relationship Id="rId7" Type="http://schemas.openxmlformats.org/officeDocument/2006/relationships/diagramColors" Target="../diagrams/colors1.xml"/><Relationship Id="rId2" Type="http://schemas.openxmlformats.org/officeDocument/2006/relationships/tags" Target="../tags/tag309.xml"/><Relationship Id="rId1" Type="http://schemas.openxmlformats.org/officeDocument/2006/relationships/tags" Target="../tags/tag30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tags" Target="../tags/tag312.xml"/><Relationship Id="rId7" Type="http://schemas.openxmlformats.org/officeDocument/2006/relationships/image" Target="../media/image28.png"/><Relationship Id="rId2" Type="http://schemas.openxmlformats.org/officeDocument/2006/relationships/tags" Target="../tags/tag311.xml"/><Relationship Id="rId1" Type="http://schemas.openxmlformats.org/officeDocument/2006/relationships/tags" Target="../tags/tag310.xml"/><Relationship Id="rId6" Type="http://schemas.openxmlformats.org/officeDocument/2006/relationships/image" Target="../media/image27.png"/><Relationship Id="rId5" Type="http://schemas.openxmlformats.org/officeDocument/2006/relationships/slideLayout" Target="../slideLayouts/slideLayout7.xml"/><Relationship Id="rId4" Type="http://schemas.openxmlformats.org/officeDocument/2006/relationships/tags" Target="../tags/tag313.xml"/><Relationship Id="rId9"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15.xml"/><Relationship Id="rId1" Type="http://schemas.openxmlformats.org/officeDocument/2006/relationships/tags" Target="../tags/tag314.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17.xml"/><Relationship Id="rId1" Type="http://schemas.openxmlformats.org/officeDocument/2006/relationships/tags" Target="../tags/tag316.xml"/><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19.xml"/><Relationship Id="rId1" Type="http://schemas.openxmlformats.org/officeDocument/2006/relationships/tags" Target="../tags/tag318.xml"/><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21.xml"/><Relationship Id="rId1" Type="http://schemas.openxmlformats.org/officeDocument/2006/relationships/tags" Target="../tags/tag320.xml"/><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8" Type="http://schemas.openxmlformats.org/officeDocument/2006/relationships/tags" Target="../tags/tag329.xml"/><Relationship Id="rId13" Type="http://schemas.openxmlformats.org/officeDocument/2006/relationships/tags" Target="../tags/tag334.xml"/><Relationship Id="rId18" Type="http://schemas.openxmlformats.org/officeDocument/2006/relationships/slideLayout" Target="../slideLayouts/slideLayout7.xml"/><Relationship Id="rId3" Type="http://schemas.openxmlformats.org/officeDocument/2006/relationships/tags" Target="../tags/tag324.xml"/><Relationship Id="rId7" Type="http://schemas.openxmlformats.org/officeDocument/2006/relationships/tags" Target="../tags/tag328.xml"/><Relationship Id="rId12" Type="http://schemas.openxmlformats.org/officeDocument/2006/relationships/tags" Target="../tags/tag333.xml"/><Relationship Id="rId17" Type="http://schemas.openxmlformats.org/officeDocument/2006/relationships/tags" Target="../tags/tag338.xml"/><Relationship Id="rId2" Type="http://schemas.openxmlformats.org/officeDocument/2006/relationships/tags" Target="../tags/tag323.xml"/><Relationship Id="rId16" Type="http://schemas.openxmlformats.org/officeDocument/2006/relationships/tags" Target="../tags/tag337.xml"/><Relationship Id="rId1" Type="http://schemas.openxmlformats.org/officeDocument/2006/relationships/tags" Target="../tags/tag322.xml"/><Relationship Id="rId6" Type="http://schemas.openxmlformats.org/officeDocument/2006/relationships/tags" Target="../tags/tag327.xml"/><Relationship Id="rId11" Type="http://schemas.openxmlformats.org/officeDocument/2006/relationships/tags" Target="../tags/tag332.xml"/><Relationship Id="rId5" Type="http://schemas.openxmlformats.org/officeDocument/2006/relationships/tags" Target="../tags/tag326.xml"/><Relationship Id="rId15" Type="http://schemas.openxmlformats.org/officeDocument/2006/relationships/tags" Target="../tags/tag336.xml"/><Relationship Id="rId10" Type="http://schemas.openxmlformats.org/officeDocument/2006/relationships/tags" Target="../tags/tag331.xml"/><Relationship Id="rId19" Type="http://schemas.openxmlformats.org/officeDocument/2006/relationships/image" Target="../media/image37.png"/><Relationship Id="rId4" Type="http://schemas.openxmlformats.org/officeDocument/2006/relationships/tags" Target="../tags/tag325.xml"/><Relationship Id="rId9" Type="http://schemas.openxmlformats.org/officeDocument/2006/relationships/tags" Target="../tags/tag330.xml"/><Relationship Id="rId14" Type="http://schemas.openxmlformats.org/officeDocument/2006/relationships/tags" Target="../tags/tag335.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39.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40.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slideLayout" Target="../slideLayouts/slideLayout7.xml"/><Relationship Id="rId1" Type="http://schemas.openxmlformats.org/officeDocument/2006/relationships/tags" Target="../tags/tag34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7.xml.rels><?xml version="1.0" encoding="UTF-8" standalone="yes"?>
<Relationships xmlns="http://schemas.openxmlformats.org/package/2006/relationships"><Relationship Id="rId8" Type="http://schemas.openxmlformats.org/officeDocument/2006/relationships/diagramColors" Target="../diagrams/colors3.xml"/><Relationship Id="rId13" Type="http://schemas.openxmlformats.org/officeDocument/2006/relationships/image" Target="../media/image44.png"/><Relationship Id="rId3" Type="http://schemas.openxmlformats.org/officeDocument/2006/relationships/slideLayout" Target="../slideLayouts/slideLayout7.xml"/><Relationship Id="rId7" Type="http://schemas.openxmlformats.org/officeDocument/2006/relationships/diagramQuickStyle" Target="../diagrams/quickStyle3.xml"/><Relationship Id="rId12" Type="http://schemas.openxmlformats.org/officeDocument/2006/relationships/image" Target="../media/image43.png"/><Relationship Id="rId2" Type="http://schemas.openxmlformats.org/officeDocument/2006/relationships/tags" Target="../tags/tag343.xml"/><Relationship Id="rId1" Type="http://schemas.openxmlformats.org/officeDocument/2006/relationships/tags" Target="../tags/tag342.xml"/><Relationship Id="rId6" Type="http://schemas.openxmlformats.org/officeDocument/2006/relationships/diagramLayout" Target="../diagrams/layout3.xml"/><Relationship Id="rId11" Type="http://schemas.openxmlformats.org/officeDocument/2006/relationships/image" Target="../media/image42.png"/><Relationship Id="rId5" Type="http://schemas.openxmlformats.org/officeDocument/2006/relationships/diagramData" Target="../diagrams/data3.xml"/><Relationship Id="rId10" Type="http://schemas.openxmlformats.org/officeDocument/2006/relationships/image" Target="../media/image41.png"/><Relationship Id="rId4" Type="http://schemas.openxmlformats.org/officeDocument/2006/relationships/notesSlide" Target="../notesSlides/notesSlide5.xml"/><Relationship Id="rId9" Type="http://schemas.microsoft.com/office/2007/relationships/diagramDrawing" Target="../diagrams/drawing3.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45.xml"/><Relationship Id="rId1" Type="http://schemas.openxmlformats.org/officeDocument/2006/relationships/tags" Target="../tags/tag344.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47.xml"/><Relationship Id="rId1" Type="http://schemas.openxmlformats.org/officeDocument/2006/relationships/tags" Target="../tags/tag346.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49.xml"/><Relationship Id="rId1" Type="http://schemas.openxmlformats.org/officeDocument/2006/relationships/tags" Target="../tags/tag348.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51.xml"/><Relationship Id="rId1" Type="http://schemas.openxmlformats.org/officeDocument/2006/relationships/tags" Target="../tags/tag350.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53.xml"/><Relationship Id="rId1" Type="http://schemas.openxmlformats.org/officeDocument/2006/relationships/tags" Target="../tags/tag352.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55.xml"/><Relationship Id="rId1" Type="http://schemas.openxmlformats.org/officeDocument/2006/relationships/tags" Target="../tags/tag35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57.xml"/><Relationship Id="rId1" Type="http://schemas.openxmlformats.org/officeDocument/2006/relationships/tags" Target="../tags/tag356.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59.xml"/><Relationship Id="rId1" Type="http://schemas.openxmlformats.org/officeDocument/2006/relationships/tags" Target="../tags/tag358.xml"/></Relationships>
</file>

<file path=ppt/slides/_rels/slide37.xml.rels><?xml version="1.0" encoding="UTF-8" standalone="yes"?>
<Relationships xmlns="http://schemas.openxmlformats.org/package/2006/relationships"><Relationship Id="rId8" Type="http://schemas.openxmlformats.org/officeDocument/2006/relationships/tags" Target="../tags/tag367.xml"/><Relationship Id="rId13" Type="http://schemas.openxmlformats.org/officeDocument/2006/relationships/tags" Target="../tags/tag372.xml"/><Relationship Id="rId18" Type="http://schemas.openxmlformats.org/officeDocument/2006/relationships/slideLayout" Target="../slideLayouts/slideLayout7.xml"/><Relationship Id="rId3" Type="http://schemas.openxmlformats.org/officeDocument/2006/relationships/tags" Target="../tags/tag362.xml"/><Relationship Id="rId7" Type="http://schemas.openxmlformats.org/officeDocument/2006/relationships/tags" Target="../tags/tag366.xml"/><Relationship Id="rId12" Type="http://schemas.openxmlformats.org/officeDocument/2006/relationships/tags" Target="../tags/tag371.xml"/><Relationship Id="rId17" Type="http://schemas.openxmlformats.org/officeDocument/2006/relationships/tags" Target="../tags/tag376.xml"/><Relationship Id="rId2" Type="http://schemas.openxmlformats.org/officeDocument/2006/relationships/tags" Target="../tags/tag361.xml"/><Relationship Id="rId16" Type="http://schemas.openxmlformats.org/officeDocument/2006/relationships/tags" Target="../tags/tag375.xml"/><Relationship Id="rId1" Type="http://schemas.openxmlformats.org/officeDocument/2006/relationships/tags" Target="../tags/tag360.xml"/><Relationship Id="rId6" Type="http://schemas.openxmlformats.org/officeDocument/2006/relationships/tags" Target="../tags/tag365.xml"/><Relationship Id="rId11" Type="http://schemas.openxmlformats.org/officeDocument/2006/relationships/tags" Target="../tags/tag370.xml"/><Relationship Id="rId5" Type="http://schemas.openxmlformats.org/officeDocument/2006/relationships/tags" Target="../tags/tag364.xml"/><Relationship Id="rId15" Type="http://schemas.openxmlformats.org/officeDocument/2006/relationships/tags" Target="../tags/tag374.xml"/><Relationship Id="rId10" Type="http://schemas.openxmlformats.org/officeDocument/2006/relationships/tags" Target="../tags/tag369.xml"/><Relationship Id="rId19" Type="http://schemas.openxmlformats.org/officeDocument/2006/relationships/image" Target="../media/image37.png"/><Relationship Id="rId4" Type="http://schemas.openxmlformats.org/officeDocument/2006/relationships/tags" Target="../tags/tag363.xml"/><Relationship Id="rId9" Type="http://schemas.openxmlformats.org/officeDocument/2006/relationships/tags" Target="../tags/tag368.xml"/><Relationship Id="rId14" Type="http://schemas.openxmlformats.org/officeDocument/2006/relationships/tags" Target="../tags/tag37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78.xml"/><Relationship Id="rId1" Type="http://schemas.openxmlformats.org/officeDocument/2006/relationships/tags" Target="../tags/tag377.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slideLayout" Target="../slideLayouts/slideLayout2.xml"/><Relationship Id="rId1" Type="http://schemas.openxmlformats.org/officeDocument/2006/relationships/tags" Target="../tags/tag379.xml"/><Relationship Id="rId5" Type="http://schemas.openxmlformats.org/officeDocument/2006/relationships/image" Target="../media/image46.wmf"/><Relationship Id="rId4" Type="http://schemas.openxmlformats.org/officeDocument/2006/relationships/oleObject" Target="../embeddings/oleObject2.bin"/></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81.xml"/><Relationship Id="rId1" Type="http://schemas.openxmlformats.org/officeDocument/2006/relationships/tags" Target="../tags/tag380.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83.xml"/><Relationship Id="rId1" Type="http://schemas.openxmlformats.org/officeDocument/2006/relationships/tags" Target="../tags/tag382.xml"/><Relationship Id="rId4" Type="http://schemas.openxmlformats.org/officeDocument/2006/relationships/image" Target="../media/image47.emf"/></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85.xml"/><Relationship Id="rId1" Type="http://schemas.openxmlformats.org/officeDocument/2006/relationships/tags" Target="../tags/tag384.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87.xml"/><Relationship Id="rId1" Type="http://schemas.openxmlformats.org/officeDocument/2006/relationships/tags" Target="../tags/tag386.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89.xml"/><Relationship Id="rId1" Type="http://schemas.openxmlformats.org/officeDocument/2006/relationships/tags" Target="../tags/tag388.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91.xml"/><Relationship Id="rId1" Type="http://schemas.openxmlformats.org/officeDocument/2006/relationships/tags" Target="../tags/tag390.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93.xml"/><Relationship Id="rId1" Type="http://schemas.openxmlformats.org/officeDocument/2006/relationships/tags" Target="../tags/tag392.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95.xml"/><Relationship Id="rId1" Type="http://schemas.openxmlformats.org/officeDocument/2006/relationships/tags" Target="../tags/tag394.xml"/></Relationships>
</file>

<file path=ppt/slides/_rels/slide5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97.xml"/><Relationship Id="rId1" Type="http://schemas.openxmlformats.org/officeDocument/2006/relationships/tags" Target="../tags/tag396.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99.xml"/><Relationship Id="rId1" Type="http://schemas.openxmlformats.org/officeDocument/2006/relationships/tags" Target="../tags/tag398.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01.xml"/><Relationship Id="rId1" Type="http://schemas.openxmlformats.org/officeDocument/2006/relationships/tags" Target="../tags/tag400.xml"/></Relationships>
</file>

<file path=ppt/slides/_rels/slide5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03.xml"/><Relationship Id="rId1" Type="http://schemas.openxmlformats.org/officeDocument/2006/relationships/tags" Target="../tags/tag402.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05.xml"/><Relationship Id="rId1" Type="http://schemas.openxmlformats.org/officeDocument/2006/relationships/tags" Target="../tags/tag404.xml"/></Relationships>
</file>

<file path=ppt/slides/_rels/slide57.xml.rels><?xml version="1.0" encoding="UTF-8" standalone="yes"?>
<Relationships xmlns="http://schemas.openxmlformats.org/package/2006/relationships"><Relationship Id="rId3" Type="http://schemas.openxmlformats.org/officeDocument/2006/relationships/tags" Target="../tags/tag408.xml"/><Relationship Id="rId2" Type="http://schemas.openxmlformats.org/officeDocument/2006/relationships/tags" Target="../tags/tag407.xml"/><Relationship Id="rId1" Type="http://schemas.openxmlformats.org/officeDocument/2006/relationships/tags" Target="../tags/tag406.xml"/><Relationship Id="rId5" Type="http://schemas.openxmlformats.org/officeDocument/2006/relationships/slideLayout" Target="../slideLayouts/slideLayout7.xml"/><Relationship Id="rId4" Type="http://schemas.openxmlformats.org/officeDocument/2006/relationships/tags" Target="../tags/tag409.xml"/></Relationships>
</file>

<file path=ppt/slides/_rels/slide58.xml.rels><?xml version="1.0" encoding="UTF-8" standalone="yes"?>
<Relationships xmlns="http://schemas.openxmlformats.org/package/2006/relationships"><Relationship Id="rId8" Type="http://schemas.openxmlformats.org/officeDocument/2006/relationships/tags" Target="../tags/tag417.xml"/><Relationship Id="rId13" Type="http://schemas.openxmlformats.org/officeDocument/2006/relationships/tags" Target="../tags/tag422.xml"/><Relationship Id="rId18" Type="http://schemas.openxmlformats.org/officeDocument/2006/relationships/tags" Target="../tags/tag427.xml"/><Relationship Id="rId26" Type="http://schemas.openxmlformats.org/officeDocument/2006/relationships/image" Target="../media/image37.png"/><Relationship Id="rId3" Type="http://schemas.openxmlformats.org/officeDocument/2006/relationships/tags" Target="../tags/tag412.xml"/><Relationship Id="rId21" Type="http://schemas.openxmlformats.org/officeDocument/2006/relationships/tags" Target="../tags/tag430.xml"/><Relationship Id="rId7" Type="http://schemas.openxmlformats.org/officeDocument/2006/relationships/tags" Target="../tags/tag416.xml"/><Relationship Id="rId12" Type="http://schemas.openxmlformats.org/officeDocument/2006/relationships/tags" Target="../tags/tag421.xml"/><Relationship Id="rId17" Type="http://schemas.openxmlformats.org/officeDocument/2006/relationships/tags" Target="../tags/tag426.xml"/><Relationship Id="rId25" Type="http://schemas.openxmlformats.org/officeDocument/2006/relationships/slideLayout" Target="../slideLayouts/slideLayout7.xml"/><Relationship Id="rId2" Type="http://schemas.openxmlformats.org/officeDocument/2006/relationships/tags" Target="../tags/tag411.xml"/><Relationship Id="rId16" Type="http://schemas.openxmlformats.org/officeDocument/2006/relationships/tags" Target="../tags/tag425.xml"/><Relationship Id="rId20" Type="http://schemas.openxmlformats.org/officeDocument/2006/relationships/tags" Target="../tags/tag429.xml"/><Relationship Id="rId1" Type="http://schemas.openxmlformats.org/officeDocument/2006/relationships/tags" Target="../tags/tag410.xml"/><Relationship Id="rId6" Type="http://schemas.openxmlformats.org/officeDocument/2006/relationships/tags" Target="../tags/tag415.xml"/><Relationship Id="rId11" Type="http://schemas.openxmlformats.org/officeDocument/2006/relationships/tags" Target="../tags/tag420.xml"/><Relationship Id="rId24" Type="http://schemas.openxmlformats.org/officeDocument/2006/relationships/tags" Target="../tags/tag433.xml"/><Relationship Id="rId5" Type="http://schemas.openxmlformats.org/officeDocument/2006/relationships/tags" Target="../tags/tag414.xml"/><Relationship Id="rId15" Type="http://schemas.openxmlformats.org/officeDocument/2006/relationships/tags" Target="../tags/tag424.xml"/><Relationship Id="rId23" Type="http://schemas.openxmlformats.org/officeDocument/2006/relationships/tags" Target="../tags/tag432.xml"/><Relationship Id="rId10" Type="http://schemas.openxmlformats.org/officeDocument/2006/relationships/tags" Target="../tags/tag419.xml"/><Relationship Id="rId19" Type="http://schemas.openxmlformats.org/officeDocument/2006/relationships/tags" Target="../tags/tag428.xml"/><Relationship Id="rId4" Type="http://schemas.openxmlformats.org/officeDocument/2006/relationships/tags" Target="../tags/tag413.xml"/><Relationship Id="rId9" Type="http://schemas.openxmlformats.org/officeDocument/2006/relationships/tags" Target="../tags/tag418.xml"/><Relationship Id="rId14" Type="http://schemas.openxmlformats.org/officeDocument/2006/relationships/tags" Target="../tags/tag423.xml"/><Relationship Id="rId22" Type="http://schemas.openxmlformats.org/officeDocument/2006/relationships/tags" Target="../tags/tag431.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35.xml"/><Relationship Id="rId1" Type="http://schemas.openxmlformats.org/officeDocument/2006/relationships/tags" Target="../tags/tag434.xml"/><Relationship Id="rId4" Type="http://schemas.openxmlformats.org/officeDocument/2006/relationships/image" Target="../media/image50.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37.xml"/><Relationship Id="rId1" Type="http://schemas.openxmlformats.org/officeDocument/2006/relationships/tags" Target="../tags/tag436.xml"/><Relationship Id="rId4" Type="http://schemas.openxmlformats.org/officeDocument/2006/relationships/image" Target="../media/image51.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39.xml"/><Relationship Id="rId1" Type="http://schemas.openxmlformats.org/officeDocument/2006/relationships/tags" Target="../tags/tag438.xml"/><Relationship Id="rId4" Type="http://schemas.openxmlformats.org/officeDocument/2006/relationships/image" Target="../media/image5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4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课程回顾：第</a:t>
            </a:r>
            <a:r>
              <a:rPr lang="en-US" altLang="zh-CN"/>
              <a:t>1</a:t>
            </a:r>
            <a:r>
              <a:t>讲与第</a:t>
            </a:r>
            <a:r>
              <a:rPr lang="en-US" altLang="zh-CN"/>
              <a:t>2</a:t>
            </a:r>
            <a:r>
              <a:t>讲</a:t>
            </a:r>
          </a:p>
        </p:txBody>
      </p:sp>
      <p:sp>
        <p:nvSpPr>
          <p:cNvPr id="3" name="内容占位符 2"/>
          <p:cNvSpPr>
            <a:spLocks noGrp="1"/>
          </p:cNvSpPr>
          <p:nvPr>
            <p:ph idx="1"/>
          </p:nvPr>
        </p:nvSpPr>
        <p:spPr>
          <a:xfrm>
            <a:off x="502285" y="999490"/>
            <a:ext cx="8139430" cy="4957445"/>
          </a:xfrm>
        </p:spPr>
        <p:txBody>
          <a:bodyPr>
            <a:normAutofit/>
          </a:bodyPr>
          <a:lstStyle/>
          <a:p>
            <a:r>
              <a:rPr lang="zh-CN" altLang="en-US" dirty="0"/>
              <a:t>第</a:t>
            </a:r>
            <a:r>
              <a:rPr lang="en-US" altLang="zh-CN" dirty="0"/>
              <a:t>1</a:t>
            </a:r>
            <a:r>
              <a:rPr lang="zh-CN" altLang="en-US" dirty="0"/>
              <a:t>讲</a:t>
            </a:r>
            <a:r>
              <a:rPr lang="en-US" altLang="zh-CN" dirty="0"/>
              <a:t> </a:t>
            </a:r>
            <a:r>
              <a:rPr lang="zh-CN" altLang="en-US" dirty="0"/>
              <a:t>课程概述</a:t>
            </a:r>
            <a:endParaRPr dirty="0"/>
          </a:p>
          <a:p>
            <a:pPr lvl="1"/>
            <a:r>
              <a:rPr lang="zh-CN" altLang="en-US" dirty="0"/>
              <a:t>课程概述</a:t>
            </a:r>
            <a:endParaRPr lang="en-US" altLang="zh-CN" dirty="0"/>
          </a:p>
          <a:p>
            <a:pPr lvl="1"/>
            <a:r>
              <a:rPr dirty="0"/>
              <a:t>分组</a:t>
            </a:r>
            <a:endParaRPr lang="en-US" dirty="0"/>
          </a:p>
          <a:p>
            <a:pPr lvl="1"/>
            <a:endParaRPr dirty="0"/>
          </a:p>
          <a:p>
            <a:pPr lvl="0"/>
            <a:r>
              <a:rPr dirty="0"/>
              <a:t>第</a:t>
            </a:r>
            <a:r>
              <a:rPr lang="en-US" altLang="zh-CN" dirty="0"/>
              <a:t>2</a:t>
            </a:r>
            <a:r>
              <a:rPr dirty="0"/>
              <a:t>讲</a:t>
            </a:r>
            <a:r>
              <a:rPr lang="en-US" altLang="zh-CN" dirty="0"/>
              <a:t>  </a:t>
            </a:r>
            <a:r>
              <a:rPr lang="zh-CN" altLang="en-US" dirty="0"/>
              <a:t>文献检索与</a:t>
            </a:r>
            <a:r>
              <a:rPr dirty="0"/>
              <a:t>综述论文写作</a:t>
            </a:r>
          </a:p>
          <a:p>
            <a:pPr lvl="1"/>
            <a:r>
              <a:rPr lang="zh-CN" altLang="en-US" dirty="0"/>
              <a:t>中英文文献检索</a:t>
            </a:r>
            <a:endParaRPr lang="en-US" dirty="0"/>
          </a:p>
          <a:p>
            <a:pPr lvl="1"/>
            <a:r>
              <a:rPr lang="zh-CN" altLang="en-US" dirty="0"/>
              <a:t>论文阅读：</a:t>
            </a:r>
            <a:r>
              <a:rPr dirty="0"/>
              <a:t>阅读分析</a:t>
            </a:r>
            <a:r>
              <a:rPr lang="en-US" altLang="zh-CN" dirty="0"/>
              <a:t>--</a:t>
            </a:r>
            <a:r>
              <a:rPr dirty="0"/>
              <a:t>写作逻辑</a:t>
            </a:r>
            <a:r>
              <a:rPr lang="en-US" altLang="zh-CN" dirty="0"/>
              <a:t>--</a:t>
            </a:r>
            <a:r>
              <a:rPr dirty="0"/>
              <a:t>结构设计</a:t>
            </a:r>
            <a:r>
              <a:rPr lang="en-US" altLang="zh-CN" dirty="0"/>
              <a:t>--</a:t>
            </a:r>
            <a:r>
              <a:rPr dirty="0"/>
              <a:t>参考文献</a:t>
            </a:r>
          </a:p>
          <a:p>
            <a:pPr lvl="1"/>
            <a:r>
              <a:rPr lang="zh-CN" altLang="en-US" dirty="0"/>
              <a:t>综述撰写：</a:t>
            </a:r>
            <a:r>
              <a:rPr dirty="0"/>
              <a:t>摘要</a:t>
            </a:r>
            <a:r>
              <a:rPr lang="en-US" altLang="zh-CN" dirty="0"/>
              <a:t>-</a:t>
            </a:r>
            <a:r>
              <a:rPr dirty="0"/>
              <a:t>引言</a:t>
            </a:r>
            <a:r>
              <a:rPr lang="en-US" altLang="zh-CN" dirty="0"/>
              <a:t>-</a:t>
            </a:r>
            <a:r>
              <a:rPr dirty="0"/>
              <a:t>正文</a:t>
            </a:r>
            <a:r>
              <a:rPr lang="en-US" altLang="zh-CN" dirty="0"/>
              <a:t>-</a:t>
            </a:r>
            <a:r>
              <a:rPr dirty="0"/>
              <a:t>图表</a:t>
            </a:r>
            <a:r>
              <a:rPr lang="en-US" altLang="zh-CN" dirty="0"/>
              <a:t>-</a:t>
            </a:r>
            <a:r>
              <a:rPr dirty="0"/>
              <a:t>结论</a:t>
            </a:r>
            <a:r>
              <a:rPr lang="en-US" altLang="zh-CN" dirty="0"/>
              <a:t>-</a:t>
            </a:r>
            <a:r>
              <a:rPr dirty="0"/>
              <a:t>文献引用</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userDrawn="1">
            <p:custDataLst>
              <p:tags r:id="rId2"/>
            </p:custDataLst>
          </p:nvPr>
        </p:nvPicPr>
        <p:blipFill>
          <a:blip r:embed="rId5"/>
          <a:stretch>
            <a:fillRect/>
          </a:stretch>
        </p:blipFill>
        <p:spPr>
          <a:xfrm>
            <a:off x="48577" y="249238"/>
            <a:ext cx="1127284" cy="1068705"/>
          </a:xfrm>
          <a:prstGeom prst="rect">
            <a:avLst/>
          </a:prstGeom>
        </p:spPr>
      </p:pic>
      <p:sp>
        <p:nvSpPr>
          <p:cNvPr id="162818" name="Rectangle 2"/>
          <p:cNvSpPr>
            <a:spLocks noGrp="1" noChangeArrowheads="1"/>
          </p:cNvSpPr>
          <p:nvPr>
            <p:ph type="title" idx="4294967295"/>
          </p:nvPr>
        </p:nvSpPr>
        <p:spPr>
          <a:xfrm>
            <a:off x="1503680" y="20955"/>
            <a:ext cx="5805170" cy="815975"/>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sym typeface="+mn-ea"/>
              </a:rPr>
              <a:t>课时安排与节点要求</a:t>
            </a:r>
          </a:p>
        </p:txBody>
      </p:sp>
      <p:graphicFrame>
        <p:nvGraphicFramePr>
          <p:cNvPr id="4194304" name="表格 1"/>
          <p:cNvGraphicFramePr/>
          <p:nvPr>
            <p:custDataLst>
              <p:tags r:id="rId3"/>
            </p:custDataLst>
            <p:extLst>
              <p:ext uri="{D42A27DB-BD31-4B8C-83A1-F6EECF244321}">
                <p14:modId xmlns:p14="http://schemas.microsoft.com/office/powerpoint/2010/main" val="2234324176"/>
              </p:ext>
            </p:extLst>
          </p:nvPr>
        </p:nvGraphicFramePr>
        <p:xfrm>
          <a:off x="179705" y="981075"/>
          <a:ext cx="8897620" cy="5444490"/>
        </p:xfrm>
        <a:graphic>
          <a:graphicData uri="http://schemas.openxmlformats.org/drawingml/2006/table">
            <a:tbl>
              <a:tblPr firstRow="1" bandRow="1">
                <a:tableStyleId>{93296810-A885-4BE3-A3E7-6D5BEEA58F35}</a:tableStyleId>
              </a:tblPr>
              <a:tblGrid>
                <a:gridCol w="701675">
                  <a:extLst>
                    <a:ext uri="{9D8B030D-6E8A-4147-A177-3AD203B41FA5}">
                      <a16:colId xmlns:a16="http://schemas.microsoft.com/office/drawing/2014/main" val="20000"/>
                    </a:ext>
                  </a:extLst>
                </a:gridCol>
                <a:gridCol w="1867535">
                  <a:extLst>
                    <a:ext uri="{9D8B030D-6E8A-4147-A177-3AD203B41FA5}">
                      <a16:colId xmlns:a16="http://schemas.microsoft.com/office/drawing/2014/main" val="20001"/>
                    </a:ext>
                  </a:extLst>
                </a:gridCol>
                <a:gridCol w="3571240">
                  <a:extLst>
                    <a:ext uri="{9D8B030D-6E8A-4147-A177-3AD203B41FA5}">
                      <a16:colId xmlns:a16="http://schemas.microsoft.com/office/drawing/2014/main" val="20002"/>
                    </a:ext>
                  </a:extLst>
                </a:gridCol>
                <a:gridCol w="2757170">
                  <a:extLst>
                    <a:ext uri="{9D8B030D-6E8A-4147-A177-3AD203B41FA5}">
                      <a16:colId xmlns:a16="http://schemas.microsoft.com/office/drawing/2014/main" val="20003"/>
                    </a:ext>
                  </a:extLst>
                </a:gridCol>
              </a:tblGrid>
              <a:tr h="457200">
                <a:tc>
                  <a:txBody>
                    <a:bodyPr/>
                    <a:lstStyle/>
                    <a:p>
                      <a:pPr>
                        <a:spcAft>
                          <a:spcPts val="0"/>
                        </a:spcAft>
                        <a:buNone/>
                      </a:pPr>
                      <a:r>
                        <a:rPr lang="zh-CN" altLang="en-US" sz="2400"/>
                        <a:t>周</a:t>
                      </a:r>
                    </a:p>
                  </a:txBody>
                  <a:tcPr/>
                </a:tc>
                <a:tc>
                  <a:txBody>
                    <a:bodyPr/>
                    <a:lstStyle/>
                    <a:p>
                      <a:pPr>
                        <a:buNone/>
                      </a:pPr>
                      <a:r>
                        <a:rPr lang="zh-CN" altLang="en-US" sz="2400"/>
                        <a:t>日期</a:t>
                      </a:r>
                    </a:p>
                  </a:txBody>
                  <a:tcPr/>
                </a:tc>
                <a:tc>
                  <a:txBody>
                    <a:bodyPr/>
                    <a:lstStyle/>
                    <a:p>
                      <a:pPr>
                        <a:buNone/>
                      </a:pPr>
                      <a:r>
                        <a:rPr lang="zh-CN" altLang="en-US" sz="2400"/>
                        <a:t>内容</a:t>
                      </a:r>
                    </a:p>
                  </a:txBody>
                  <a:tcPr/>
                </a:tc>
                <a:tc>
                  <a:txBody>
                    <a:bodyPr/>
                    <a:lstStyle/>
                    <a:p>
                      <a:pPr>
                        <a:buNone/>
                      </a:pPr>
                      <a:r>
                        <a:rPr lang="zh-CN" altLang="en-US" sz="2400" dirty="0"/>
                        <a:t>节点要求</a:t>
                      </a:r>
                    </a:p>
                  </a:txBody>
                  <a:tcPr/>
                </a:tc>
                <a:extLst>
                  <a:ext uri="{0D108BD9-81ED-4DB2-BD59-A6C34878D82A}">
                    <a16:rowId xmlns:a16="http://schemas.microsoft.com/office/drawing/2014/main" val="10000"/>
                  </a:ext>
                </a:extLst>
              </a:tr>
              <a:tr h="594360">
                <a:tc>
                  <a:txBody>
                    <a:bodyPr/>
                    <a:lstStyle/>
                    <a:p>
                      <a:pPr algn="l">
                        <a:buClrTx/>
                        <a:buSzTx/>
                        <a:buFontTx/>
                        <a:buNone/>
                      </a:pPr>
                      <a:r>
                        <a:rPr lang="en-US" altLang="zh-CN" sz="2400">
                          <a:solidFill>
                            <a:srgbClr val="0000FF"/>
                          </a:solidFill>
                        </a:rPr>
                        <a:t>1</a:t>
                      </a:r>
                    </a:p>
                  </a:txBody>
                  <a:tcPr/>
                </a:tc>
                <a:tc>
                  <a:txBody>
                    <a:bodyPr/>
                    <a:lstStyle/>
                    <a:p>
                      <a:pPr algn="l">
                        <a:buClrTx/>
                        <a:buSzTx/>
                        <a:buFontTx/>
                        <a:buNone/>
                      </a:pPr>
                      <a:r>
                        <a:rPr lang="en-US" altLang="zh-CN" sz="2400" dirty="0">
                          <a:solidFill>
                            <a:srgbClr val="0000FF"/>
                          </a:solidFill>
                        </a:rPr>
                        <a:t>2026-08-31</a:t>
                      </a:r>
                    </a:p>
                  </a:txBody>
                  <a:tcPr/>
                </a:tc>
                <a:tc>
                  <a:txBody>
                    <a:bodyPr/>
                    <a:lstStyle/>
                    <a:p>
                      <a:pPr algn="l">
                        <a:buClrTx/>
                        <a:buSzTx/>
                        <a:buFontTx/>
                        <a:buNone/>
                      </a:pPr>
                      <a:r>
                        <a:rPr lang="zh-CN" altLang="en-US" sz="2400">
                          <a:solidFill>
                            <a:srgbClr val="0000FF"/>
                          </a:solidFill>
                        </a:rPr>
                        <a:t>概述&amp;文献检索</a:t>
                      </a:r>
                    </a:p>
                  </a:txBody>
                  <a:tcPr/>
                </a:tc>
                <a:tc>
                  <a:txBody>
                    <a:bodyPr/>
                    <a:lstStyle/>
                    <a:p>
                      <a:pPr>
                        <a:buNone/>
                      </a:pPr>
                      <a:r>
                        <a:rPr lang="zh-CN" altLang="en-US" sz="2400" dirty="0">
                          <a:solidFill>
                            <a:srgbClr val="0000FF"/>
                          </a:solidFill>
                        </a:rPr>
                        <a:t>分组</a:t>
                      </a:r>
                    </a:p>
                  </a:txBody>
                  <a:tcPr/>
                </a:tc>
                <a:extLst>
                  <a:ext uri="{0D108BD9-81ED-4DB2-BD59-A6C34878D82A}">
                    <a16:rowId xmlns:a16="http://schemas.microsoft.com/office/drawing/2014/main" val="10001"/>
                  </a:ext>
                </a:extLst>
              </a:tr>
              <a:tr h="595630">
                <a:tc>
                  <a:txBody>
                    <a:bodyPr/>
                    <a:lstStyle/>
                    <a:p>
                      <a:pPr algn="l">
                        <a:buClrTx/>
                        <a:buSzTx/>
                        <a:buFontTx/>
                        <a:buNone/>
                      </a:pPr>
                      <a:r>
                        <a:rPr lang="en-US" altLang="zh-CN" sz="2400">
                          <a:solidFill>
                            <a:srgbClr val="0000FF"/>
                          </a:solidFill>
                        </a:rPr>
                        <a:t>2</a:t>
                      </a:r>
                    </a:p>
                  </a:txBody>
                  <a:tcPr/>
                </a:tc>
                <a:tc>
                  <a:txBody>
                    <a:bodyPr/>
                    <a:lstStyle/>
                    <a:p>
                      <a:pPr algn="l">
                        <a:buClrTx/>
                        <a:buSzTx/>
                        <a:buFontTx/>
                        <a:buNone/>
                      </a:pPr>
                      <a:r>
                        <a:rPr lang="en-US" altLang="zh-CN" sz="2400" dirty="0">
                          <a:solidFill>
                            <a:srgbClr val="0000FF"/>
                          </a:solidFill>
                          <a:sym typeface="+mn-ea"/>
                        </a:rPr>
                        <a:t>2026-09-14</a:t>
                      </a:r>
                    </a:p>
                  </a:txBody>
                  <a:tcPr/>
                </a:tc>
                <a:tc>
                  <a:txBody>
                    <a:bodyPr/>
                    <a:lstStyle/>
                    <a:p>
                      <a:pPr algn="l">
                        <a:buClrTx/>
                        <a:buSzTx/>
                        <a:buFontTx/>
                        <a:buNone/>
                      </a:pPr>
                      <a:r>
                        <a:rPr lang="zh-CN" altLang="en-US" sz="2400">
                          <a:solidFill>
                            <a:srgbClr val="0000FF"/>
                          </a:solidFill>
                        </a:rPr>
                        <a:t>文献综述论文撰写</a:t>
                      </a:r>
                    </a:p>
                  </a:txBody>
                  <a:tcPr/>
                </a:tc>
                <a:tc>
                  <a:txBody>
                    <a:bodyPr/>
                    <a:lstStyle/>
                    <a:p>
                      <a:pPr>
                        <a:buNone/>
                      </a:pPr>
                      <a:r>
                        <a:rPr lang="zh-CN" altLang="en-US" sz="2400" dirty="0">
                          <a:solidFill>
                            <a:srgbClr val="0000FF"/>
                          </a:solidFill>
                          <a:sym typeface="+mn-ea"/>
                        </a:rPr>
                        <a:t>小组选题</a:t>
                      </a:r>
                      <a:endParaRPr lang="zh-CN" altLang="en-US" sz="2400" dirty="0">
                        <a:solidFill>
                          <a:srgbClr val="0000FF"/>
                        </a:solidFill>
                      </a:endParaRPr>
                    </a:p>
                  </a:txBody>
                  <a:tcPr/>
                </a:tc>
                <a:extLst>
                  <a:ext uri="{0D108BD9-81ED-4DB2-BD59-A6C34878D82A}">
                    <a16:rowId xmlns:a16="http://schemas.microsoft.com/office/drawing/2014/main" val="10002"/>
                  </a:ext>
                </a:extLst>
              </a:tr>
              <a:tr h="594360">
                <a:tc>
                  <a:txBody>
                    <a:bodyPr/>
                    <a:lstStyle/>
                    <a:p>
                      <a:pPr algn="l">
                        <a:buClrTx/>
                        <a:buSzTx/>
                        <a:buFontTx/>
                        <a:buNone/>
                      </a:pPr>
                      <a:r>
                        <a:rPr lang="en-US" altLang="zh-CN" sz="2400">
                          <a:solidFill>
                            <a:srgbClr val="0000FF"/>
                          </a:solidFill>
                        </a:rPr>
                        <a:t>3</a:t>
                      </a:r>
                    </a:p>
                  </a:txBody>
                  <a:tcPr/>
                </a:tc>
                <a:tc>
                  <a:txBody>
                    <a:bodyPr/>
                    <a:lstStyle/>
                    <a:p>
                      <a:pPr algn="l">
                        <a:buClrTx/>
                        <a:buSzTx/>
                        <a:buFontTx/>
                        <a:buNone/>
                      </a:pPr>
                      <a:r>
                        <a:rPr lang="en-US" altLang="zh-CN" sz="2400" dirty="0">
                          <a:solidFill>
                            <a:srgbClr val="0000FF"/>
                          </a:solidFill>
                          <a:sym typeface="+mn-ea"/>
                        </a:rPr>
                        <a:t>2026-09-21</a:t>
                      </a:r>
                    </a:p>
                  </a:txBody>
                  <a:tcPr/>
                </a:tc>
                <a:tc>
                  <a:txBody>
                    <a:bodyPr/>
                    <a:lstStyle/>
                    <a:p>
                      <a:pPr algn="l">
                        <a:buClrTx/>
                        <a:buSzTx/>
                        <a:buFontTx/>
                        <a:buNone/>
                      </a:pPr>
                      <a:r>
                        <a:rPr lang="zh-CN" altLang="en-US" sz="2400">
                          <a:solidFill>
                            <a:srgbClr val="0000FF"/>
                          </a:solidFill>
                          <a:sym typeface="+mn-ea"/>
                        </a:rPr>
                        <a:t>学位论文写作规范</a:t>
                      </a:r>
                      <a:endParaRPr lang="zh-CN" altLang="en-US" sz="2400">
                        <a:solidFill>
                          <a:srgbClr val="0000FF"/>
                        </a:solidFill>
                      </a:endParaRPr>
                    </a:p>
                  </a:txBody>
                  <a:tcPr/>
                </a:tc>
                <a:tc>
                  <a:txBody>
                    <a:bodyPr/>
                    <a:lstStyle/>
                    <a:p>
                      <a:pPr>
                        <a:buNone/>
                      </a:pPr>
                      <a:r>
                        <a:rPr lang="zh-CN" altLang="en-US" sz="2400" dirty="0">
                          <a:solidFill>
                            <a:srgbClr val="0000FF"/>
                          </a:solidFill>
                        </a:rPr>
                        <a:t>提交论文大纲</a:t>
                      </a:r>
                    </a:p>
                  </a:txBody>
                  <a:tcPr/>
                </a:tc>
                <a:extLst>
                  <a:ext uri="{0D108BD9-81ED-4DB2-BD59-A6C34878D82A}">
                    <a16:rowId xmlns:a16="http://schemas.microsoft.com/office/drawing/2014/main" val="10003"/>
                  </a:ext>
                </a:extLst>
              </a:tr>
              <a:tr h="595630">
                <a:tc>
                  <a:txBody>
                    <a:bodyPr/>
                    <a:lstStyle/>
                    <a:p>
                      <a:pPr algn="l">
                        <a:buClrTx/>
                        <a:buSzTx/>
                        <a:buFontTx/>
                        <a:buNone/>
                      </a:pPr>
                      <a:r>
                        <a:rPr lang="en-US" altLang="zh-CN" sz="2400">
                          <a:solidFill>
                            <a:srgbClr val="0000FF"/>
                          </a:solidFill>
                        </a:rPr>
                        <a:t>4</a:t>
                      </a:r>
                    </a:p>
                  </a:txBody>
                  <a:tcPr/>
                </a:tc>
                <a:tc>
                  <a:txBody>
                    <a:bodyPr/>
                    <a:lstStyle/>
                    <a:p>
                      <a:pPr algn="l">
                        <a:buClrTx/>
                        <a:buSzTx/>
                        <a:buFontTx/>
                        <a:buNone/>
                      </a:pPr>
                      <a:r>
                        <a:rPr lang="en-US" altLang="zh-CN" sz="2400" dirty="0">
                          <a:solidFill>
                            <a:srgbClr val="0000FF"/>
                          </a:solidFill>
                          <a:sym typeface="+mn-ea"/>
                        </a:rPr>
                        <a:t>2026-09-28</a:t>
                      </a:r>
                    </a:p>
                  </a:txBody>
                  <a:tcPr/>
                </a:tc>
                <a:tc>
                  <a:txBody>
                    <a:bodyPr/>
                    <a:lstStyle/>
                    <a:p>
                      <a:pPr algn="l">
                        <a:buClrTx/>
                        <a:buSzTx/>
                        <a:buFontTx/>
                        <a:buNone/>
                      </a:pPr>
                      <a:r>
                        <a:rPr lang="zh-CN" altLang="en-US" sz="2400" dirty="0">
                          <a:solidFill>
                            <a:srgbClr val="0000FF"/>
                          </a:solidFill>
                          <a:sym typeface="+mn-ea"/>
                        </a:rPr>
                        <a:t>论文/报告/专利写作</a:t>
                      </a:r>
                      <a:endParaRPr lang="zh-CN" altLang="en-US" sz="2400" dirty="0">
                        <a:solidFill>
                          <a:srgbClr val="0000FF"/>
                        </a:solidFill>
                      </a:endParaRPr>
                    </a:p>
                  </a:txBody>
                  <a:tcPr/>
                </a:tc>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r>
                        <a:rPr lang="zh-CN" altLang="en-US" sz="2400" dirty="0">
                          <a:solidFill>
                            <a:srgbClr val="0000FF"/>
                          </a:solidFill>
                        </a:rPr>
                        <a:t>提交论文大纲</a:t>
                      </a:r>
                    </a:p>
                  </a:txBody>
                  <a:tcPr/>
                </a:tc>
                <a:extLst>
                  <a:ext uri="{0D108BD9-81ED-4DB2-BD59-A6C34878D82A}">
                    <a16:rowId xmlns:a16="http://schemas.microsoft.com/office/drawing/2014/main" val="10004"/>
                  </a:ext>
                </a:extLst>
              </a:tr>
              <a:tr h="594360">
                <a:tc>
                  <a:txBody>
                    <a:bodyPr/>
                    <a:lstStyle/>
                    <a:p>
                      <a:pPr algn="l">
                        <a:buClrTx/>
                        <a:buSzTx/>
                        <a:buFontTx/>
                        <a:buNone/>
                      </a:pPr>
                      <a:r>
                        <a:rPr lang="en-US" altLang="zh-CN" sz="2400">
                          <a:solidFill>
                            <a:srgbClr val="0000FF"/>
                          </a:solidFill>
                        </a:rPr>
                        <a:t>5</a:t>
                      </a:r>
                    </a:p>
                  </a:txBody>
                  <a:tcPr/>
                </a:tc>
                <a:tc>
                  <a:txBody>
                    <a:bodyPr/>
                    <a:lstStyle/>
                    <a:p>
                      <a:pPr algn="l">
                        <a:buClrTx/>
                        <a:buSzTx/>
                        <a:buFontTx/>
                        <a:buNone/>
                      </a:pPr>
                      <a:r>
                        <a:rPr lang="en-US" altLang="zh-CN" sz="2400" dirty="0">
                          <a:solidFill>
                            <a:srgbClr val="0000FF"/>
                          </a:solidFill>
                        </a:rPr>
                        <a:t>2026-10-12</a:t>
                      </a:r>
                    </a:p>
                  </a:txBody>
                  <a:tcPr/>
                </a:tc>
                <a:tc>
                  <a:txBody>
                    <a:bodyPr/>
                    <a:lstStyle/>
                    <a:p>
                      <a:pPr algn="l">
                        <a:buClrTx/>
                        <a:buSzTx/>
                        <a:buFontTx/>
                        <a:buNone/>
                      </a:pPr>
                      <a:r>
                        <a:rPr lang="zh-CN" altLang="en-US" sz="2400" dirty="0">
                          <a:solidFill>
                            <a:srgbClr val="0000FF"/>
                          </a:solidFill>
                          <a:sym typeface="+mn-ea"/>
                        </a:rPr>
                        <a:t>范文讲解与写作问题研讨</a:t>
                      </a:r>
                    </a:p>
                  </a:txBody>
                  <a:tcPr/>
                </a:tc>
                <a:tc>
                  <a:txBody>
                    <a:bodyPr/>
                    <a:lstStyle/>
                    <a:p>
                      <a:pPr>
                        <a:buNone/>
                      </a:pPr>
                      <a:r>
                        <a:rPr lang="zh-CN" altLang="en-US" sz="2400" dirty="0">
                          <a:solidFill>
                            <a:srgbClr val="0000FF"/>
                          </a:solidFill>
                        </a:rPr>
                        <a:t>提交</a:t>
                      </a:r>
                      <a:r>
                        <a:rPr lang="zh-CN" altLang="en-US" sz="2400" dirty="0">
                          <a:solidFill>
                            <a:srgbClr val="0000FF"/>
                          </a:solidFill>
                          <a:sym typeface="+mn-ea"/>
                        </a:rPr>
                        <a:t>论文</a:t>
                      </a:r>
                      <a:r>
                        <a:rPr lang="zh-CN" altLang="en-US" sz="2400" dirty="0">
                          <a:solidFill>
                            <a:srgbClr val="0000FF"/>
                          </a:solidFill>
                        </a:rPr>
                        <a:t>初稿</a:t>
                      </a:r>
                    </a:p>
                  </a:txBody>
                  <a:tcPr/>
                </a:tc>
                <a:extLst>
                  <a:ext uri="{0D108BD9-81ED-4DB2-BD59-A6C34878D82A}">
                    <a16:rowId xmlns:a16="http://schemas.microsoft.com/office/drawing/2014/main" val="10005"/>
                  </a:ext>
                </a:extLst>
              </a:tr>
              <a:tr h="595630">
                <a:tc>
                  <a:txBody>
                    <a:bodyPr/>
                    <a:lstStyle/>
                    <a:p>
                      <a:pPr algn="l">
                        <a:buClrTx/>
                        <a:buSzTx/>
                        <a:buFontTx/>
                        <a:buNone/>
                      </a:pPr>
                      <a:r>
                        <a:rPr lang="en-US" altLang="zh-CN" sz="2400">
                          <a:solidFill>
                            <a:srgbClr val="0000FF"/>
                          </a:solidFill>
                        </a:rPr>
                        <a:t>6</a:t>
                      </a:r>
                    </a:p>
                  </a:txBody>
                  <a:tcPr/>
                </a:tc>
                <a:tc>
                  <a:txBody>
                    <a:bodyPr/>
                    <a:lstStyle/>
                    <a:p>
                      <a:pPr algn="l">
                        <a:buClrTx/>
                        <a:buSzTx/>
                        <a:buFontTx/>
                        <a:buNone/>
                      </a:pPr>
                      <a:r>
                        <a:rPr lang="en-US" altLang="zh-CN" sz="2400" dirty="0">
                          <a:solidFill>
                            <a:srgbClr val="0000FF"/>
                          </a:solidFill>
                        </a:rPr>
                        <a:t>2026-10-19</a:t>
                      </a:r>
                    </a:p>
                  </a:txBody>
                  <a:tcPr/>
                </a:tc>
                <a:tc>
                  <a:txBody>
                    <a:bodyPr/>
                    <a:lstStyle/>
                    <a:p>
                      <a:pPr algn="l">
                        <a:buClrTx/>
                        <a:buSzTx/>
                        <a:buFontTx/>
                        <a:buNone/>
                      </a:pPr>
                      <a:r>
                        <a:rPr lang="zh-CN" altLang="en-US" sz="2400" dirty="0">
                          <a:solidFill>
                            <a:srgbClr val="0000FF"/>
                          </a:solidFill>
                          <a:sym typeface="+mn-ea"/>
                        </a:rPr>
                        <a:t>专利等写作范文讲解</a:t>
                      </a:r>
                    </a:p>
                  </a:txBody>
                  <a:tcPr/>
                </a:tc>
                <a:tc>
                  <a:txBody>
                    <a:bodyPr/>
                    <a:lstStyle/>
                    <a:p>
                      <a:pPr algn="l">
                        <a:buClrTx/>
                        <a:buSzTx/>
                        <a:buFontTx/>
                        <a:buNone/>
                      </a:pPr>
                      <a:r>
                        <a:rPr lang="zh-CN" altLang="en-US" sz="2400" dirty="0">
                          <a:solidFill>
                            <a:srgbClr val="0000FF"/>
                          </a:solidFill>
                          <a:sym typeface="+mn-ea"/>
                        </a:rPr>
                        <a:t>提交论文初稿</a:t>
                      </a:r>
                      <a:endParaRPr lang="zh-CN" altLang="en-US" sz="2400" dirty="0">
                        <a:solidFill>
                          <a:srgbClr val="0000FF"/>
                        </a:solidFill>
                      </a:endParaRPr>
                    </a:p>
                  </a:txBody>
                  <a:tcPr/>
                </a:tc>
                <a:extLst>
                  <a:ext uri="{0D108BD9-81ED-4DB2-BD59-A6C34878D82A}">
                    <a16:rowId xmlns:a16="http://schemas.microsoft.com/office/drawing/2014/main" val="10006"/>
                  </a:ext>
                </a:extLst>
              </a:tr>
              <a:tr h="594360">
                <a:tc>
                  <a:txBody>
                    <a:bodyPr/>
                    <a:lstStyle/>
                    <a:p>
                      <a:pPr algn="l">
                        <a:buClrTx/>
                        <a:buSzTx/>
                        <a:buFontTx/>
                        <a:buNone/>
                      </a:pPr>
                      <a:r>
                        <a:rPr lang="en-US" altLang="zh-CN" sz="2400">
                          <a:solidFill>
                            <a:srgbClr val="0000FF"/>
                          </a:solidFill>
                        </a:rPr>
                        <a:t>7</a:t>
                      </a:r>
                    </a:p>
                  </a:txBody>
                  <a:tcPr/>
                </a:tc>
                <a:tc>
                  <a:txBody>
                    <a:bodyPr/>
                    <a:lstStyle/>
                    <a:p>
                      <a:pPr algn="l">
                        <a:buClrTx/>
                        <a:buSzTx/>
                        <a:buFontTx/>
                        <a:buNone/>
                      </a:pPr>
                      <a:r>
                        <a:rPr lang="en-US" altLang="zh-CN" sz="2400" dirty="0">
                          <a:solidFill>
                            <a:srgbClr val="0000FF"/>
                          </a:solidFill>
                        </a:rPr>
                        <a:t>2026-10-26</a:t>
                      </a:r>
                    </a:p>
                  </a:txBody>
                  <a:tcPr/>
                </a:tc>
                <a:tc>
                  <a:txBody>
                    <a:bodyPr/>
                    <a:lstStyle/>
                    <a:p>
                      <a:pPr algn="l">
                        <a:buClrTx/>
                        <a:buSzTx/>
                        <a:buFontTx/>
                        <a:buNone/>
                      </a:pPr>
                      <a:r>
                        <a:rPr lang="zh-CN" altLang="en-US" sz="2400">
                          <a:solidFill>
                            <a:srgbClr val="0000FF"/>
                          </a:solidFill>
                          <a:sym typeface="+mn-ea"/>
                        </a:rPr>
                        <a:t>习作评讲</a:t>
                      </a:r>
                    </a:p>
                  </a:txBody>
                  <a:tcPr/>
                </a:tc>
                <a:tc>
                  <a:txBody>
                    <a:bodyPr/>
                    <a:lstStyle/>
                    <a:p>
                      <a:pPr algn="l">
                        <a:buClrTx/>
                        <a:buSzTx/>
                        <a:buFontTx/>
                        <a:buNone/>
                      </a:pPr>
                      <a:r>
                        <a:rPr lang="zh-CN" altLang="en-US" sz="2400" dirty="0">
                          <a:solidFill>
                            <a:srgbClr val="0000FF"/>
                          </a:solidFill>
                        </a:rPr>
                        <a:t>提交第</a:t>
                      </a:r>
                      <a:r>
                        <a:rPr lang="en-US" altLang="zh-CN" sz="2400" dirty="0">
                          <a:solidFill>
                            <a:srgbClr val="0000FF"/>
                          </a:solidFill>
                        </a:rPr>
                        <a:t>2</a:t>
                      </a:r>
                      <a:r>
                        <a:rPr lang="zh-CN" altLang="en-US" sz="2400" dirty="0">
                          <a:solidFill>
                            <a:srgbClr val="0000FF"/>
                          </a:solidFill>
                        </a:rPr>
                        <a:t>版论文</a:t>
                      </a:r>
                    </a:p>
                  </a:txBody>
                  <a:tcPr/>
                </a:tc>
                <a:extLst>
                  <a:ext uri="{0D108BD9-81ED-4DB2-BD59-A6C34878D82A}">
                    <a16:rowId xmlns:a16="http://schemas.microsoft.com/office/drawing/2014/main" val="10007"/>
                  </a:ext>
                </a:extLst>
              </a:tr>
              <a:tr h="822960">
                <a:tc>
                  <a:txBody>
                    <a:bodyPr/>
                    <a:lstStyle/>
                    <a:p>
                      <a:pPr algn="l">
                        <a:buClrTx/>
                        <a:buSzTx/>
                        <a:buFontTx/>
                        <a:buNone/>
                      </a:pPr>
                      <a:r>
                        <a:rPr lang="en-US" altLang="zh-CN" sz="2400">
                          <a:solidFill>
                            <a:srgbClr val="0000FF"/>
                          </a:solidFill>
                        </a:rPr>
                        <a:t>8</a:t>
                      </a:r>
                    </a:p>
                  </a:txBody>
                  <a:tcPr/>
                </a:tc>
                <a:tc>
                  <a:txBody>
                    <a:bodyPr/>
                    <a:lstStyle/>
                    <a:p>
                      <a:pPr algn="l">
                        <a:buClrTx/>
                        <a:buSzTx/>
                        <a:buFontTx/>
                        <a:buNone/>
                      </a:pPr>
                      <a:r>
                        <a:rPr lang="en-US" altLang="zh-CN" sz="2400" dirty="0">
                          <a:solidFill>
                            <a:srgbClr val="0000FF"/>
                          </a:solidFill>
                        </a:rPr>
                        <a:t>2026-11-02</a:t>
                      </a:r>
                    </a:p>
                  </a:txBody>
                  <a:tcPr/>
                </a:tc>
                <a:tc>
                  <a:txBody>
                    <a:bodyPr/>
                    <a:lstStyle/>
                    <a:p>
                      <a:pPr algn="l">
                        <a:buClrTx/>
                        <a:buSzTx/>
                        <a:buFontTx/>
                        <a:buNone/>
                      </a:pPr>
                      <a:r>
                        <a:rPr lang="zh-CN" altLang="en-US" sz="2400">
                          <a:solidFill>
                            <a:srgbClr val="0000FF"/>
                          </a:solidFill>
                          <a:sym typeface="+mn-ea"/>
                        </a:rPr>
                        <a:t>课程汇报与研讨</a:t>
                      </a:r>
                    </a:p>
                  </a:txBody>
                  <a:tcPr/>
                </a:tc>
                <a:tc>
                  <a:txBody>
                    <a:bodyPr/>
                    <a:lstStyle/>
                    <a:p>
                      <a:pPr algn="l">
                        <a:buClrTx/>
                        <a:buSzTx/>
                        <a:buFontTx/>
                        <a:buNone/>
                      </a:pPr>
                      <a:r>
                        <a:rPr lang="zh-CN" altLang="en-US" sz="2400" dirty="0">
                          <a:solidFill>
                            <a:srgbClr val="0000FF"/>
                          </a:solidFill>
                        </a:rPr>
                        <a:t>再次修改并汇报</a:t>
                      </a:r>
                    </a:p>
                  </a:txBody>
                  <a:tcPr/>
                </a:tc>
                <a:extLst>
                  <a:ext uri="{0D108BD9-81ED-4DB2-BD59-A6C34878D82A}">
                    <a16:rowId xmlns:a16="http://schemas.microsoft.com/office/drawing/2014/main" val="10008"/>
                  </a:ext>
                </a:extLst>
              </a:tr>
            </a:tbl>
          </a:graphicData>
        </a:graphic>
      </p:graphicFrame>
    </p:spTree>
    <p:custDataLst>
      <p:tags r:id="rId1"/>
    </p:custDataLst>
    <p:extLst>
      <p:ext uri="{BB962C8B-B14F-4D97-AF65-F5344CB8AC3E}">
        <p14:creationId xmlns:p14="http://schemas.microsoft.com/office/powerpoint/2010/main" val="4177215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任意多边形: 形状 15"/>
          <p:cNvSpPr/>
          <p:nvPr>
            <p:custDataLst>
              <p:tags r:id="rId1"/>
            </p:custDataLst>
          </p:nvPr>
        </p:nvSpPr>
        <p:spPr>
          <a:xfrm>
            <a:off x="4927987" y="765424"/>
            <a:ext cx="8510" cy="3264524"/>
          </a:xfrm>
          <a:custGeom>
            <a:avLst/>
            <a:gdLst>
              <a:gd name="connsiteX0" fmla="*/ 0 w 9525"/>
              <a:gd name="connsiteY0" fmla="*/ 3907917 h 3907917"/>
              <a:gd name="connsiteX1" fmla="*/ 0 w 9525"/>
              <a:gd name="connsiteY1" fmla="*/ 0 h 3907917"/>
            </a:gdLst>
            <a:ahLst/>
            <a:cxnLst>
              <a:cxn ang="0">
                <a:pos x="connsiteX0" y="connsiteY0"/>
              </a:cxn>
              <a:cxn ang="0">
                <a:pos x="connsiteX1" y="connsiteY1"/>
              </a:cxn>
            </a:cxnLst>
            <a:rect l="l" t="t" r="r" b="b"/>
            <a:pathLst>
              <a:path w="9525" h="3907917">
                <a:moveTo>
                  <a:pt x="0" y="3907917"/>
                </a:moveTo>
                <a:lnTo>
                  <a:pt x="0" y="0"/>
                </a:lnTo>
              </a:path>
            </a:pathLst>
          </a:custGeom>
          <a:noFill/>
          <a:ln w="44450" cap="flat">
            <a:solidFill>
              <a:schemeClr val="tx1">
                <a:lumMod val="50000"/>
                <a:lumOff val="50000"/>
                <a:alpha val="30000"/>
              </a:schemeClr>
            </a:solidFill>
            <a:prstDash val="solid"/>
            <a:miter/>
          </a:ln>
        </p:spPr>
        <p:txBody>
          <a:bodyPr rtlCol="0" anchor="ctr"/>
          <a:lstStyle/>
          <a:p>
            <a:endParaRPr lang="zh-CN" altLang="en-US" sz="1610">
              <a:solidFill>
                <a:schemeClr val="tx1"/>
              </a:solidFill>
            </a:endParaRPr>
          </a:p>
        </p:txBody>
      </p:sp>
      <p:sp>
        <p:nvSpPr>
          <p:cNvPr id="20" name="任意多边形: 形状 19"/>
          <p:cNvSpPr/>
          <p:nvPr>
            <p:custDataLst>
              <p:tags r:id="rId2"/>
            </p:custDataLst>
          </p:nvPr>
        </p:nvSpPr>
        <p:spPr>
          <a:xfrm>
            <a:off x="4133177" y="4199388"/>
            <a:ext cx="794469" cy="414075"/>
          </a:xfrm>
          <a:custGeom>
            <a:avLst/>
            <a:gdLst>
              <a:gd name="connsiteX0" fmla="*/ 0 w 889254"/>
              <a:gd name="connsiteY0" fmla="*/ 0 h 444626"/>
              <a:gd name="connsiteX1" fmla="*/ 444627 w 889254"/>
              <a:gd name="connsiteY1" fmla="*/ 444627 h 444626"/>
              <a:gd name="connsiteX2" fmla="*/ 444627 w 889254"/>
              <a:gd name="connsiteY2" fmla="*/ 444627 h 444626"/>
              <a:gd name="connsiteX3" fmla="*/ 889254 w 889254"/>
              <a:gd name="connsiteY3" fmla="*/ 0 h 444626"/>
            </a:gdLst>
            <a:ahLst/>
            <a:cxnLst>
              <a:cxn ang="0">
                <a:pos x="connsiteX0" y="connsiteY0"/>
              </a:cxn>
              <a:cxn ang="0">
                <a:pos x="connsiteX1" y="connsiteY1"/>
              </a:cxn>
              <a:cxn ang="0">
                <a:pos x="connsiteX2" y="connsiteY2"/>
              </a:cxn>
              <a:cxn ang="0">
                <a:pos x="connsiteX3" y="connsiteY3"/>
              </a:cxn>
            </a:cxnLst>
            <a:rect l="l" t="t" r="r" b="b"/>
            <a:pathLst>
              <a:path w="889254" h="444626">
                <a:moveTo>
                  <a:pt x="0" y="0"/>
                </a:moveTo>
                <a:cubicBezTo>
                  <a:pt x="0" y="245554"/>
                  <a:pt x="199073" y="444627"/>
                  <a:pt x="444627" y="444627"/>
                </a:cubicBezTo>
                <a:lnTo>
                  <a:pt x="444627" y="444627"/>
                </a:lnTo>
                <a:cubicBezTo>
                  <a:pt x="690182" y="444627"/>
                  <a:pt x="889254" y="245554"/>
                  <a:pt x="889254" y="0"/>
                </a:cubicBezTo>
              </a:path>
            </a:pathLst>
          </a:custGeom>
          <a:noFill/>
          <a:ln w="44450" cap="flat">
            <a:solidFill>
              <a:schemeClr val="tx1">
                <a:lumMod val="50000"/>
                <a:lumOff val="50000"/>
                <a:alpha val="30000"/>
              </a:schemeClr>
            </a:solidFill>
            <a:prstDash val="solid"/>
            <a:miter/>
          </a:ln>
        </p:spPr>
        <p:txBody>
          <a:bodyPr rtlCol="0" anchor="ctr"/>
          <a:lstStyle/>
          <a:p>
            <a:endParaRPr lang="zh-CN" altLang="en-US" sz="1610">
              <a:solidFill>
                <a:schemeClr val="tx1"/>
              </a:solidFill>
            </a:endParaRPr>
          </a:p>
        </p:txBody>
      </p:sp>
      <p:sp>
        <p:nvSpPr>
          <p:cNvPr id="21" name="任意多边形: 形状 20"/>
          <p:cNvSpPr/>
          <p:nvPr>
            <p:custDataLst>
              <p:tags r:id="rId3"/>
            </p:custDataLst>
          </p:nvPr>
        </p:nvSpPr>
        <p:spPr>
          <a:xfrm>
            <a:off x="4133177" y="1154035"/>
            <a:ext cx="8510" cy="2894652"/>
          </a:xfrm>
          <a:custGeom>
            <a:avLst/>
            <a:gdLst>
              <a:gd name="connsiteX0" fmla="*/ 0 w 9525"/>
              <a:gd name="connsiteY0" fmla="*/ 0 h 3354705"/>
              <a:gd name="connsiteX1" fmla="*/ 0 w 9525"/>
              <a:gd name="connsiteY1" fmla="*/ 3354705 h 3354705"/>
            </a:gdLst>
            <a:ahLst/>
            <a:cxnLst>
              <a:cxn ang="0">
                <a:pos x="connsiteX0" y="connsiteY0"/>
              </a:cxn>
              <a:cxn ang="0">
                <a:pos x="connsiteX1" y="connsiteY1"/>
              </a:cxn>
            </a:cxnLst>
            <a:rect l="l" t="t" r="r" b="b"/>
            <a:pathLst>
              <a:path w="9525" h="3354705">
                <a:moveTo>
                  <a:pt x="0" y="0"/>
                </a:moveTo>
                <a:lnTo>
                  <a:pt x="0" y="3354705"/>
                </a:lnTo>
              </a:path>
            </a:pathLst>
          </a:custGeom>
          <a:noFill/>
          <a:ln w="44450" cap="flat">
            <a:solidFill>
              <a:schemeClr val="tx1">
                <a:lumMod val="50000"/>
                <a:lumOff val="50000"/>
                <a:alpha val="30000"/>
              </a:schemeClr>
            </a:solidFill>
            <a:prstDash val="solid"/>
            <a:miter/>
          </a:ln>
        </p:spPr>
        <p:txBody>
          <a:bodyPr rtlCol="0" anchor="ctr"/>
          <a:lstStyle/>
          <a:p>
            <a:endParaRPr lang="zh-CN" altLang="en-US" sz="1610">
              <a:solidFill>
                <a:schemeClr val="tx1"/>
              </a:solidFill>
            </a:endParaRPr>
          </a:p>
        </p:txBody>
      </p:sp>
      <p:sp>
        <p:nvSpPr>
          <p:cNvPr id="22" name="任意多边形: 形状 21"/>
          <p:cNvSpPr/>
          <p:nvPr>
            <p:custDataLst>
              <p:tags r:id="rId4"/>
            </p:custDataLst>
          </p:nvPr>
        </p:nvSpPr>
        <p:spPr>
          <a:xfrm>
            <a:off x="4133177" y="665009"/>
            <a:ext cx="8510" cy="352083"/>
          </a:xfrm>
          <a:custGeom>
            <a:avLst/>
            <a:gdLst>
              <a:gd name="connsiteX0" fmla="*/ 0 w 9525"/>
              <a:gd name="connsiteY0" fmla="*/ 0 h 420243"/>
              <a:gd name="connsiteX1" fmla="*/ 0 w 9525"/>
              <a:gd name="connsiteY1" fmla="*/ 420243 h 420243"/>
            </a:gdLst>
            <a:ahLst/>
            <a:cxnLst>
              <a:cxn ang="0">
                <a:pos x="connsiteX0" y="connsiteY0"/>
              </a:cxn>
              <a:cxn ang="0">
                <a:pos x="connsiteX1" y="connsiteY1"/>
              </a:cxn>
            </a:cxnLst>
            <a:rect l="l" t="t" r="r" b="b"/>
            <a:pathLst>
              <a:path w="9525" h="420243">
                <a:moveTo>
                  <a:pt x="0" y="0"/>
                </a:moveTo>
                <a:lnTo>
                  <a:pt x="0" y="420243"/>
                </a:lnTo>
              </a:path>
            </a:pathLst>
          </a:custGeom>
          <a:ln w="44450" cap="flat">
            <a:solidFill>
              <a:schemeClr val="tx1">
                <a:lumMod val="50000"/>
                <a:lumOff val="50000"/>
                <a:alpha val="30000"/>
              </a:schemeClr>
            </a:solidFill>
            <a:prstDash val="solid"/>
            <a:miter/>
          </a:ln>
        </p:spPr>
        <p:txBody>
          <a:bodyPr rtlCol="0" anchor="ctr"/>
          <a:lstStyle/>
          <a:p>
            <a:endParaRPr lang="zh-CN" altLang="en-US" sz="1610">
              <a:solidFill>
                <a:schemeClr val="tx1"/>
              </a:solidFill>
            </a:endParaRPr>
          </a:p>
        </p:txBody>
      </p:sp>
      <p:sp>
        <p:nvSpPr>
          <p:cNvPr id="25" name="等腰三角形 24"/>
          <p:cNvSpPr/>
          <p:nvPr>
            <p:custDataLst>
              <p:tags r:id="rId5"/>
            </p:custDataLst>
          </p:nvPr>
        </p:nvSpPr>
        <p:spPr>
          <a:xfrm rot="10800000">
            <a:off x="4070772" y="1017312"/>
            <a:ext cx="128651" cy="112570"/>
          </a:xfrm>
          <a:prstGeom prst="triangle">
            <a:avLst/>
          </a:prstGeom>
          <a:solidFill>
            <a:schemeClr val="tx1">
              <a:lumMod val="50000"/>
              <a:lumOff val="5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10">
              <a:solidFill>
                <a:schemeClr val="lt1"/>
              </a:solidFill>
            </a:endParaRPr>
          </a:p>
        </p:txBody>
      </p:sp>
      <p:sp>
        <p:nvSpPr>
          <p:cNvPr id="26" name="等腰三角形 25"/>
          <p:cNvSpPr/>
          <p:nvPr>
            <p:custDataLst>
              <p:tags r:id="rId6"/>
            </p:custDataLst>
          </p:nvPr>
        </p:nvSpPr>
        <p:spPr>
          <a:xfrm rot="10800000">
            <a:off x="4070772" y="4049048"/>
            <a:ext cx="128651" cy="112570"/>
          </a:xfrm>
          <a:prstGeom prst="triangle">
            <a:avLst/>
          </a:prstGeom>
          <a:solidFill>
            <a:schemeClr val="tx1">
              <a:lumMod val="50000"/>
              <a:lumOff val="5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10">
              <a:solidFill>
                <a:schemeClr val="lt1"/>
              </a:solidFill>
            </a:endParaRPr>
          </a:p>
        </p:txBody>
      </p:sp>
      <p:sp>
        <p:nvSpPr>
          <p:cNvPr id="31" name="等腰三角形 30"/>
          <p:cNvSpPr/>
          <p:nvPr>
            <p:custDataLst>
              <p:tags r:id="rId7"/>
            </p:custDataLst>
          </p:nvPr>
        </p:nvSpPr>
        <p:spPr>
          <a:xfrm>
            <a:off x="4866150" y="4086492"/>
            <a:ext cx="128651" cy="112570"/>
          </a:xfrm>
          <a:prstGeom prst="triangle">
            <a:avLst/>
          </a:prstGeom>
          <a:solidFill>
            <a:schemeClr val="tx1">
              <a:lumMod val="50000"/>
              <a:lumOff val="5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10">
              <a:solidFill>
                <a:schemeClr val="lt1"/>
              </a:solidFill>
            </a:endParaRPr>
          </a:p>
        </p:txBody>
      </p:sp>
      <p:sp>
        <p:nvSpPr>
          <p:cNvPr id="35" name="等腰三角形 34"/>
          <p:cNvSpPr/>
          <p:nvPr>
            <p:custDataLst>
              <p:tags r:id="rId8"/>
            </p:custDataLst>
          </p:nvPr>
        </p:nvSpPr>
        <p:spPr>
          <a:xfrm>
            <a:off x="4866150" y="654230"/>
            <a:ext cx="128651" cy="112570"/>
          </a:xfrm>
          <a:prstGeom prst="triangle">
            <a:avLst/>
          </a:prstGeom>
          <a:solidFill>
            <a:schemeClr val="tx1">
              <a:lumMod val="50000"/>
              <a:lumOff val="5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10">
              <a:solidFill>
                <a:schemeClr val="lt1"/>
              </a:solidFill>
            </a:endParaRPr>
          </a:p>
        </p:txBody>
      </p:sp>
      <p:sp>
        <p:nvSpPr>
          <p:cNvPr id="39" name="椭圆 38"/>
          <p:cNvSpPr/>
          <p:nvPr>
            <p:custDataLst>
              <p:tags r:id="rId9"/>
            </p:custDataLst>
          </p:nvPr>
        </p:nvSpPr>
        <p:spPr>
          <a:xfrm>
            <a:off x="4072473" y="1300970"/>
            <a:ext cx="112570" cy="112570"/>
          </a:xfrm>
          <a:prstGeom prst="ellipse">
            <a:avLst/>
          </a:prstGeom>
          <a:solidFill>
            <a:srgbClr val="FFFFFF"/>
          </a:solidFill>
          <a:ln w="38100">
            <a:solidFill>
              <a:schemeClr val="accent1"/>
            </a:solidFill>
          </a:ln>
          <a:effectLst>
            <a:outerShdw blurRad="50800" dist="38100" dir="2700000" algn="tl"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10">
              <a:solidFill>
                <a:schemeClr val="lt1"/>
              </a:solidFill>
            </a:endParaRPr>
          </a:p>
        </p:txBody>
      </p:sp>
      <p:sp>
        <p:nvSpPr>
          <p:cNvPr id="40" name="椭圆 39"/>
          <p:cNvSpPr/>
          <p:nvPr>
            <p:custDataLst>
              <p:tags r:id="rId10"/>
            </p:custDataLst>
          </p:nvPr>
        </p:nvSpPr>
        <p:spPr>
          <a:xfrm>
            <a:off x="4072473" y="2132088"/>
            <a:ext cx="112570" cy="112570"/>
          </a:xfrm>
          <a:prstGeom prst="ellipse">
            <a:avLst/>
          </a:prstGeom>
          <a:solidFill>
            <a:srgbClr val="FFFFFF"/>
          </a:solidFill>
          <a:ln w="38100">
            <a:solidFill>
              <a:schemeClr val="accent2"/>
            </a:solidFill>
          </a:ln>
          <a:effectLst>
            <a:outerShdw blurRad="50800" dist="38100" dir="2700000" algn="tl" rotWithShape="0">
              <a:schemeClr val="accent2">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10">
              <a:solidFill>
                <a:schemeClr val="lt1"/>
              </a:solidFill>
            </a:endParaRPr>
          </a:p>
        </p:txBody>
      </p:sp>
      <p:sp>
        <p:nvSpPr>
          <p:cNvPr id="41" name="椭圆 40"/>
          <p:cNvSpPr/>
          <p:nvPr>
            <p:custDataLst>
              <p:tags r:id="rId11"/>
            </p:custDataLst>
          </p:nvPr>
        </p:nvSpPr>
        <p:spPr>
          <a:xfrm>
            <a:off x="4072473" y="2931436"/>
            <a:ext cx="112570" cy="112570"/>
          </a:xfrm>
          <a:prstGeom prst="ellipse">
            <a:avLst/>
          </a:prstGeom>
          <a:solidFill>
            <a:srgbClr val="FFFFFF"/>
          </a:solidFill>
          <a:ln w="38100">
            <a:solidFill>
              <a:schemeClr val="accent1"/>
            </a:solidFill>
          </a:ln>
          <a:effectLst>
            <a:outerShdw blurRad="50800" dist="38100" dir="2700000" algn="tl"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10">
              <a:solidFill>
                <a:schemeClr val="lt1"/>
              </a:solidFill>
            </a:endParaRPr>
          </a:p>
        </p:txBody>
      </p:sp>
      <p:sp>
        <p:nvSpPr>
          <p:cNvPr id="42" name="椭圆 41"/>
          <p:cNvSpPr/>
          <p:nvPr>
            <p:custDataLst>
              <p:tags r:id="rId12"/>
            </p:custDataLst>
          </p:nvPr>
        </p:nvSpPr>
        <p:spPr>
          <a:xfrm>
            <a:off x="4868419" y="1300970"/>
            <a:ext cx="112570" cy="112570"/>
          </a:xfrm>
          <a:prstGeom prst="ellipse">
            <a:avLst/>
          </a:prstGeom>
          <a:solidFill>
            <a:srgbClr val="FFFFFF"/>
          </a:solidFill>
          <a:ln w="38100">
            <a:solidFill>
              <a:schemeClr val="accent2"/>
            </a:solidFill>
          </a:ln>
          <a:effectLst>
            <a:outerShdw blurRad="50800" dist="38100" dir="2700000" algn="tl" rotWithShape="0">
              <a:schemeClr val="accent2">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10">
              <a:solidFill>
                <a:schemeClr val="lt1"/>
              </a:solidFill>
            </a:endParaRPr>
          </a:p>
        </p:txBody>
      </p:sp>
      <p:sp>
        <p:nvSpPr>
          <p:cNvPr id="43" name="椭圆 42"/>
          <p:cNvSpPr/>
          <p:nvPr>
            <p:custDataLst>
              <p:tags r:id="rId13"/>
            </p:custDataLst>
          </p:nvPr>
        </p:nvSpPr>
        <p:spPr>
          <a:xfrm>
            <a:off x="4868419" y="2132088"/>
            <a:ext cx="112570" cy="112570"/>
          </a:xfrm>
          <a:prstGeom prst="ellipse">
            <a:avLst/>
          </a:prstGeom>
          <a:solidFill>
            <a:srgbClr val="FFFFFF"/>
          </a:solidFill>
          <a:ln w="38100">
            <a:solidFill>
              <a:schemeClr val="accent1"/>
            </a:solidFill>
          </a:ln>
          <a:effectLst>
            <a:outerShdw blurRad="50800" dist="38100" dir="2700000" algn="tl"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10">
              <a:solidFill>
                <a:schemeClr val="lt1"/>
              </a:solidFill>
            </a:endParaRPr>
          </a:p>
        </p:txBody>
      </p:sp>
      <p:sp>
        <p:nvSpPr>
          <p:cNvPr id="44" name="椭圆 43"/>
          <p:cNvSpPr/>
          <p:nvPr>
            <p:custDataLst>
              <p:tags r:id="rId14"/>
            </p:custDataLst>
          </p:nvPr>
        </p:nvSpPr>
        <p:spPr>
          <a:xfrm>
            <a:off x="4868419" y="2931436"/>
            <a:ext cx="112570" cy="112570"/>
          </a:xfrm>
          <a:prstGeom prst="ellipse">
            <a:avLst/>
          </a:prstGeom>
          <a:solidFill>
            <a:srgbClr val="FFFFFF"/>
          </a:solidFill>
          <a:ln w="38100">
            <a:solidFill>
              <a:schemeClr val="accent2"/>
            </a:solidFill>
          </a:ln>
          <a:effectLst>
            <a:outerShdw blurRad="50800" dist="38100" dir="2700000" algn="tl" rotWithShape="0">
              <a:schemeClr val="accent2">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10">
              <a:solidFill>
                <a:schemeClr val="lt1"/>
              </a:solidFill>
            </a:endParaRPr>
          </a:p>
        </p:txBody>
      </p:sp>
      <p:sp>
        <p:nvSpPr>
          <p:cNvPr id="45" name="文本框 44"/>
          <p:cNvSpPr txBox="1"/>
          <p:nvPr>
            <p:custDataLst>
              <p:tags r:id="rId15"/>
            </p:custDataLst>
          </p:nvPr>
        </p:nvSpPr>
        <p:spPr>
          <a:xfrm>
            <a:off x="16165" y="1321393"/>
            <a:ext cx="3092367" cy="343355"/>
          </a:xfrm>
          <a:prstGeom prst="rect">
            <a:avLst/>
          </a:prstGeom>
          <a:noFill/>
        </p:spPr>
        <p:txBody>
          <a:bodyPr wrap="square" lIns="0" tIns="0" rIns="0" bIns="0" rtlCol="0">
            <a:noAutofit/>
          </a:bodyPr>
          <a:lstStyle/>
          <a:p>
            <a:pPr marL="285750" lvl="1" indent="-285750" algn="r">
              <a:lnSpc>
                <a:spcPct val="130000"/>
              </a:lnSpc>
              <a:buFont typeface="Arial" panose="020B0604020202020204" pitchFamily="34" charset="0"/>
              <a:buChar char="•"/>
            </a:pPr>
            <a:r>
              <a:rPr lang="zh-CN" altLang="en-US" sz="1250" b="1" dirty="0">
                <a:solidFill>
                  <a:schemeClr val="dk1"/>
                </a:solidFill>
                <a:latin typeface="微软雅黑" panose="020B0503020204020204" charset="-122"/>
                <a:ea typeface="微软雅黑" panose="020B0503020204020204" charset="-122"/>
                <a:sym typeface="+mn-ea"/>
              </a:rPr>
              <a:t>目的</a:t>
            </a:r>
            <a:r>
              <a:rPr lang="en-US" altLang="zh-CN" sz="1250" b="1" dirty="0">
                <a:solidFill>
                  <a:schemeClr val="dk1"/>
                </a:solidFill>
                <a:latin typeface="微软雅黑" panose="020B0503020204020204" charset="-122"/>
                <a:ea typeface="微软雅黑" panose="020B0503020204020204" charset="-122"/>
                <a:sym typeface="+mn-ea"/>
              </a:rPr>
              <a:t>/</a:t>
            </a:r>
            <a:r>
              <a:rPr lang="zh-CN" altLang="en-US" sz="1250" b="1" dirty="0">
                <a:solidFill>
                  <a:schemeClr val="dk1"/>
                </a:solidFill>
                <a:latin typeface="微软雅黑" panose="020B0503020204020204" charset="-122"/>
                <a:ea typeface="微软雅黑" panose="020B0503020204020204" charset="-122"/>
                <a:sym typeface="+mn-ea"/>
              </a:rPr>
              <a:t>考核</a:t>
            </a:r>
            <a:r>
              <a:rPr lang="en-US" altLang="zh-CN" sz="1250" b="1" dirty="0">
                <a:solidFill>
                  <a:schemeClr val="dk1"/>
                </a:solidFill>
                <a:latin typeface="微软雅黑" panose="020B0503020204020204" charset="-122"/>
                <a:ea typeface="微软雅黑" panose="020B0503020204020204" charset="-122"/>
                <a:sym typeface="+mn-ea"/>
              </a:rPr>
              <a:t>/</a:t>
            </a:r>
            <a:r>
              <a:rPr lang="zh-CN" altLang="en-US" sz="1250" b="1" dirty="0">
                <a:solidFill>
                  <a:schemeClr val="dk1"/>
                </a:solidFill>
                <a:latin typeface="微软雅黑" panose="020B0503020204020204" charset="-122"/>
                <a:ea typeface="微软雅黑" panose="020B0503020204020204" charset="-122"/>
                <a:sym typeface="+mn-ea"/>
              </a:rPr>
              <a:t>写作类型</a:t>
            </a:r>
          </a:p>
          <a:p>
            <a:pPr marL="285750" lvl="1" indent="-285750" algn="r">
              <a:lnSpc>
                <a:spcPct val="130000"/>
              </a:lnSpc>
              <a:buFont typeface="Arial" panose="020B0604020202020204" pitchFamily="34" charset="0"/>
              <a:buChar char="•"/>
            </a:pPr>
            <a:r>
              <a:rPr lang="zh-CN" altLang="en-US" sz="1250" b="1" dirty="0">
                <a:solidFill>
                  <a:schemeClr val="dk1"/>
                </a:solidFill>
                <a:latin typeface="微软雅黑" panose="020B0503020204020204" charset="-122"/>
                <a:ea typeface="微软雅黑" panose="020B0503020204020204" charset="-122"/>
                <a:sym typeface="+mn-ea"/>
              </a:rPr>
              <a:t>信息检索示范与练习</a:t>
            </a:r>
            <a:endParaRPr sz="1250">
              <a:solidFill>
                <a:schemeClr val="dk1"/>
              </a:solidFill>
            </a:endParaRPr>
          </a:p>
          <a:p>
            <a:pPr algn="r">
              <a:lnSpc>
                <a:spcPct val="130000"/>
              </a:lnSpc>
            </a:pPr>
            <a:endParaRPr lang="zh-CN" altLang="en-US" sz="1250" dirty="0">
              <a:solidFill>
                <a:schemeClr val="tx1">
                  <a:lumMod val="85000"/>
                  <a:lumOff val="15000"/>
                </a:schemeClr>
              </a:solidFill>
            </a:endParaRPr>
          </a:p>
        </p:txBody>
      </p:sp>
      <p:sp>
        <p:nvSpPr>
          <p:cNvPr id="46" name="矩形: 圆角 45"/>
          <p:cNvSpPr/>
          <p:nvPr>
            <p:custDataLst>
              <p:tags r:id="rId16"/>
            </p:custDataLst>
          </p:nvPr>
        </p:nvSpPr>
        <p:spPr>
          <a:xfrm>
            <a:off x="7087" y="963417"/>
            <a:ext cx="3148037" cy="343226"/>
          </a:xfrm>
          <a:prstGeom prst="roundRect">
            <a:avLst>
              <a:gd name="adj" fmla="val 50000"/>
            </a:avLst>
          </a:prstGeom>
          <a:noFill/>
          <a:ln>
            <a:noFill/>
          </a:ln>
          <a:effectLst/>
        </p:spPr>
        <p:style>
          <a:lnRef idx="2">
            <a:schemeClr val="accent1">
              <a:lumMod val="75000"/>
            </a:schemeClr>
          </a:lnRef>
          <a:fillRef idx="1">
            <a:schemeClr val="accent1"/>
          </a:fillRef>
          <a:effectRef idx="0">
            <a:srgbClr val="FFFFFF"/>
          </a:effectRef>
          <a:fontRef idx="minor">
            <a:schemeClr val="lt1"/>
          </a:fontRef>
        </p:style>
        <p:txBody>
          <a:bodyPr wrap="square" lIns="0" tIns="0" rIns="0" bIns="0" rtlCol="0" anchor="ctr">
            <a:noAutofit/>
          </a:bodyPr>
          <a:lstStyle/>
          <a:p>
            <a:pPr algn="r"/>
            <a:r>
              <a:rPr lang="zh-CN" altLang="en-US" sz="1610">
                <a:solidFill>
                  <a:srgbClr val="0000FF"/>
                </a:solidFill>
                <a:sym typeface="+mn-ea"/>
              </a:rPr>
              <a:t>概述&amp;文献检索</a:t>
            </a:r>
            <a:endParaRPr lang="zh-CN" altLang="en-US" sz="1610" b="1" spc="100" dirty="0">
              <a:solidFill>
                <a:schemeClr val="tx1">
                  <a:lumMod val="85000"/>
                  <a:lumOff val="15000"/>
                </a:schemeClr>
              </a:solidFill>
            </a:endParaRPr>
          </a:p>
        </p:txBody>
      </p:sp>
      <p:sp>
        <p:nvSpPr>
          <p:cNvPr id="47" name="文本框 46"/>
          <p:cNvSpPr txBox="1"/>
          <p:nvPr>
            <p:custDataLst>
              <p:tags r:id="rId17"/>
            </p:custDataLst>
          </p:nvPr>
        </p:nvSpPr>
        <p:spPr>
          <a:xfrm>
            <a:off x="16165" y="2181443"/>
            <a:ext cx="3092367" cy="343355"/>
          </a:xfrm>
          <a:prstGeom prst="rect">
            <a:avLst/>
          </a:prstGeom>
          <a:noFill/>
        </p:spPr>
        <p:txBody>
          <a:bodyPr wrap="square" lIns="0" tIns="0" rIns="0" bIns="0" rtlCol="0">
            <a:noAutofit/>
          </a:bodyPr>
          <a:lstStyle/>
          <a:p>
            <a:pPr marL="285750" indent="-285750" algn="r">
              <a:lnSpc>
                <a:spcPct val="130000"/>
              </a:lnSpc>
              <a:buFont typeface="Arial" panose="020B0604020202020204" pitchFamily="34" charset="0"/>
              <a:buChar char="•"/>
            </a:pPr>
            <a:r>
              <a:rPr lang="zh-CN" altLang="en-US" sz="1250" b="1" dirty="0">
                <a:solidFill>
                  <a:schemeClr val="dk1"/>
                </a:solidFill>
                <a:latin typeface="微软雅黑" panose="020B0503020204020204" charset="-122"/>
                <a:ea typeface="微软雅黑" panose="020B0503020204020204" charset="-122"/>
              </a:rPr>
              <a:t>研究选题与立论</a:t>
            </a:r>
          </a:p>
          <a:p>
            <a:pPr marL="285750" indent="-285750" algn="r">
              <a:lnSpc>
                <a:spcPct val="130000"/>
              </a:lnSpc>
              <a:buFont typeface="Arial" panose="020B0604020202020204" pitchFamily="34" charset="0"/>
              <a:buChar char="•"/>
            </a:pPr>
            <a:r>
              <a:rPr lang="zh-CN" altLang="en-US" sz="1250" b="1" dirty="0">
                <a:solidFill>
                  <a:schemeClr val="dk1"/>
                </a:solidFill>
                <a:latin typeface="微软雅黑" panose="020B0503020204020204" charset="-122"/>
                <a:ea typeface="微软雅黑" panose="020B0503020204020204" charset="-122"/>
                <a:sym typeface="+mn-ea"/>
              </a:rPr>
              <a:t>思辨与</a:t>
            </a:r>
            <a:r>
              <a:rPr lang="zh-CN" altLang="en-US" sz="1250" b="1" dirty="0">
                <a:solidFill>
                  <a:schemeClr val="dk1"/>
                </a:solidFill>
                <a:latin typeface="微软雅黑" panose="020B0503020204020204" charset="-122"/>
                <a:ea typeface="微软雅黑" panose="020B0503020204020204" charset="-122"/>
              </a:rPr>
              <a:t>总结问题</a:t>
            </a:r>
          </a:p>
        </p:txBody>
      </p:sp>
      <p:sp>
        <p:nvSpPr>
          <p:cNvPr id="48" name="矩形: 圆角 47"/>
          <p:cNvSpPr/>
          <p:nvPr>
            <p:custDataLst>
              <p:tags r:id="rId18"/>
            </p:custDataLst>
          </p:nvPr>
        </p:nvSpPr>
        <p:spPr>
          <a:xfrm>
            <a:off x="7087" y="1822901"/>
            <a:ext cx="3148037" cy="343226"/>
          </a:xfrm>
          <a:prstGeom prst="roundRect">
            <a:avLst>
              <a:gd name="adj" fmla="val 50000"/>
            </a:avLst>
          </a:prstGeom>
          <a:noFill/>
          <a:ln>
            <a:noFill/>
          </a:ln>
          <a:effectLst/>
        </p:spPr>
        <p:style>
          <a:lnRef idx="2">
            <a:schemeClr val="accent1">
              <a:lumMod val="75000"/>
            </a:schemeClr>
          </a:lnRef>
          <a:fillRef idx="1">
            <a:schemeClr val="accent1"/>
          </a:fillRef>
          <a:effectRef idx="0">
            <a:srgbClr val="FFFFFF"/>
          </a:effectRef>
          <a:fontRef idx="minor">
            <a:schemeClr val="lt1"/>
          </a:fontRef>
        </p:style>
        <p:txBody>
          <a:bodyPr wrap="square" lIns="0" tIns="0" rIns="0" bIns="0" rtlCol="0" anchor="ctr">
            <a:noAutofit/>
          </a:bodyPr>
          <a:lstStyle/>
          <a:p>
            <a:pPr algn="r"/>
            <a:r>
              <a:rPr lang="zh-CN" altLang="en-US" sz="1610">
                <a:solidFill>
                  <a:srgbClr val="0000FF"/>
                </a:solidFill>
                <a:sym typeface="+mn-ea"/>
              </a:rPr>
              <a:t>文献综述论文撰写</a:t>
            </a:r>
            <a:endParaRPr lang="zh-CN" altLang="en-US" sz="1610" b="1" spc="100" dirty="0">
              <a:solidFill>
                <a:schemeClr val="tx1">
                  <a:lumMod val="85000"/>
                  <a:lumOff val="15000"/>
                </a:schemeClr>
              </a:solidFill>
            </a:endParaRPr>
          </a:p>
        </p:txBody>
      </p:sp>
      <p:sp>
        <p:nvSpPr>
          <p:cNvPr id="49" name="文本框 48"/>
          <p:cNvSpPr txBox="1"/>
          <p:nvPr>
            <p:custDataLst>
              <p:tags r:id="rId19"/>
            </p:custDataLst>
          </p:nvPr>
        </p:nvSpPr>
        <p:spPr>
          <a:xfrm>
            <a:off x="847" y="3035822"/>
            <a:ext cx="3092367" cy="343355"/>
          </a:xfrm>
          <a:prstGeom prst="rect">
            <a:avLst/>
          </a:prstGeom>
          <a:noFill/>
        </p:spPr>
        <p:txBody>
          <a:bodyPr wrap="square" lIns="0" tIns="0" rIns="0" bIns="0" rtlCol="0">
            <a:noAutofit/>
          </a:bodyPr>
          <a:lstStyle/>
          <a:p>
            <a:pPr marL="285750" indent="-285750" algn="r">
              <a:lnSpc>
                <a:spcPct val="130000"/>
              </a:lnSpc>
              <a:buFont typeface="Arial" panose="020B0604020202020204" pitchFamily="34" charset="0"/>
              <a:buChar char="•"/>
            </a:pPr>
            <a:r>
              <a:rPr lang="zh-CN" altLang="en-US" sz="1250" b="1" dirty="0">
                <a:solidFill>
                  <a:schemeClr val="dk1"/>
                </a:solidFill>
                <a:latin typeface="微软雅黑" panose="020B0503020204020204" charset="-122"/>
                <a:ea typeface="微软雅黑" panose="020B0503020204020204" charset="-122"/>
                <a:sym typeface="+mn-ea"/>
              </a:rPr>
              <a:t>结构</a:t>
            </a:r>
            <a:r>
              <a:rPr lang="en-US" altLang="zh-CN" sz="1250" b="1" dirty="0">
                <a:solidFill>
                  <a:schemeClr val="dk1"/>
                </a:solidFill>
                <a:latin typeface="微软雅黑" panose="020B0503020204020204" charset="-122"/>
                <a:ea typeface="微软雅黑" panose="020B0503020204020204" charset="-122"/>
                <a:sym typeface="+mn-ea"/>
              </a:rPr>
              <a:t>/</a:t>
            </a:r>
            <a:r>
              <a:rPr lang="zh-CN" altLang="en-US" sz="1250" b="1" dirty="0">
                <a:solidFill>
                  <a:schemeClr val="dk1"/>
                </a:solidFill>
                <a:latin typeface="微软雅黑" panose="020B0503020204020204" charset="-122"/>
                <a:ea typeface="微软雅黑" panose="020B0503020204020204" charset="-122"/>
                <a:sym typeface="+mn-ea"/>
              </a:rPr>
              <a:t>要求</a:t>
            </a:r>
          </a:p>
          <a:p>
            <a:pPr marL="285750" indent="-285750" algn="r">
              <a:lnSpc>
                <a:spcPct val="130000"/>
              </a:lnSpc>
              <a:buFont typeface="Arial" panose="020B0604020202020204" pitchFamily="34" charset="0"/>
              <a:buChar char="•"/>
            </a:pPr>
            <a:r>
              <a:rPr lang="zh-CN" altLang="en-US" sz="1250" b="1" dirty="0">
                <a:solidFill>
                  <a:schemeClr val="dk1"/>
                </a:solidFill>
                <a:latin typeface="微软雅黑" panose="020B0503020204020204" charset="-122"/>
                <a:ea typeface="微软雅黑" panose="020B0503020204020204" charset="-122"/>
                <a:sym typeface="+mn-ea"/>
              </a:rPr>
              <a:t>模板</a:t>
            </a:r>
            <a:r>
              <a:rPr lang="en-US" altLang="zh-CN" sz="1250" b="1" dirty="0">
                <a:solidFill>
                  <a:schemeClr val="dk1"/>
                </a:solidFill>
                <a:latin typeface="微软雅黑" panose="020B0503020204020204" charset="-122"/>
                <a:ea typeface="微软雅黑" panose="020B0503020204020204" charset="-122"/>
                <a:sym typeface="+mn-ea"/>
              </a:rPr>
              <a:t>/</a:t>
            </a:r>
            <a:r>
              <a:rPr lang="zh-CN" altLang="en-US" sz="1250" b="1" dirty="0">
                <a:solidFill>
                  <a:schemeClr val="dk1"/>
                </a:solidFill>
                <a:latin typeface="微软雅黑" panose="020B0503020204020204" charset="-122"/>
                <a:ea typeface="微软雅黑" panose="020B0503020204020204" charset="-122"/>
                <a:sym typeface="+mn-ea"/>
              </a:rPr>
              <a:t>案例</a:t>
            </a:r>
            <a:endParaRPr lang="zh-CN" altLang="en-US" sz="1250" dirty="0">
              <a:solidFill>
                <a:schemeClr val="tx1">
                  <a:lumMod val="85000"/>
                  <a:lumOff val="15000"/>
                </a:schemeClr>
              </a:solidFill>
            </a:endParaRPr>
          </a:p>
          <a:p>
            <a:pPr algn="r">
              <a:lnSpc>
                <a:spcPct val="130000"/>
              </a:lnSpc>
            </a:pPr>
            <a:endParaRPr lang="zh-CN" altLang="en-US" sz="1250" dirty="0">
              <a:solidFill>
                <a:schemeClr val="tx1">
                  <a:lumMod val="85000"/>
                  <a:lumOff val="15000"/>
                </a:schemeClr>
              </a:solidFill>
            </a:endParaRPr>
          </a:p>
        </p:txBody>
      </p:sp>
      <p:sp>
        <p:nvSpPr>
          <p:cNvPr id="50" name="矩形: 圆角 49"/>
          <p:cNvSpPr/>
          <p:nvPr>
            <p:custDataLst>
              <p:tags r:id="rId20"/>
            </p:custDataLst>
          </p:nvPr>
        </p:nvSpPr>
        <p:spPr>
          <a:xfrm>
            <a:off x="3683" y="2680683"/>
            <a:ext cx="3148037" cy="343226"/>
          </a:xfrm>
          <a:prstGeom prst="roundRect">
            <a:avLst>
              <a:gd name="adj" fmla="val 50000"/>
            </a:avLst>
          </a:prstGeom>
          <a:noFill/>
          <a:ln>
            <a:noFill/>
          </a:ln>
          <a:effectLst/>
        </p:spPr>
        <p:style>
          <a:lnRef idx="2">
            <a:schemeClr val="accent1">
              <a:lumMod val="75000"/>
            </a:schemeClr>
          </a:lnRef>
          <a:fillRef idx="1">
            <a:schemeClr val="accent1"/>
          </a:fillRef>
          <a:effectRef idx="0">
            <a:srgbClr val="FFFFFF"/>
          </a:effectRef>
          <a:fontRef idx="minor">
            <a:schemeClr val="lt1"/>
          </a:fontRef>
        </p:style>
        <p:txBody>
          <a:bodyPr wrap="square" lIns="0" tIns="0" rIns="0" bIns="0" rtlCol="0" anchor="ctr">
            <a:noAutofit/>
          </a:bodyPr>
          <a:lstStyle/>
          <a:p>
            <a:pPr algn="r"/>
            <a:r>
              <a:rPr lang="zh-CN" altLang="en-US" sz="1610" dirty="0">
                <a:solidFill>
                  <a:srgbClr val="0000FF"/>
                </a:solidFill>
                <a:sym typeface="+mn-ea"/>
              </a:rPr>
              <a:t>科技论文写作规范</a:t>
            </a:r>
            <a:endParaRPr lang="zh-CN" altLang="en-US" sz="1610" b="1" spc="100" dirty="0">
              <a:solidFill>
                <a:schemeClr val="tx1">
                  <a:lumMod val="85000"/>
                  <a:lumOff val="15000"/>
                </a:schemeClr>
              </a:solidFill>
            </a:endParaRPr>
          </a:p>
        </p:txBody>
      </p:sp>
      <p:sp>
        <p:nvSpPr>
          <p:cNvPr id="51" name="文本框 50"/>
          <p:cNvSpPr txBox="1"/>
          <p:nvPr>
            <p:custDataLst>
              <p:tags r:id="rId21"/>
            </p:custDataLst>
          </p:nvPr>
        </p:nvSpPr>
        <p:spPr>
          <a:xfrm>
            <a:off x="5950291" y="1321393"/>
            <a:ext cx="3092367" cy="343355"/>
          </a:xfrm>
          <a:prstGeom prst="rect">
            <a:avLst/>
          </a:prstGeom>
          <a:noFill/>
        </p:spPr>
        <p:txBody>
          <a:bodyPr wrap="square" lIns="0" tIns="0" rIns="0" bIns="0" rtlCol="0">
            <a:noAutofit/>
          </a:bodyPr>
          <a:lstStyle/>
          <a:p>
            <a:pPr marL="171450" lvl="1" indent="-171450">
              <a:lnSpc>
                <a:spcPct val="100000"/>
              </a:lnSpc>
              <a:spcBef>
                <a:spcPct val="0"/>
              </a:spcBef>
              <a:spcAft>
                <a:spcPct val="15000"/>
              </a:spcAft>
              <a:buChar char="•"/>
            </a:pPr>
            <a:r>
              <a:rPr lang="zh-CN" altLang="en-US" sz="1250" b="1" dirty="0">
                <a:solidFill>
                  <a:schemeClr val="dk1"/>
                </a:solidFill>
                <a:latin typeface="微软雅黑" panose="020B0503020204020204" charset="-122"/>
                <a:ea typeface="微软雅黑" panose="020B0503020204020204" charset="-122"/>
                <a:sym typeface="+mn-ea"/>
              </a:rPr>
              <a:t>总结写作过程与分组汇报</a:t>
            </a:r>
            <a:endParaRPr lang="zh-CN" altLang="en-US" sz="1250" b="1" dirty="0">
              <a:solidFill>
                <a:schemeClr val="dk1"/>
              </a:solidFill>
              <a:latin typeface="微软雅黑" panose="020B0503020204020204" charset="-122"/>
              <a:ea typeface="微软雅黑" panose="020B0503020204020204" charset="-122"/>
            </a:endParaRPr>
          </a:p>
          <a:p>
            <a:pPr marL="171450" lvl="1" indent="-171450">
              <a:lnSpc>
                <a:spcPct val="100000"/>
              </a:lnSpc>
              <a:spcBef>
                <a:spcPct val="0"/>
              </a:spcBef>
              <a:spcAft>
                <a:spcPct val="15000"/>
              </a:spcAft>
              <a:buChar char="•"/>
            </a:pPr>
            <a:r>
              <a:rPr lang="zh-CN" altLang="en-US" sz="1250" b="1" dirty="0">
                <a:solidFill>
                  <a:schemeClr val="dk1"/>
                </a:solidFill>
                <a:latin typeface="微软雅黑" panose="020B0503020204020204" charset="-122"/>
                <a:ea typeface="微软雅黑" panose="020B0503020204020204" charset="-122"/>
                <a:sym typeface="+mn-ea"/>
              </a:rPr>
              <a:t>分享收获与互评打分</a:t>
            </a:r>
            <a:endParaRPr sz="1250">
              <a:solidFill>
                <a:schemeClr val="dk1"/>
              </a:solidFill>
            </a:endParaRPr>
          </a:p>
          <a:p>
            <a:pPr>
              <a:lnSpc>
                <a:spcPct val="130000"/>
              </a:lnSpc>
            </a:pPr>
            <a:endParaRPr lang="zh-CN" altLang="en-US" sz="1250" dirty="0">
              <a:solidFill>
                <a:schemeClr val="tx1">
                  <a:lumMod val="85000"/>
                  <a:lumOff val="15000"/>
                </a:schemeClr>
              </a:solidFill>
            </a:endParaRPr>
          </a:p>
        </p:txBody>
      </p:sp>
      <p:sp>
        <p:nvSpPr>
          <p:cNvPr id="52" name="矩形: 圆角 51"/>
          <p:cNvSpPr/>
          <p:nvPr>
            <p:custDataLst>
              <p:tags r:id="rId22"/>
            </p:custDataLst>
          </p:nvPr>
        </p:nvSpPr>
        <p:spPr>
          <a:xfrm>
            <a:off x="5911146" y="963417"/>
            <a:ext cx="3145522" cy="343226"/>
          </a:xfrm>
          <a:prstGeom prst="roundRect">
            <a:avLst>
              <a:gd name="adj" fmla="val 50000"/>
            </a:avLst>
          </a:prstGeom>
          <a:noFill/>
          <a:ln>
            <a:noFill/>
          </a:ln>
          <a:effectLst/>
        </p:spPr>
        <p:style>
          <a:lnRef idx="2">
            <a:schemeClr val="accent1">
              <a:lumMod val="75000"/>
            </a:schemeClr>
          </a:lnRef>
          <a:fillRef idx="1">
            <a:schemeClr val="accent1"/>
          </a:fillRef>
          <a:effectRef idx="0">
            <a:srgbClr val="FFFFFF"/>
          </a:effectRef>
          <a:fontRef idx="minor">
            <a:schemeClr val="lt1"/>
          </a:fontRef>
        </p:style>
        <p:txBody>
          <a:bodyPr wrap="square" lIns="0" tIns="0" rIns="0" bIns="0" rtlCol="0" anchor="ctr">
            <a:noAutofit/>
          </a:bodyPr>
          <a:lstStyle/>
          <a:p>
            <a:r>
              <a:rPr lang="zh-CN" altLang="en-US" sz="1610">
                <a:solidFill>
                  <a:srgbClr val="0000FF"/>
                </a:solidFill>
                <a:sym typeface="+mn-ea"/>
              </a:rPr>
              <a:t>课程汇报与研讨</a:t>
            </a:r>
            <a:endParaRPr lang="zh-CN" altLang="en-US" sz="1610" b="1" spc="100" dirty="0">
              <a:solidFill>
                <a:schemeClr val="tx1">
                  <a:lumMod val="85000"/>
                  <a:lumOff val="15000"/>
                </a:schemeClr>
              </a:solidFill>
            </a:endParaRPr>
          </a:p>
        </p:txBody>
      </p:sp>
      <p:sp>
        <p:nvSpPr>
          <p:cNvPr id="53" name="文本框 52"/>
          <p:cNvSpPr txBox="1"/>
          <p:nvPr>
            <p:custDataLst>
              <p:tags r:id="rId23"/>
            </p:custDataLst>
          </p:nvPr>
        </p:nvSpPr>
        <p:spPr>
          <a:xfrm>
            <a:off x="5950291" y="2181443"/>
            <a:ext cx="3092367" cy="343355"/>
          </a:xfrm>
          <a:prstGeom prst="rect">
            <a:avLst/>
          </a:prstGeom>
          <a:noFill/>
        </p:spPr>
        <p:txBody>
          <a:bodyPr wrap="square" lIns="0" tIns="0" rIns="0" bIns="0" rtlCol="0">
            <a:noAutofit/>
          </a:bodyPr>
          <a:lstStyle/>
          <a:p>
            <a:pPr marL="114300" lvl="1" indent="-114300">
              <a:lnSpc>
                <a:spcPct val="100000"/>
              </a:lnSpc>
              <a:spcBef>
                <a:spcPct val="0"/>
              </a:spcBef>
              <a:spcAft>
                <a:spcPct val="15000"/>
              </a:spcAft>
              <a:buChar char="•"/>
            </a:pPr>
            <a:r>
              <a:rPr lang="zh-CN" altLang="en-US" sz="1250" b="1" dirty="0">
                <a:solidFill>
                  <a:schemeClr val="dk1"/>
                </a:solidFill>
                <a:latin typeface="微软雅黑" panose="020B0503020204020204" charset="-122"/>
                <a:ea typeface="微软雅黑" panose="020B0503020204020204" charset="-122"/>
                <a:sym typeface="+mn-ea"/>
              </a:rPr>
              <a:t>老师课前修改</a:t>
            </a:r>
            <a:r>
              <a:rPr lang="en-US" altLang="zh-CN" sz="1250" b="1" dirty="0">
                <a:solidFill>
                  <a:schemeClr val="dk1"/>
                </a:solidFill>
                <a:latin typeface="微软雅黑" panose="020B0503020204020204" charset="-122"/>
                <a:ea typeface="微软雅黑" panose="020B0503020204020204" charset="-122"/>
                <a:sym typeface="+mn-ea"/>
              </a:rPr>
              <a:t>/</a:t>
            </a:r>
            <a:r>
              <a:rPr lang="zh-CN" altLang="en-US" sz="1250" b="1" dirty="0">
                <a:solidFill>
                  <a:schemeClr val="dk1"/>
                </a:solidFill>
                <a:latin typeface="微软雅黑" panose="020B0503020204020204" charset="-122"/>
                <a:ea typeface="微软雅黑" panose="020B0503020204020204" charset="-122"/>
                <a:sym typeface="+mn-ea"/>
              </a:rPr>
              <a:t>返回意见</a:t>
            </a:r>
            <a:endParaRPr lang="zh-CN" altLang="en-US" sz="1250" b="1" dirty="0">
              <a:solidFill>
                <a:schemeClr val="dk1"/>
              </a:solidFill>
              <a:latin typeface="微软雅黑" panose="020B0503020204020204" charset="-122"/>
              <a:ea typeface="微软雅黑" panose="020B0503020204020204" charset="-122"/>
            </a:endParaRPr>
          </a:p>
          <a:p>
            <a:pPr marL="114300" lvl="1" indent="-114300">
              <a:lnSpc>
                <a:spcPct val="100000"/>
              </a:lnSpc>
              <a:spcBef>
                <a:spcPct val="0"/>
              </a:spcBef>
              <a:spcAft>
                <a:spcPct val="15000"/>
              </a:spcAft>
              <a:buChar char="•"/>
            </a:pPr>
            <a:r>
              <a:rPr lang="zh-CN" altLang="en-US" sz="1250" b="1" dirty="0">
                <a:solidFill>
                  <a:schemeClr val="dk1"/>
                </a:solidFill>
                <a:latin typeface="微软雅黑" panose="020B0503020204020204" charset="-122"/>
                <a:ea typeface="微软雅黑" panose="020B0503020204020204" charset="-122"/>
                <a:sym typeface="+mn-ea"/>
              </a:rPr>
              <a:t>每位同学课堂修改</a:t>
            </a:r>
            <a:r>
              <a:rPr lang="en-US" altLang="zh-CN" sz="1250" b="1" dirty="0">
                <a:solidFill>
                  <a:schemeClr val="dk1"/>
                </a:solidFill>
                <a:latin typeface="微软雅黑" panose="020B0503020204020204" charset="-122"/>
                <a:ea typeface="微软雅黑" panose="020B0503020204020204" charset="-122"/>
                <a:sym typeface="+mn-ea"/>
              </a:rPr>
              <a:t>/</a:t>
            </a:r>
            <a:r>
              <a:rPr lang="zh-CN" altLang="en-US" sz="1250" b="1" dirty="0">
                <a:solidFill>
                  <a:schemeClr val="dk1"/>
                </a:solidFill>
                <a:latin typeface="微软雅黑" panose="020B0503020204020204" charset="-122"/>
                <a:ea typeface="微软雅黑" panose="020B0503020204020204" charset="-122"/>
                <a:sym typeface="+mn-ea"/>
              </a:rPr>
              <a:t>返回意见</a:t>
            </a:r>
            <a:endParaRPr lang="zh-CN" altLang="en-US" sz="1250" dirty="0">
              <a:solidFill>
                <a:schemeClr val="tx1">
                  <a:lumMod val="85000"/>
                  <a:lumOff val="15000"/>
                </a:schemeClr>
              </a:solidFill>
            </a:endParaRPr>
          </a:p>
        </p:txBody>
      </p:sp>
      <p:sp>
        <p:nvSpPr>
          <p:cNvPr id="54" name="矩形: 圆角 53"/>
          <p:cNvSpPr/>
          <p:nvPr>
            <p:custDataLst>
              <p:tags r:id="rId24"/>
            </p:custDataLst>
          </p:nvPr>
        </p:nvSpPr>
        <p:spPr>
          <a:xfrm>
            <a:off x="5911146" y="1822901"/>
            <a:ext cx="3145522" cy="343226"/>
          </a:xfrm>
          <a:prstGeom prst="roundRect">
            <a:avLst>
              <a:gd name="adj" fmla="val 50000"/>
            </a:avLst>
          </a:prstGeom>
          <a:noFill/>
          <a:ln>
            <a:noFill/>
          </a:ln>
          <a:effectLst/>
        </p:spPr>
        <p:style>
          <a:lnRef idx="2">
            <a:schemeClr val="accent1">
              <a:lumMod val="75000"/>
            </a:schemeClr>
          </a:lnRef>
          <a:fillRef idx="1">
            <a:schemeClr val="accent1"/>
          </a:fillRef>
          <a:effectRef idx="0">
            <a:srgbClr val="FFFFFF"/>
          </a:effectRef>
          <a:fontRef idx="minor">
            <a:schemeClr val="lt1"/>
          </a:fontRef>
        </p:style>
        <p:txBody>
          <a:bodyPr wrap="square" lIns="0" tIns="0" rIns="0" bIns="0" rtlCol="0" anchor="ctr">
            <a:noAutofit/>
          </a:bodyPr>
          <a:lstStyle/>
          <a:p>
            <a:r>
              <a:rPr lang="zh-CN" altLang="en-US" sz="1610">
                <a:solidFill>
                  <a:srgbClr val="0000FF"/>
                </a:solidFill>
                <a:sym typeface="+mn-ea"/>
              </a:rPr>
              <a:t>习作讲评与组间互评</a:t>
            </a:r>
            <a:endParaRPr lang="zh-CN" altLang="en-US" sz="1610" b="1" spc="100" dirty="0">
              <a:solidFill>
                <a:schemeClr val="tx1">
                  <a:lumMod val="85000"/>
                  <a:lumOff val="15000"/>
                </a:schemeClr>
              </a:solidFill>
            </a:endParaRPr>
          </a:p>
        </p:txBody>
      </p:sp>
      <p:sp>
        <p:nvSpPr>
          <p:cNvPr id="55" name="文本框 54"/>
          <p:cNvSpPr txBox="1"/>
          <p:nvPr>
            <p:custDataLst>
              <p:tags r:id="rId25"/>
            </p:custDataLst>
          </p:nvPr>
        </p:nvSpPr>
        <p:spPr>
          <a:xfrm>
            <a:off x="5950291" y="3027880"/>
            <a:ext cx="3092367" cy="343355"/>
          </a:xfrm>
          <a:prstGeom prst="rect">
            <a:avLst/>
          </a:prstGeom>
          <a:noFill/>
        </p:spPr>
        <p:txBody>
          <a:bodyPr wrap="square" lIns="0" tIns="0" rIns="0" bIns="0" rtlCol="0">
            <a:noAutofit/>
          </a:bodyPr>
          <a:lstStyle/>
          <a:p>
            <a:pPr>
              <a:lnSpc>
                <a:spcPct val="130000"/>
              </a:lnSpc>
            </a:pPr>
            <a:r>
              <a:rPr lang="zh-CN" altLang="en-US" sz="1250" b="1" dirty="0">
                <a:solidFill>
                  <a:schemeClr val="dk1"/>
                </a:solidFill>
                <a:latin typeface="微软雅黑" panose="020B0503020204020204" charset="-122"/>
                <a:ea typeface="微软雅黑" panose="020B0503020204020204" charset="-122"/>
                <a:sym typeface="+mn-ea"/>
              </a:rPr>
              <a:t>综述论文参考文献/提纲研讨</a:t>
            </a:r>
          </a:p>
          <a:p>
            <a:pPr marL="114300" lvl="1" indent="-114300">
              <a:lnSpc>
                <a:spcPct val="100000"/>
              </a:lnSpc>
              <a:spcBef>
                <a:spcPct val="0"/>
              </a:spcBef>
              <a:spcAft>
                <a:spcPct val="15000"/>
              </a:spcAft>
              <a:buChar char="•"/>
            </a:pPr>
            <a:r>
              <a:rPr lang="zh-CN" altLang="en-US" sz="1250" b="1" dirty="0">
                <a:solidFill>
                  <a:schemeClr val="dk1"/>
                </a:solidFill>
                <a:latin typeface="微软雅黑" panose="020B0503020204020204" charset="-122"/>
                <a:ea typeface="微软雅黑" panose="020B0503020204020204" charset="-122"/>
                <a:sym typeface="+mn-ea"/>
              </a:rPr>
              <a:t>老师课前修改</a:t>
            </a:r>
            <a:r>
              <a:rPr lang="en-US" altLang="zh-CN" sz="1250" b="1" dirty="0">
                <a:solidFill>
                  <a:schemeClr val="dk1"/>
                </a:solidFill>
                <a:latin typeface="微软雅黑" panose="020B0503020204020204" charset="-122"/>
                <a:ea typeface="微软雅黑" panose="020B0503020204020204" charset="-122"/>
                <a:sym typeface="+mn-ea"/>
              </a:rPr>
              <a:t>/</a:t>
            </a:r>
            <a:r>
              <a:rPr lang="zh-CN" altLang="en-US" sz="1250" b="1" dirty="0">
                <a:solidFill>
                  <a:schemeClr val="dk1"/>
                </a:solidFill>
                <a:latin typeface="微软雅黑" panose="020B0503020204020204" charset="-122"/>
                <a:ea typeface="微软雅黑" panose="020B0503020204020204" charset="-122"/>
                <a:sym typeface="+mn-ea"/>
              </a:rPr>
              <a:t>返回意见，同学修改</a:t>
            </a:r>
            <a:endParaRPr lang="zh-CN" altLang="en-US" sz="1250" dirty="0">
              <a:solidFill>
                <a:schemeClr val="tx1">
                  <a:lumMod val="85000"/>
                  <a:lumOff val="15000"/>
                </a:schemeClr>
              </a:solidFill>
            </a:endParaRPr>
          </a:p>
        </p:txBody>
      </p:sp>
      <p:sp>
        <p:nvSpPr>
          <p:cNvPr id="56" name="矩形: 圆角 55"/>
          <p:cNvSpPr/>
          <p:nvPr>
            <p:custDataLst>
              <p:tags r:id="rId26"/>
            </p:custDataLst>
          </p:nvPr>
        </p:nvSpPr>
        <p:spPr>
          <a:xfrm>
            <a:off x="5911146" y="2669336"/>
            <a:ext cx="3145522" cy="343226"/>
          </a:xfrm>
          <a:prstGeom prst="roundRect">
            <a:avLst>
              <a:gd name="adj" fmla="val 50000"/>
            </a:avLst>
          </a:prstGeom>
          <a:noFill/>
          <a:ln>
            <a:noFill/>
          </a:ln>
          <a:effectLst/>
        </p:spPr>
        <p:style>
          <a:lnRef idx="2">
            <a:schemeClr val="accent1">
              <a:lumMod val="75000"/>
            </a:schemeClr>
          </a:lnRef>
          <a:fillRef idx="1">
            <a:schemeClr val="accent1"/>
          </a:fillRef>
          <a:effectRef idx="0">
            <a:srgbClr val="FFFFFF"/>
          </a:effectRef>
          <a:fontRef idx="minor">
            <a:schemeClr val="lt1"/>
          </a:fontRef>
        </p:style>
        <p:txBody>
          <a:bodyPr wrap="square" lIns="0" tIns="0" rIns="0" bIns="0" rtlCol="0" anchor="ctr">
            <a:noAutofit/>
          </a:bodyPr>
          <a:lstStyle/>
          <a:p>
            <a:r>
              <a:rPr lang="zh-CN" altLang="en-US" sz="1610">
                <a:solidFill>
                  <a:srgbClr val="0000FF"/>
                </a:solidFill>
                <a:sym typeface="+mn-ea"/>
              </a:rPr>
              <a:t>专利等文体写作及习作评讲</a:t>
            </a:r>
            <a:endParaRPr lang="zh-CN" altLang="en-US" sz="1610" b="1" spc="100" dirty="0">
              <a:solidFill>
                <a:schemeClr val="tx1">
                  <a:lumMod val="85000"/>
                  <a:lumOff val="15000"/>
                </a:schemeClr>
              </a:solidFill>
            </a:endParaRPr>
          </a:p>
        </p:txBody>
      </p:sp>
      <p:sp>
        <p:nvSpPr>
          <p:cNvPr id="3" name="椭圆 2"/>
          <p:cNvSpPr/>
          <p:nvPr>
            <p:custDataLst>
              <p:tags r:id="rId27"/>
            </p:custDataLst>
          </p:nvPr>
        </p:nvSpPr>
        <p:spPr>
          <a:xfrm>
            <a:off x="4072473" y="3741564"/>
            <a:ext cx="112570" cy="112570"/>
          </a:xfrm>
          <a:prstGeom prst="ellipse">
            <a:avLst/>
          </a:prstGeom>
          <a:solidFill>
            <a:srgbClr val="FFFFFF"/>
          </a:solidFill>
          <a:ln w="38100">
            <a:solidFill>
              <a:schemeClr val="accent2"/>
            </a:solidFill>
          </a:ln>
          <a:effectLst>
            <a:outerShdw blurRad="50800" dist="38100" dir="2700000" algn="tl" rotWithShape="0">
              <a:schemeClr val="accent2">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10">
              <a:solidFill>
                <a:schemeClr val="lt1"/>
              </a:solidFill>
            </a:endParaRPr>
          </a:p>
        </p:txBody>
      </p:sp>
      <p:sp>
        <p:nvSpPr>
          <p:cNvPr id="4" name="椭圆 3"/>
          <p:cNvSpPr/>
          <p:nvPr>
            <p:custDataLst>
              <p:tags r:id="rId28"/>
            </p:custDataLst>
          </p:nvPr>
        </p:nvSpPr>
        <p:spPr>
          <a:xfrm>
            <a:off x="4868419" y="3741564"/>
            <a:ext cx="112570" cy="112570"/>
          </a:xfrm>
          <a:prstGeom prst="ellipse">
            <a:avLst/>
          </a:prstGeom>
          <a:solidFill>
            <a:srgbClr val="FFFFFF"/>
          </a:solidFill>
          <a:ln w="38100">
            <a:solidFill>
              <a:schemeClr val="accent1"/>
            </a:solidFill>
          </a:ln>
          <a:effectLst>
            <a:outerShdw blurRad="50800" dist="38100" dir="2700000" algn="tl"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10">
              <a:solidFill>
                <a:schemeClr val="lt1"/>
              </a:solidFill>
            </a:endParaRPr>
          </a:p>
        </p:txBody>
      </p:sp>
      <p:sp>
        <p:nvSpPr>
          <p:cNvPr id="5" name="文本框 4"/>
          <p:cNvSpPr txBox="1"/>
          <p:nvPr>
            <p:custDataLst>
              <p:tags r:id="rId29"/>
            </p:custDataLst>
          </p:nvPr>
        </p:nvSpPr>
        <p:spPr>
          <a:xfrm>
            <a:off x="847" y="3906653"/>
            <a:ext cx="3092367" cy="343355"/>
          </a:xfrm>
          <a:prstGeom prst="rect">
            <a:avLst/>
          </a:prstGeom>
          <a:noFill/>
        </p:spPr>
        <p:txBody>
          <a:bodyPr wrap="square" lIns="0" tIns="0" rIns="0" bIns="0" rtlCol="0">
            <a:noAutofit/>
          </a:bodyPr>
          <a:lstStyle/>
          <a:p>
            <a:pPr marL="285750" indent="-285750" algn="r">
              <a:lnSpc>
                <a:spcPct val="130000"/>
              </a:lnSpc>
              <a:buClrTx/>
              <a:buSzTx/>
              <a:buFont typeface="Arial" panose="020B0604020202020204" pitchFamily="34" charset="0"/>
              <a:buChar char="•"/>
            </a:pPr>
            <a:r>
              <a:rPr lang="zh-CN" altLang="en-US" sz="1250" b="1" dirty="0">
                <a:solidFill>
                  <a:schemeClr val="dk1"/>
                </a:solidFill>
                <a:latin typeface="微软雅黑" panose="020B0503020204020204" charset="-122"/>
                <a:ea typeface="微软雅黑" panose="020B0503020204020204" charset="-122"/>
                <a:sym typeface="+mn-ea"/>
              </a:rPr>
              <a:t>学术论文写作流程</a:t>
            </a:r>
          </a:p>
          <a:p>
            <a:pPr marL="285750" indent="-285750" algn="r">
              <a:lnSpc>
                <a:spcPct val="130000"/>
              </a:lnSpc>
              <a:buClrTx/>
              <a:buSzTx/>
              <a:buFont typeface="Arial" panose="020B0604020202020204" pitchFamily="34" charset="0"/>
              <a:buChar char="•"/>
            </a:pPr>
            <a:r>
              <a:rPr lang="zh-CN" altLang="en-US" sz="1250" b="1" dirty="0">
                <a:solidFill>
                  <a:schemeClr val="dk1"/>
                </a:solidFill>
                <a:latin typeface="微软雅黑" panose="020B0503020204020204" charset="-122"/>
                <a:ea typeface="微软雅黑" panose="020B0503020204020204" charset="-122"/>
                <a:sym typeface="+mn-ea"/>
              </a:rPr>
              <a:t>其他文体写作方法</a:t>
            </a:r>
            <a:endParaRPr lang="zh-CN" altLang="en-US" sz="1250" dirty="0">
              <a:solidFill>
                <a:schemeClr val="tx1">
                  <a:lumMod val="85000"/>
                  <a:lumOff val="15000"/>
                </a:schemeClr>
              </a:solidFill>
            </a:endParaRPr>
          </a:p>
          <a:p>
            <a:pPr algn="r">
              <a:lnSpc>
                <a:spcPct val="130000"/>
              </a:lnSpc>
              <a:buClrTx/>
              <a:buSzTx/>
              <a:buFontTx/>
            </a:pPr>
            <a:endParaRPr lang="zh-CN" altLang="en-US" sz="1250" b="1" dirty="0">
              <a:solidFill>
                <a:schemeClr val="dk1"/>
              </a:solidFill>
              <a:latin typeface="微软雅黑" panose="020B0503020204020204" charset="-122"/>
              <a:ea typeface="微软雅黑" panose="020B0503020204020204" charset="-122"/>
            </a:endParaRPr>
          </a:p>
        </p:txBody>
      </p:sp>
      <p:sp>
        <p:nvSpPr>
          <p:cNvPr id="6" name="矩形: 圆角 5"/>
          <p:cNvSpPr/>
          <p:nvPr>
            <p:custDataLst>
              <p:tags r:id="rId30"/>
            </p:custDataLst>
          </p:nvPr>
        </p:nvSpPr>
        <p:spPr>
          <a:xfrm>
            <a:off x="-7663" y="3548109"/>
            <a:ext cx="3148037" cy="343226"/>
          </a:xfrm>
          <a:prstGeom prst="roundRect">
            <a:avLst>
              <a:gd name="adj" fmla="val 50000"/>
            </a:avLst>
          </a:prstGeom>
          <a:noFill/>
          <a:ln>
            <a:noFill/>
          </a:ln>
          <a:effectLst/>
        </p:spPr>
        <p:style>
          <a:lnRef idx="2">
            <a:schemeClr val="accent1">
              <a:lumMod val="75000"/>
            </a:schemeClr>
          </a:lnRef>
          <a:fillRef idx="1">
            <a:schemeClr val="accent1"/>
          </a:fillRef>
          <a:effectRef idx="0">
            <a:srgbClr val="FFFFFF"/>
          </a:effectRef>
          <a:fontRef idx="minor">
            <a:schemeClr val="lt1"/>
          </a:fontRef>
        </p:style>
        <p:txBody>
          <a:bodyPr wrap="square" lIns="0" tIns="0" rIns="0" bIns="0" rtlCol="0" anchor="ctr">
            <a:noAutofit/>
          </a:bodyPr>
          <a:lstStyle/>
          <a:p>
            <a:pPr algn="r"/>
            <a:r>
              <a:rPr lang="zh-CN" altLang="en-US" sz="1610" dirty="0">
                <a:solidFill>
                  <a:srgbClr val="0000FF"/>
                </a:solidFill>
                <a:sym typeface="+mn-ea"/>
              </a:rPr>
              <a:t>学位论文/报告/专利写作</a:t>
            </a:r>
            <a:endParaRPr lang="zh-CN" altLang="en-US" sz="1610" b="1" spc="100" dirty="0">
              <a:solidFill>
                <a:schemeClr val="tx1">
                  <a:lumMod val="85000"/>
                  <a:lumOff val="15000"/>
                </a:schemeClr>
              </a:solidFill>
            </a:endParaRPr>
          </a:p>
        </p:txBody>
      </p:sp>
      <p:sp>
        <p:nvSpPr>
          <p:cNvPr id="7" name="文本框 6"/>
          <p:cNvSpPr txBox="1"/>
          <p:nvPr>
            <p:custDataLst>
              <p:tags r:id="rId31"/>
            </p:custDataLst>
          </p:nvPr>
        </p:nvSpPr>
        <p:spPr>
          <a:xfrm>
            <a:off x="5950291" y="3883960"/>
            <a:ext cx="3092367" cy="343355"/>
          </a:xfrm>
          <a:prstGeom prst="rect">
            <a:avLst/>
          </a:prstGeom>
          <a:noFill/>
        </p:spPr>
        <p:txBody>
          <a:bodyPr wrap="square" lIns="0" tIns="0" rIns="0" bIns="0" rtlCol="0">
            <a:noAutofit/>
          </a:bodyPr>
          <a:lstStyle/>
          <a:p>
            <a:pPr algn="l">
              <a:lnSpc>
                <a:spcPct val="130000"/>
              </a:lnSpc>
              <a:buClrTx/>
              <a:buSzTx/>
              <a:buFontTx/>
            </a:pPr>
            <a:r>
              <a:rPr lang="zh-CN" altLang="en-US" sz="1250" b="1" dirty="0">
                <a:solidFill>
                  <a:schemeClr val="dk1"/>
                </a:solidFill>
                <a:latin typeface="微软雅黑" panose="020B0503020204020204" charset="-122"/>
                <a:ea typeface="微软雅黑" panose="020B0503020204020204" charset="-122"/>
                <a:sym typeface="+mn-ea"/>
              </a:rPr>
              <a:t>逻辑思维与共性写作问题研讨</a:t>
            </a:r>
            <a:endParaRPr lang="zh-CN" altLang="en-US" sz="1250" b="1" dirty="0">
              <a:solidFill>
                <a:schemeClr val="dk1"/>
              </a:solidFill>
              <a:latin typeface="微软雅黑" panose="020B0503020204020204" charset="-122"/>
              <a:ea typeface="微软雅黑" panose="020B0503020204020204" charset="-122"/>
            </a:endParaRPr>
          </a:p>
        </p:txBody>
      </p:sp>
      <p:sp>
        <p:nvSpPr>
          <p:cNvPr id="8" name="矩形: 圆角 7"/>
          <p:cNvSpPr/>
          <p:nvPr>
            <p:custDataLst>
              <p:tags r:id="rId32"/>
            </p:custDataLst>
          </p:nvPr>
        </p:nvSpPr>
        <p:spPr>
          <a:xfrm>
            <a:off x="5911146" y="3525416"/>
            <a:ext cx="3145522" cy="343226"/>
          </a:xfrm>
          <a:prstGeom prst="roundRect">
            <a:avLst>
              <a:gd name="adj" fmla="val 50000"/>
            </a:avLst>
          </a:prstGeom>
          <a:noFill/>
          <a:ln>
            <a:noFill/>
          </a:ln>
          <a:effectLst/>
        </p:spPr>
        <p:style>
          <a:lnRef idx="2">
            <a:schemeClr val="accent1">
              <a:lumMod val="75000"/>
            </a:schemeClr>
          </a:lnRef>
          <a:fillRef idx="1">
            <a:schemeClr val="accent1"/>
          </a:fillRef>
          <a:effectRef idx="0">
            <a:srgbClr val="FFFFFF"/>
          </a:effectRef>
          <a:fontRef idx="minor">
            <a:schemeClr val="lt1"/>
          </a:fontRef>
        </p:style>
        <p:txBody>
          <a:bodyPr wrap="square" lIns="0" tIns="0" rIns="0" bIns="0" rtlCol="0" anchor="ctr">
            <a:noAutofit/>
          </a:bodyPr>
          <a:lstStyle/>
          <a:p>
            <a:r>
              <a:rPr lang="zh-CN" altLang="en-US" sz="1610">
                <a:solidFill>
                  <a:srgbClr val="0000FF"/>
                </a:solidFill>
                <a:sym typeface="+mn-ea"/>
              </a:rPr>
              <a:t>范文评讲与写作问题研讨</a:t>
            </a:r>
            <a:endParaRPr lang="zh-CN" altLang="en-US" sz="1610" b="1" spc="100" dirty="0">
              <a:solidFill>
                <a:schemeClr val="tx1">
                  <a:lumMod val="85000"/>
                  <a:lumOff val="15000"/>
                </a:schemeClr>
              </a:solidFill>
            </a:endParaRPr>
          </a:p>
        </p:txBody>
      </p:sp>
      <p:sp>
        <p:nvSpPr>
          <p:cNvPr id="14" name="任意多边形: 形状 13"/>
          <p:cNvSpPr/>
          <p:nvPr>
            <p:custDataLst>
              <p:tags r:id="rId33"/>
            </p:custDataLst>
          </p:nvPr>
        </p:nvSpPr>
        <p:spPr>
          <a:xfrm>
            <a:off x="3311135" y="1244806"/>
            <a:ext cx="650987" cy="235436"/>
          </a:xfrm>
          <a:custGeom>
            <a:avLst/>
            <a:gdLst>
              <a:gd name="connsiteX0" fmla="*/ 0 w 728653"/>
              <a:gd name="connsiteY0" fmla="*/ 0 h 263525"/>
              <a:gd name="connsiteX1" fmla="*/ 596890 w 728653"/>
              <a:gd name="connsiteY1" fmla="*/ 0 h 263525"/>
              <a:gd name="connsiteX2" fmla="*/ 728653 w 728653"/>
              <a:gd name="connsiteY2" fmla="*/ 131763 h 263525"/>
              <a:gd name="connsiteX3" fmla="*/ 596890 w 728653"/>
              <a:gd name="connsiteY3" fmla="*/ 263525 h 263525"/>
              <a:gd name="connsiteX4" fmla="*/ 0 w 728653"/>
              <a:gd name="connsiteY4" fmla="*/ 263525 h 263525"/>
              <a:gd name="connsiteX5" fmla="*/ 0 w 728653"/>
              <a:gd name="connsiteY5" fmla="*/ 0 h 26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8653" h="263525">
                <a:moveTo>
                  <a:pt x="0" y="0"/>
                </a:moveTo>
                <a:lnTo>
                  <a:pt x="596890" y="0"/>
                </a:lnTo>
                <a:lnTo>
                  <a:pt x="728653" y="131763"/>
                </a:lnTo>
                <a:lnTo>
                  <a:pt x="596890" y="263525"/>
                </a:lnTo>
                <a:lnTo>
                  <a:pt x="0" y="263525"/>
                </a:lnTo>
                <a:lnTo>
                  <a:pt x="0" y="0"/>
                </a:lnTo>
                <a:close/>
              </a:path>
            </a:pathLst>
          </a:custGeom>
          <a:solidFill>
            <a:schemeClr val="accent1"/>
          </a:solidFill>
          <a:ln>
            <a:noFill/>
          </a:ln>
          <a:effectLst>
            <a:outerShdw blurRad="508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noAutofit/>
          </a:bodyPr>
          <a:lstStyle/>
          <a:p>
            <a:pPr algn="ctr"/>
            <a:r>
              <a:rPr lang="zh-CN" altLang="en-US" sz="1250" b="1" dirty="0">
                <a:solidFill>
                  <a:srgbClr val="FFFFFF"/>
                </a:solidFill>
                <a:latin typeface="+mn-ea"/>
              </a:rPr>
              <a:t>第</a:t>
            </a:r>
            <a:r>
              <a:rPr lang="en-US" altLang="zh-CN" sz="1250" b="1" dirty="0">
                <a:solidFill>
                  <a:srgbClr val="FFFFFF"/>
                </a:solidFill>
                <a:latin typeface="+mn-ea"/>
              </a:rPr>
              <a:t>1</a:t>
            </a:r>
            <a:r>
              <a:rPr lang="zh-CN" altLang="en-US" sz="1250" b="1" dirty="0">
                <a:solidFill>
                  <a:srgbClr val="FFFFFF"/>
                </a:solidFill>
                <a:latin typeface="+mn-ea"/>
              </a:rPr>
              <a:t>周</a:t>
            </a:r>
          </a:p>
        </p:txBody>
      </p:sp>
      <p:sp>
        <p:nvSpPr>
          <p:cNvPr id="18" name="任意多边形: 形状 17"/>
          <p:cNvSpPr/>
          <p:nvPr>
            <p:custDataLst>
              <p:tags r:id="rId34"/>
            </p:custDataLst>
          </p:nvPr>
        </p:nvSpPr>
        <p:spPr>
          <a:xfrm>
            <a:off x="3308867" y="2073087"/>
            <a:ext cx="650987" cy="235436"/>
          </a:xfrm>
          <a:custGeom>
            <a:avLst/>
            <a:gdLst>
              <a:gd name="connsiteX0" fmla="*/ 0 w 728653"/>
              <a:gd name="connsiteY0" fmla="*/ 0 h 263525"/>
              <a:gd name="connsiteX1" fmla="*/ 596890 w 728653"/>
              <a:gd name="connsiteY1" fmla="*/ 0 h 263525"/>
              <a:gd name="connsiteX2" fmla="*/ 728653 w 728653"/>
              <a:gd name="connsiteY2" fmla="*/ 131763 h 263525"/>
              <a:gd name="connsiteX3" fmla="*/ 596890 w 728653"/>
              <a:gd name="connsiteY3" fmla="*/ 263525 h 263525"/>
              <a:gd name="connsiteX4" fmla="*/ 0 w 728653"/>
              <a:gd name="connsiteY4" fmla="*/ 263525 h 263525"/>
              <a:gd name="connsiteX5" fmla="*/ 0 w 728653"/>
              <a:gd name="connsiteY5" fmla="*/ 0 h 26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8653" h="263525">
                <a:moveTo>
                  <a:pt x="0" y="0"/>
                </a:moveTo>
                <a:lnTo>
                  <a:pt x="596890" y="0"/>
                </a:lnTo>
                <a:lnTo>
                  <a:pt x="728653" y="131763"/>
                </a:lnTo>
                <a:lnTo>
                  <a:pt x="596890" y="263525"/>
                </a:lnTo>
                <a:lnTo>
                  <a:pt x="0" y="263525"/>
                </a:lnTo>
                <a:lnTo>
                  <a:pt x="0" y="0"/>
                </a:lnTo>
                <a:close/>
              </a:path>
            </a:pathLst>
          </a:custGeom>
          <a:solidFill>
            <a:schemeClr val="accent2"/>
          </a:solidFill>
          <a:ln>
            <a:noFill/>
          </a:ln>
          <a:effectLst>
            <a:outerShdw blurRad="50800" dist="38100" dir="2700000" algn="tl"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noAutofit/>
          </a:bodyPr>
          <a:lstStyle/>
          <a:p>
            <a:pPr algn="ctr"/>
            <a:r>
              <a:rPr lang="zh-CN" altLang="en-US" sz="1250" b="1" dirty="0">
                <a:solidFill>
                  <a:srgbClr val="FFFFFF"/>
                </a:solidFill>
                <a:latin typeface="+mn-ea"/>
                <a:sym typeface="+mn-ea"/>
              </a:rPr>
              <a:t>第</a:t>
            </a:r>
            <a:r>
              <a:rPr lang="en-US" altLang="zh-CN" sz="1250" b="1" dirty="0">
                <a:solidFill>
                  <a:srgbClr val="FFFFFF"/>
                </a:solidFill>
                <a:latin typeface="+mn-ea"/>
                <a:sym typeface="+mn-ea"/>
              </a:rPr>
              <a:t>2</a:t>
            </a:r>
            <a:r>
              <a:rPr lang="zh-CN" altLang="en-US" sz="1250" b="1" dirty="0">
                <a:solidFill>
                  <a:srgbClr val="FFFFFF"/>
                </a:solidFill>
                <a:latin typeface="+mn-ea"/>
                <a:sym typeface="+mn-ea"/>
              </a:rPr>
              <a:t>周</a:t>
            </a:r>
            <a:endParaRPr lang="zh-CN" altLang="en-US" sz="1250" b="1" dirty="0">
              <a:solidFill>
                <a:srgbClr val="FFFFFF"/>
              </a:solidFill>
              <a:latin typeface="+mn-ea"/>
            </a:endParaRPr>
          </a:p>
        </p:txBody>
      </p:sp>
      <p:sp>
        <p:nvSpPr>
          <p:cNvPr id="24" name="任意多边形: 形状 23"/>
          <p:cNvSpPr/>
          <p:nvPr>
            <p:custDataLst>
              <p:tags r:id="rId35"/>
            </p:custDataLst>
          </p:nvPr>
        </p:nvSpPr>
        <p:spPr>
          <a:xfrm>
            <a:off x="3303761" y="2865628"/>
            <a:ext cx="650987" cy="235436"/>
          </a:xfrm>
          <a:custGeom>
            <a:avLst/>
            <a:gdLst>
              <a:gd name="connsiteX0" fmla="*/ 0 w 728653"/>
              <a:gd name="connsiteY0" fmla="*/ 0 h 263525"/>
              <a:gd name="connsiteX1" fmla="*/ 596890 w 728653"/>
              <a:gd name="connsiteY1" fmla="*/ 0 h 263525"/>
              <a:gd name="connsiteX2" fmla="*/ 728653 w 728653"/>
              <a:gd name="connsiteY2" fmla="*/ 131763 h 263525"/>
              <a:gd name="connsiteX3" fmla="*/ 596890 w 728653"/>
              <a:gd name="connsiteY3" fmla="*/ 263525 h 263525"/>
              <a:gd name="connsiteX4" fmla="*/ 0 w 728653"/>
              <a:gd name="connsiteY4" fmla="*/ 263525 h 263525"/>
              <a:gd name="connsiteX5" fmla="*/ 0 w 728653"/>
              <a:gd name="connsiteY5" fmla="*/ 0 h 26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8653" h="263525">
                <a:moveTo>
                  <a:pt x="0" y="0"/>
                </a:moveTo>
                <a:lnTo>
                  <a:pt x="596890" y="0"/>
                </a:lnTo>
                <a:lnTo>
                  <a:pt x="728653" y="131763"/>
                </a:lnTo>
                <a:lnTo>
                  <a:pt x="596890" y="263525"/>
                </a:lnTo>
                <a:lnTo>
                  <a:pt x="0" y="263525"/>
                </a:lnTo>
                <a:lnTo>
                  <a:pt x="0" y="0"/>
                </a:lnTo>
                <a:close/>
              </a:path>
            </a:pathLst>
          </a:custGeom>
          <a:solidFill>
            <a:schemeClr val="accent1"/>
          </a:solidFill>
          <a:ln>
            <a:noFill/>
          </a:ln>
          <a:effectLst>
            <a:outerShdw blurRad="508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noAutofit/>
          </a:bodyPr>
          <a:lstStyle/>
          <a:p>
            <a:pPr algn="ctr"/>
            <a:r>
              <a:rPr lang="zh-CN" altLang="en-US" sz="1250" b="1" dirty="0">
                <a:solidFill>
                  <a:srgbClr val="FFFFFF"/>
                </a:solidFill>
                <a:latin typeface="+mn-ea"/>
                <a:sym typeface="+mn-ea"/>
              </a:rPr>
              <a:t>第</a:t>
            </a:r>
            <a:r>
              <a:rPr lang="en-US" altLang="zh-CN" sz="1250" b="1" dirty="0">
                <a:solidFill>
                  <a:srgbClr val="FFFFFF"/>
                </a:solidFill>
                <a:latin typeface="+mn-ea"/>
                <a:sym typeface="+mn-ea"/>
              </a:rPr>
              <a:t>3</a:t>
            </a:r>
            <a:r>
              <a:rPr lang="zh-CN" altLang="en-US" sz="1250" b="1" dirty="0">
                <a:solidFill>
                  <a:srgbClr val="FFFFFF"/>
                </a:solidFill>
                <a:latin typeface="+mn-ea"/>
                <a:sym typeface="+mn-ea"/>
              </a:rPr>
              <a:t>周</a:t>
            </a:r>
            <a:endParaRPr lang="zh-CN" altLang="en-US" sz="1250" b="1" dirty="0">
              <a:solidFill>
                <a:srgbClr val="FFFFFF"/>
              </a:solidFill>
              <a:latin typeface="+mn-ea"/>
            </a:endParaRPr>
          </a:p>
        </p:txBody>
      </p:sp>
      <p:sp>
        <p:nvSpPr>
          <p:cNvPr id="29" name="任意多边形: 形状 28"/>
          <p:cNvSpPr/>
          <p:nvPr>
            <p:custDataLst>
              <p:tags r:id="rId36"/>
            </p:custDataLst>
          </p:nvPr>
        </p:nvSpPr>
        <p:spPr>
          <a:xfrm>
            <a:off x="3303761" y="3685399"/>
            <a:ext cx="650987" cy="235436"/>
          </a:xfrm>
          <a:custGeom>
            <a:avLst/>
            <a:gdLst>
              <a:gd name="connsiteX0" fmla="*/ 0 w 728653"/>
              <a:gd name="connsiteY0" fmla="*/ 0 h 263525"/>
              <a:gd name="connsiteX1" fmla="*/ 596890 w 728653"/>
              <a:gd name="connsiteY1" fmla="*/ 0 h 263525"/>
              <a:gd name="connsiteX2" fmla="*/ 728653 w 728653"/>
              <a:gd name="connsiteY2" fmla="*/ 131763 h 263525"/>
              <a:gd name="connsiteX3" fmla="*/ 596890 w 728653"/>
              <a:gd name="connsiteY3" fmla="*/ 263525 h 263525"/>
              <a:gd name="connsiteX4" fmla="*/ 0 w 728653"/>
              <a:gd name="connsiteY4" fmla="*/ 263525 h 263525"/>
              <a:gd name="connsiteX5" fmla="*/ 0 w 728653"/>
              <a:gd name="connsiteY5" fmla="*/ 0 h 26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8653" h="263525">
                <a:moveTo>
                  <a:pt x="0" y="0"/>
                </a:moveTo>
                <a:lnTo>
                  <a:pt x="596890" y="0"/>
                </a:lnTo>
                <a:lnTo>
                  <a:pt x="728653" y="131763"/>
                </a:lnTo>
                <a:lnTo>
                  <a:pt x="596890" y="263525"/>
                </a:lnTo>
                <a:lnTo>
                  <a:pt x="0" y="263525"/>
                </a:lnTo>
                <a:lnTo>
                  <a:pt x="0" y="0"/>
                </a:lnTo>
                <a:close/>
              </a:path>
            </a:pathLst>
          </a:custGeom>
          <a:solidFill>
            <a:schemeClr val="accent2"/>
          </a:solidFill>
          <a:ln>
            <a:noFill/>
          </a:ln>
          <a:effectLst>
            <a:outerShdw blurRad="50800" dist="38100" dir="2700000" algn="tl"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noAutofit/>
          </a:bodyPr>
          <a:lstStyle/>
          <a:p>
            <a:pPr algn="ctr"/>
            <a:r>
              <a:rPr lang="zh-CN" altLang="en-US" sz="1250" b="1" dirty="0">
                <a:solidFill>
                  <a:srgbClr val="FFFFFF"/>
                </a:solidFill>
                <a:latin typeface="+mn-ea"/>
                <a:sym typeface="+mn-ea"/>
              </a:rPr>
              <a:t>第</a:t>
            </a:r>
            <a:r>
              <a:rPr lang="en-US" altLang="zh-CN" sz="1250" b="1" dirty="0">
                <a:solidFill>
                  <a:srgbClr val="FFFFFF"/>
                </a:solidFill>
                <a:latin typeface="+mn-ea"/>
                <a:sym typeface="+mn-ea"/>
              </a:rPr>
              <a:t>4</a:t>
            </a:r>
            <a:r>
              <a:rPr lang="zh-CN" altLang="en-US" sz="1250" b="1" dirty="0">
                <a:solidFill>
                  <a:srgbClr val="FFFFFF"/>
                </a:solidFill>
                <a:latin typeface="+mn-ea"/>
                <a:sym typeface="+mn-ea"/>
              </a:rPr>
              <a:t>周</a:t>
            </a:r>
            <a:endParaRPr lang="zh-CN" altLang="en-US" sz="1250" b="1" dirty="0">
              <a:solidFill>
                <a:srgbClr val="FFFFFF"/>
              </a:solidFill>
              <a:latin typeface="+mn-ea"/>
            </a:endParaRPr>
          </a:p>
        </p:txBody>
      </p:sp>
      <p:sp>
        <p:nvSpPr>
          <p:cNvPr id="33" name="任意多边形: 形状 32"/>
          <p:cNvSpPr/>
          <p:nvPr>
            <p:custDataLst>
              <p:tags r:id="rId37"/>
            </p:custDataLst>
          </p:nvPr>
        </p:nvSpPr>
        <p:spPr>
          <a:xfrm>
            <a:off x="5094778" y="3695611"/>
            <a:ext cx="650987" cy="235436"/>
          </a:xfrm>
          <a:custGeom>
            <a:avLst/>
            <a:gdLst>
              <a:gd name="connsiteX0" fmla="*/ 131763 w 728653"/>
              <a:gd name="connsiteY0" fmla="*/ 0 h 263525"/>
              <a:gd name="connsiteX1" fmla="*/ 728653 w 728653"/>
              <a:gd name="connsiteY1" fmla="*/ 0 h 263525"/>
              <a:gd name="connsiteX2" fmla="*/ 728653 w 728653"/>
              <a:gd name="connsiteY2" fmla="*/ 263525 h 263525"/>
              <a:gd name="connsiteX3" fmla="*/ 131763 w 728653"/>
              <a:gd name="connsiteY3" fmla="*/ 263525 h 263525"/>
              <a:gd name="connsiteX4" fmla="*/ 0 w 728653"/>
              <a:gd name="connsiteY4" fmla="*/ 131763 h 263525"/>
              <a:gd name="connsiteX5" fmla="*/ 131763 w 728653"/>
              <a:gd name="connsiteY5" fmla="*/ 0 h 26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8653" h="263525">
                <a:moveTo>
                  <a:pt x="131763" y="0"/>
                </a:moveTo>
                <a:lnTo>
                  <a:pt x="728653" y="0"/>
                </a:lnTo>
                <a:lnTo>
                  <a:pt x="728653" y="263525"/>
                </a:lnTo>
                <a:lnTo>
                  <a:pt x="131763" y="263525"/>
                </a:lnTo>
                <a:lnTo>
                  <a:pt x="0" y="131763"/>
                </a:lnTo>
                <a:lnTo>
                  <a:pt x="131763" y="0"/>
                </a:lnTo>
                <a:close/>
              </a:path>
            </a:pathLst>
          </a:custGeom>
          <a:solidFill>
            <a:schemeClr val="accent1"/>
          </a:solidFill>
          <a:ln>
            <a:noFill/>
          </a:ln>
          <a:effectLst>
            <a:outerShdw blurRad="508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noAutofit/>
          </a:bodyPr>
          <a:lstStyle/>
          <a:p>
            <a:pPr algn="ctr"/>
            <a:r>
              <a:rPr lang="zh-CN" altLang="en-US" sz="1250" b="1" dirty="0">
                <a:solidFill>
                  <a:srgbClr val="FFFFFF"/>
                </a:solidFill>
                <a:latin typeface="+mn-ea"/>
                <a:sym typeface="+mn-ea"/>
              </a:rPr>
              <a:t>第</a:t>
            </a:r>
            <a:r>
              <a:rPr lang="en-US" altLang="zh-CN" sz="1250" b="1" dirty="0">
                <a:solidFill>
                  <a:srgbClr val="FFFFFF"/>
                </a:solidFill>
                <a:latin typeface="+mn-ea"/>
                <a:sym typeface="+mn-ea"/>
              </a:rPr>
              <a:t>5</a:t>
            </a:r>
            <a:r>
              <a:rPr lang="zh-CN" altLang="en-US" sz="1250" b="1" dirty="0">
                <a:solidFill>
                  <a:srgbClr val="FFFFFF"/>
                </a:solidFill>
                <a:latin typeface="+mn-ea"/>
                <a:sym typeface="+mn-ea"/>
              </a:rPr>
              <a:t>周</a:t>
            </a:r>
            <a:endParaRPr lang="zh-CN" altLang="en-US" sz="1250" b="1" dirty="0">
              <a:solidFill>
                <a:srgbClr val="FFFFFF"/>
              </a:solidFill>
              <a:latin typeface="+mn-ea"/>
            </a:endParaRPr>
          </a:p>
        </p:txBody>
      </p:sp>
      <p:sp>
        <p:nvSpPr>
          <p:cNvPr id="37" name="任意多边形: 形状 36"/>
          <p:cNvSpPr/>
          <p:nvPr>
            <p:custDataLst>
              <p:tags r:id="rId38"/>
            </p:custDataLst>
          </p:nvPr>
        </p:nvSpPr>
        <p:spPr>
          <a:xfrm>
            <a:off x="5094778" y="2884916"/>
            <a:ext cx="650987" cy="235436"/>
          </a:xfrm>
          <a:custGeom>
            <a:avLst/>
            <a:gdLst>
              <a:gd name="connsiteX0" fmla="*/ 131763 w 728653"/>
              <a:gd name="connsiteY0" fmla="*/ 0 h 263525"/>
              <a:gd name="connsiteX1" fmla="*/ 728653 w 728653"/>
              <a:gd name="connsiteY1" fmla="*/ 0 h 263525"/>
              <a:gd name="connsiteX2" fmla="*/ 728653 w 728653"/>
              <a:gd name="connsiteY2" fmla="*/ 263525 h 263525"/>
              <a:gd name="connsiteX3" fmla="*/ 131763 w 728653"/>
              <a:gd name="connsiteY3" fmla="*/ 263525 h 263525"/>
              <a:gd name="connsiteX4" fmla="*/ 0 w 728653"/>
              <a:gd name="connsiteY4" fmla="*/ 131763 h 263525"/>
              <a:gd name="connsiteX5" fmla="*/ 131763 w 728653"/>
              <a:gd name="connsiteY5" fmla="*/ 0 h 26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8653" h="263525">
                <a:moveTo>
                  <a:pt x="131763" y="0"/>
                </a:moveTo>
                <a:lnTo>
                  <a:pt x="728653" y="0"/>
                </a:lnTo>
                <a:lnTo>
                  <a:pt x="728653" y="263525"/>
                </a:lnTo>
                <a:lnTo>
                  <a:pt x="131763" y="263525"/>
                </a:lnTo>
                <a:lnTo>
                  <a:pt x="0" y="131763"/>
                </a:lnTo>
                <a:lnTo>
                  <a:pt x="131763" y="0"/>
                </a:lnTo>
                <a:close/>
              </a:path>
            </a:pathLst>
          </a:custGeom>
          <a:solidFill>
            <a:schemeClr val="accent2"/>
          </a:solidFill>
          <a:ln>
            <a:noFill/>
          </a:ln>
          <a:effectLst>
            <a:outerShdw blurRad="50800" dist="38100" dir="2700000" algn="tl"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noAutofit/>
          </a:bodyPr>
          <a:lstStyle/>
          <a:p>
            <a:pPr algn="ctr"/>
            <a:r>
              <a:rPr lang="zh-CN" altLang="en-US" sz="1250" b="1" dirty="0">
                <a:solidFill>
                  <a:srgbClr val="FFFFFF"/>
                </a:solidFill>
                <a:latin typeface="+mn-ea"/>
                <a:sym typeface="+mn-ea"/>
              </a:rPr>
              <a:t>第</a:t>
            </a:r>
            <a:r>
              <a:rPr lang="en-US" altLang="zh-CN" sz="1250" b="1" dirty="0">
                <a:solidFill>
                  <a:srgbClr val="FFFFFF"/>
                </a:solidFill>
                <a:latin typeface="+mn-ea"/>
                <a:sym typeface="+mn-ea"/>
              </a:rPr>
              <a:t>6</a:t>
            </a:r>
            <a:r>
              <a:rPr lang="zh-CN" altLang="en-US" sz="1250" b="1" dirty="0">
                <a:solidFill>
                  <a:srgbClr val="FFFFFF"/>
                </a:solidFill>
                <a:latin typeface="+mn-ea"/>
                <a:sym typeface="+mn-ea"/>
              </a:rPr>
              <a:t>周</a:t>
            </a:r>
            <a:endParaRPr lang="zh-CN" altLang="en-US" sz="1250" b="1" dirty="0">
              <a:solidFill>
                <a:srgbClr val="FFFFFF"/>
              </a:solidFill>
              <a:latin typeface="+mn-ea"/>
            </a:endParaRPr>
          </a:p>
        </p:txBody>
      </p:sp>
      <p:sp>
        <p:nvSpPr>
          <p:cNvPr id="63" name="任意多边形: 形状 62"/>
          <p:cNvSpPr/>
          <p:nvPr>
            <p:custDataLst>
              <p:tags r:id="rId39"/>
            </p:custDataLst>
          </p:nvPr>
        </p:nvSpPr>
        <p:spPr>
          <a:xfrm>
            <a:off x="5099884" y="2083298"/>
            <a:ext cx="650987" cy="235436"/>
          </a:xfrm>
          <a:custGeom>
            <a:avLst/>
            <a:gdLst>
              <a:gd name="connsiteX0" fmla="*/ 131763 w 728653"/>
              <a:gd name="connsiteY0" fmla="*/ 0 h 263525"/>
              <a:gd name="connsiteX1" fmla="*/ 728653 w 728653"/>
              <a:gd name="connsiteY1" fmla="*/ 0 h 263525"/>
              <a:gd name="connsiteX2" fmla="*/ 728653 w 728653"/>
              <a:gd name="connsiteY2" fmla="*/ 263525 h 263525"/>
              <a:gd name="connsiteX3" fmla="*/ 131763 w 728653"/>
              <a:gd name="connsiteY3" fmla="*/ 263525 h 263525"/>
              <a:gd name="connsiteX4" fmla="*/ 0 w 728653"/>
              <a:gd name="connsiteY4" fmla="*/ 131763 h 263525"/>
              <a:gd name="connsiteX5" fmla="*/ 131763 w 728653"/>
              <a:gd name="connsiteY5" fmla="*/ 0 h 26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8653" h="263525">
                <a:moveTo>
                  <a:pt x="131763" y="0"/>
                </a:moveTo>
                <a:lnTo>
                  <a:pt x="728653" y="0"/>
                </a:lnTo>
                <a:lnTo>
                  <a:pt x="728653" y="263525"/>
                </a:lnTo>
                <a:lnTo>
                  <a:pt x="131763" y="263525"/>
                </a:lnTo>
                <a:lnTo>
                  <a:pt x="0" y="131763"/>
                </a:lnTo>
                <a:lnTo>
                  <a:pt x="131763" y="0"/>
                </a:lnTo>
                <a:close/>
              </a:path>
            </a:pathLst>
          </a:custGeom>
          <a:solidFill>
            <a:schemeClr val="accent1"/>
          </a:solidFill>
          <a:ln>
            <a:noFill/>
          </a:ln>
          <a:effectLst>
            <a:outerShdw blurRad="508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noAutofit/>
          </a:bodyPr>
          <a:lstStyle/>
          <a:p>
            <a:pPr algn="ctr"/>
            <a:r>
              <a:rPr lang="zh-CN" altLang="en-US" sz="1250" b="1" dirty="0">
                <a:solidFill>
                  <a:srgbClr val="FFFFFF"/>
                </a:solidFill>
                <a:latin typeface="+mn-ea"/>
                <a:sym typeface="+mn-ea"/>
              </a:rPr>
              <a:t>第</a:t>
            </a:r>
            <a:r>
              <a:rPr lang="en-US" altLang="zh-CN" sz="1250" b="1" dirty="0">
                <a:solidFill>
                  <a:srgbClr val="FFFFFF"/>
                </a:solidFill>
                <a:latin typeface="+mn-ea"/>
                <a:sym typeface="+mn-ea"/>
              </a:rPr>
              <a:t>7</a:t>
            </a:r>
            <a:r>
              <a:rPr lang="zh-CN" altLang="en-US" sz="1250" b="1" dirty="0">
                <a:solidFill>
                  <a:srgbClr val="FFFFFF"/>
                </a:solidFill>
                <a:latin typeface="+mn-ea"/>
                <a:sym typeface="+mn-ea"/>
              </a:rPr>
              <a:t>周</a:t>
            </a:r>
            <a:endParaRPr lang="zh-CN" altLang="en-US" sz="1250" b="1" dirty="0">
              <a:solidFill>
                <a:srgbClr val="FFFFFF"/>
              </a:solidFill>
              <a:latin typeface="+mn-ea"/>
            </a:endParaRPr>
          </a:p>
        </p:txBody>
      </p:sp>
      <p:sp>
        <p:nvSpPr>
          <p:cNvPr id="66" name="任意多边形: 形状 65"/>
          <p:cNvSpPr/>
          <p:nvPr>
            <p:custDataLst>
              <p:tags r:id="rId40"/>
            </p:custDataLst>
          </p:nvPr>
        </p:nvSpPr>
        <p:spPr>
          <a:xfrm>
            <a:off x="5102153" y="1244806"/>
            <a:ext cx="650987" cy="235436"/>
          </a:xfrm>
          <a:custGeom>
            <a:avLst/>
            <a:gdLst>
              <a:gd name="connsiteX0" fmla="*/ 131763 w 728653"/>
              <a:gd name="connsiteY0" fmla="*/ 0 h 263525"/>
              <a:gd name="connsiteX1" fmla="*/ 728653 w 728653"/>
              <a:gd name="connsiteY1" fmla="*/ 0 h 263525"/>
              <a:gd name="connsiteX2" fmla="*/ 728653 w 728653"/>
              <a:gd name="connsiteY2" fmla="*/ 263525 h 263525"/>
              <a:gd name="connsiteX3" fmla="*/ 131763 w 728653"/>
              <a:gd name="connsiteY3" fmla="*/ 263525 h 263525"/>
              <a:gd name="connsiteX4" fmla="*/ 0 w 728653"/>
              <a:gd name="connsiteY4" fmla="*/ 131763 h 263525"/>
              <a:gd name="connsiteX5" fmla="*/ 131763 w 728653"/>
              <a:gd name="connsiteY5" fmla="*/ 0 h 26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8653" h="263525">
                <a:moveTo>
                  <a:pt x="131763" y="0"/>
                </a:moveTo>
                <a:lnTo>
                  <a:pt x="728653" y="0"/>
                </a:lnTo>
                <a:lnTo>
                  <a:pt x="728653" y="263525"/>
                </a:lnTo>
                <a:lnTo>
                  <a:pt x="131763" y="263525"/>
                </a:lnTo>
                <a:lnTo>
                  <a:pt x="0" y="131763"/>
                </a:lnTo>
                <a:lnTo>
                  <a:pt x="131763" y="0"/>
                </a:lnTo>
                <a:close/>
              </a:path>
            </a:pathLst>
          </a:custGeom>
          <a:solidFill>
            <a:schemeClr val="accent2"/>
          </a:solidFill>
          <a:ln>
            <a:noFill/>
          </a:ln>
          <a:effectLst>
            <a:outerShdw blurRad="50800" dist="38100" dir="2700000" algn="tl" rotWithShape="0">
              <a:schemeClr val="accent2">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noAutofit/>
          </a:bodyPr>
          <a:lstStyle/>
          <a:p>
            <a:pPr algn="ctr"/>
            <a:r>
              <a:rPr lang="zh-CN" altLang="en-US" sz="1250" b="1" dirty="0">
                <a:solidFill>
                  <a:srgbClr val="FFFFFF"/>
                </a:solidFill>
                <a:latin typeface="+mn-ea"/>
                <a:sym typeface="+mn-ea"/>
              </a:rPr>
              <a:t>第</a:t>
            </a:r>
            <a:r>
              <a:rPr lang="en-US" altLang="zh-CN" sz="1250" b="1" dirty="0">
                <a:solidFill>
                  <a:srgbClr val="FFFFFF"/>
                </a:solidFill>
                <a:latin typeface="+mn-ea"/>
                <a:sym typeface="+mn-ea"/>
              </a:rPr>
              <a:t>8</a:t>
            </a:r>
            <a:r>
              <a:rPr lang="zh-CN" altLang="en-US" sz="1250" b="1" dirty="0">
                <a:solidFill>
                  <a:srgbClr val="FFFFFF"/>
                </a:solidFill>
                <a:latin typeface="+mn-ea"/>
                <a:sym typeface="+mn-ea"/>
              </a:rPr>
              <a:t>周</a:t>
            </a:r>
            <a:endParaRPr lang="zh-CN" altLang="en-US" sz="1250" b="1" dirty="0">
              <a:solidFill>
                <a:srgbClr val="FFFFFF"/>
              </a:solidFill>
              <a:latin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副标题 4"/>
          <p:cNvSpPr>
            <a:spLocks noGrp="1"/>
          </p:cNvSpPr>
          <p:nvPr>
            <p:custDataLst>
              <p:tags r:id="rId2"/>
            </p:custDataLst>
          </p:nvPr>
        </p:nvSpPr>
        <p:spPr>
          <a:xfrm>
            <a:off x="689610" y="3877866"/>
            <a:ext cx="4569619" cy="277654"/>
          </a:xfrm>
          <a:prstGeom prst="rect">
            <a:avLst/>
          </a:prstGeom>
        </p:spPr>
        <p:txBody>
          <a:bodyPr vert="horz" wrap="square" lIns="0" tIns="0" rIns="0" bIns="0" rtlCol="0" anchor="t" anchorCtr="0">
            <a:normAutofit fontScale="37500" lnSpcReduction="20000"/>
          </a:bodyPr>
          <a:lstStyle>
            <a:lvl1pPr marL="0" marR="0" indent="0" algn="l" defTabSz="914400" rtl="0" eaLnBrk="1" fontAlgn="auto" latinLnBrk="0" hangingPunct="1">
              <a:lnSpc>
                <a:spcPct val="100000"/>
              </a:lnSpc>
              <a:spcBef>
                <a:spcPts val="0"/>
              </a:spcBef>
              <a:spcAft>
                <a:spcPts val="0"/>
              </a:spcAft>
              <a:buClrTx/>
              <a:buSzPts val="2000"/>
              <a:buFont typeface="Arial" panose="020B0604020202020204" pitchFamily="34" charset="0"/>
              <a:buNone/>
              <a:defRPr sz="1125" b="0" u="none" strike="noStrike" kern="1200" cap="none" spc="200" normalizeH="0" baseline="0">
                <a:solidFill>
                  <a:schemeClr val="tx1"/>
                </a:solidFill>
                <a:uFillTx/>
                <a:latin typeface="Arial" panose="020B0604020202020204" pitchFamily="34" charset="0"/>
                <a:ea typeface="隶书" panose="02010509060101010101" pitchFamily="49" charset="-122"/>
                <a:cs typeface="+mn-cs"/>
              </a:defRPr>
            </a:lvl1pPr>
            <a:lvl2pPr marL="257175" indent="0" algn="ctr" defTabSz="514350" rtl="0" eaLnBrk="1" fontAlgn="auto" latinLnBrk="0" hangingPunct="1">
              <a:lnSpc>
                <a:spcPct val="130000"/>
              </a:lnSpc>
              <a:spcBef>
                <a:spcPts val="0"/>
              </a:spcBef>
              <a:spcAft>
                <a:spcPts val="1000"/>
              </a:spcAft>
              <a:buFont typeface="Arial" panose="020B0604020202020204" pitchFamily="34" charset="0"/>
              <a:buNone/>
              <a:tabLst>
                <a:tab pos="905510" algn="l"/>
              </a:tabLst>
              <a:defRPr sz="900" u="none" strike="noStrike" kern="1200" cap="none" spc="150" normalizeH="0" baseline="0">
                <a:solidFill>
                  <a:schemeClr val="tx1"/>
                </a:solidFill>
                <a:uFillTx/>
                <a:latin typeface="Arial" panose="020B0604020202020204" pitchFamily="34" charset="0"/>
                <a:ea typeface="隶书" panose="02010509060101010101" pitchFamily="49" charset="-122"/>
                <a:cs typeface="+mn-cs"/>
              </a:defRPr>
            </a:lvl2pPr>
            <a:lvl3pPr marL="514350" indent="0" algn="ctr" defTabSz="514350" rtl="0" eaLnBrk="1" fontAlgn="auto" latinLnBrk="0" hangingPunct="1">
              <a:lnSpc>
                <a:spcPct val="130000"/>
              </a:lnSpc>
              <a:spcBef>
                <a:spcPts val="0"/>
              </a:spcBef>
              <a:spcAft>
                <a:spcPts val="1000"/>
              </a:spcAft>
              <a:buFont typeface="Arial" panose="020B0604020202020204" pitchFamily="34" charset="0"/>
              <a:buNone/>
              <a:defRPr sz="900" u="none" strike="noStrike" kern="1200" cap="none" spc="150" normalizeH="0" baseline="0">
                <a:solidFill>
                  <a:schemeClr val="tx1"/>
                </a:solidFill>
                <a:uFillTx/>
                <a:latin typeface="Arial" panose="020B0604020202020204" pitchFamily="34" charset="0"/>
                <a:ea typeface="隶书" panose="02010509060101010101" pitchFamily="49" charset="-122"/>
                <a:cs typeface="+mn-cs"/>
              </a:defRPr>
            </a:lvl3pPr>
            <a:lvl4pPr marL="771525" indent="0" algn="ctr" defTabSz="514350" rtl="0" eaLnBrk="1" fontAlgn="auto" latinLnBrk="0" hangingPunct="1">
              <a:lnSpc>
                <a:spcPct val="130000"/>
              </a:lnSpc>
              <a:spcBef>
                <a:spcPts val="0"/>
              </a:spcBef>
              <a:spcAft>
                <a:spcPts val="1000"/>
              </a:spcAft>
              <a:buFont typeface="Arial" panose="020B0604020202020204" pitchFamily="34" charset="0"/>
              <a:buNone/>
              <a:defRPr sz="900" u="none" strike="noStrike" kern="1200" cap="none" spc="150" normalizeH="0" baseline="0">
                <a:solidFill>
                  <a:schemeClr val="tx1"/>
                </a:solidFill>
                <a:uFillTx/>
                <a:latin typeface="Arial" panose="020B0604020202020204" pitchFamily="34" charset="0"/>
                <a:ea typeface="隶书" panose="02010509060101010101" pitchFamily="49" charset="-122"/>
                <a:cs typeface="+mn-cs"/>
              </a:defRPr>
            </a:lvl4pPr>
            <a:lvl5pPr marL="1028700" indent="0" algn="ctr" defTabSz="514350" rtl="0" eaLnBrk="1" fontAlgn="auto" latinLnBrk="0" hangingPunct="1">
              <a:lnSpc>
                <a:spcPct val="130000"/>
              </a:lnSpc>
              <a:spcBef>
                <a:spcPts val="0"/>
              </a:spcBef>
              <a:spcAft>
                <a:spcPts val="1000"/>
              </a:spcAft>
              <a:buFont typeface="Arial" panose="020B0604020202020204" pitchFamily="34" charset="0"/>
              <a:buNone/>
              <a:defRPr sz="900" u="none" strike="noStrike" kern="1200" cap="none" spc="150" normalizeH="0" baseline="0">
                <a:solidFill>
                  <a:schemeClr val="tx1"/>
                </a:solidFill>
                <a:uFillTx/>
                <a:latin typeface="Arial" panose="020B0604020202020204" pitchFamily="34" charset="0"/>
                <a:ea typeface="隶书" panose="02010509060101010101" pitchFamily="49" charset="-122"/>
                <a:cs typeface="+mn-cs"/>
              </a:defRPr>
            </a:lvl5pPr>
            <a:lvl6pPr marL="1285875" indent="0" algn="ctr" defTabSz="514350" rtl="0" eaLnBrk="1" latinLnBrk="0" hangingPunct="1">
              <a:lnSpc>
                <a:spcPct val="90000"/>
              </a:lnSpc>
              <a:spcBef>
                <a:spcPts val="280"/>
              </a:spcBef>
              <a:buFont typeface="Arial" panose="020B0604020202020204" pitchFamily="34" charset="0"/>
              <a:buNone/>
              <a:defRPr sz="1015" kern="1200">
                <a:solidFill>
                  <a:schemeClr val="tx1"/>
                </a:solidFill>
                <a:latin typeface="+mn-lt"/>
                <a:ea typeface="+mn-ea"/>
                <a:cs typeface="+mn-cs"/>
              </a:defRPr>
            </a:lvl6pPr>
            <a:lvl7pPr marL="1543050" indent="0" algn="ctr" defTabSz="514350" rtl="0" eaLnBrk="1" latinLnBrk="0" hangingPunct="1">
              <a:lnSpc>
                <a:spcPct val="90000"/>
              </a:lnSpc>
              <a:spcBef>
                <a:spcPts val="280"/>
              </a:spcBef>
              <a:buFont typeface="Arial" panose="020B0604020202020204" pitchFamily="34" charset="0"/>
              <a:buNone/>
              <a:defRPr sz="1015" kern="1200">
                <a:solidFill>
                  <a:schemeClr val="tx1"/>
                </a:solidFill>
                <a:latin typeface="+mn-lt"/>
                <a:ea typeface="+mn-ea"/>
                <a:cs typeface="+mn-cs"/>
              </a:defRPr>
            </a:lvl7pPr>
            <a:lvl8pPr marL="1800225" indent="0" algn="ctr" defTabSz="514350" rtl="0" eaLnBrk="1" latinLnBrk="0" hangingPunct="1">
              <a:lnSpc>
                <a:spcPct val="90000"/>
              </a:lnSpc>
              <a:spcBef>
                <a:spcPts val="280"/>
              </a:spcBef>
              <a:buFont typeface="Arial" panose="020B0604020202020204" pitchFamily="34" charset="0"/>
              <a:buNone/>
              <a:defRPr sz="1015" kern="1200">
                <a:solidFill>
                  <a:schemeClr val="tx1"/>
                </a:solidFill>
                <a:latin typeface="+mn-lt"/>
                <a:ea typeface="+mn-ea"/>
                <a:cs typeface="+mn-cs"/>
              </a:defRPr>
            </a:lvl8pPr>
            <a:lvl9pPr marL="2057400" indent="0" algn="ctr" defTabSz="514350" rtl="0" eaLnBrk="1" latinLnBrk="0" hangingPunct="1">
              <a:lnSpc>
                <a:spcPct val="90000"/>
              </a:lnSpc>
              <a:spcBef>
                <a:spcPts val="280"/>
              </a:spcBef>
              <a:buFont typeface="Arial" panose="020B0604020202020204" pitchFamily="34" charset="0"/>
              <a:buNone/>
              <a:defRPr sz="1015" kern="1200">
                <a:solidFill>
                  <a:schemeClr val="tx1"/>
                </a:solidFill>
                <a:latin typeface="+mn-lt"/>
                <a:ea typeface="+mn-ea"/>
                <a:cs typeface="+mn-cs"/>
              </a:defRPr>
            </a:lvl9pPr>
          </a:lstStyle>
          <a:p>
            <a:pPr marL="0" marR="0" lvl="0" indent="-285750" algn="l" defTabSz="914400" rtl="0" eaLnBrk="1" fontAlgn="ctr" latinLnBrk="0" hangingPunct="1">
              <a:lnSpc>
                <a:spcPct val="130000"/>
              </a:lnSpc>
              <a:spcBef>
                <a:spcPts val="1000"/>
              </a:spcBef>
              <a:spcAft>
                <a:spcPts val="0"/>
              </a:spcAft>
              <a:buClrTx/>
              <a:buSzPct val="100000"/>
              <a:buFont typeface="Wingdings" panose="05000000000000000000" charset="0"/>
              <a:buNone/>
              <a:tabLst/>
              <a:defRPr/>
            </a:pPr>
            <a:r>
              <a:rPr kumimoji="0" lang="zh-CN" altLang="en-US" sz="1000" b="0" i="0" u="none" strike="noStrike" kern="1200" cap="none" spc="200" normalizeH="0" baseline="0" noProof="0" dirty="0">
                <a:ln>
                  <a:noFill/>
                </a:ln>
                <a:solidFill>
                  <a:srgbClr val="FFFFFF"/>
                </a:solidFill>
                <a:effectLst/>
                <a:uLnTx/>
                <a:uFillTx/>
                <a:latin typeface="Arial" panose="020B0604020202020204" pitchFamily="34" charset="0"/>
                <a:ea typeface="隶书" panose="02010509060101010101" pitchFamily="49" charset="-122"/>
                <a:cs typeface="+mn-cs"/>
                <a:sym typeface="+mn-ea"/>
              </a:rPr>
              <a:t>第一讲  课程概述、文献检索与综述</a:t>
            </a:r>
          </a:p>
          <a:p>
            <a:pPr marL="0" marR="0" lvl="0" indent="-285750" algn="l" defTabSz="914400" rtl="0" eaLnBrk="1" fontAlgn="ctr" latinLnBrk="0" hangingPunct="1">
              <a:lnSpc>
                <a:spcPct val="130000"/>
              </a:lnSpc>
              <a:spcBef>
                <a:spcPts val="1000"/>
              </a:spcBef>
              <a:spcAft>
                <a:spcPts val="0"/>
              </a:spcAft>
              <a:buClrTx/>
              <a:buSzPct val="100000"/>
              <a:buFont typeface="Wingdings" panose="05000000000000000000" charset="0"/>
              <a:buNone/>
              <a:tabLst/>
              <a:defRPr/>
            </a:pPr>
            <a:r>
              <a:rPr kumimoji="0" lang="zh-CN" altLang="en-US" sz="1000" b="0" i="0" u="none" strike="noStrike" kern="1200" cap="none" spc="200" normalizeH="0" baseline="0" noProof="0" dirty="0">
                <a:ln>
                  <a:noFill/>
                </a:ln>
                <a:solidFill>
                  <a:srgbClr val="FFFFFF"/>
                </a:solidFill>
                <a:effectLst/>
                <a:uLnTx/>
                <a:uFillTx/>
                <a:latin typeface="Arial" panose="020B0604020202020204" pitchFamily="34" charset="0"/>
                <a:ea typeface="隶书" panose="02010509060101010101" pitchFamily="49" charset="-122"/>
                <a:cs typeface="+mn-cs"/>
                <a:sym typeface="+mn-ea"/>
              </a:rPr>
              <a:t>部分幻灯片素材源自：武刚  姚佰承 黄勇军 杨鍊 邬震宇</a:t>
            </a:r>
          </a:p>
        </p:txBody>
      </p:sp>
      <p:sp>
        <p:nvSpPr>
          <p:cNvPr id="4" name="副标题 3"/>
          <p:cNvSpPr>
            <a:spLocks noGrp="1"/>
          </p:cNvSpPr>
          <p:nvPr>
            <p:ph type="subTitle" idx="1"/>
            <p:custDataLst>
              <p:tags r:id="rId3"/>
            </p:custDataLst>
          </p:nvPr>
        </p:nvSpPr>
        <p:spPr>
          <a:xfrm>
            <a:off x="4016568" y="3552825"/>
            <a:ext cx="4761230" cy="1692275"/>
          </a:xfrm>
        </p:spPr>
        <p:txBody>
          <a:bodyPr>
            <a:noAutofit/>
          </a:bodyPr>
          <a:lstStyle/>
          <a:p>
            <a:pPr marL="0" lvl="0" indent="-285750" fontAlgn="ctr">
              <a:lnSpc>
                <a:spcPct val="130000"/>
              </a:lnSpc>
              <a:spcBef>
                <a:spcPts val="1000"/>
              </a:spcBef>
              <a:spcAft>
                <a:spcPts val="0"/>
              </a:spcAft>
              <a:buSzPct val="100000"/>
              <a:buFont typeface="Wingdings" panose="05000000000000000000" charset="0"/>
              <a:buNone/>
            </a:pPr>
            <a:r>
              <a:rPr lang="zh-CN" altLang="en-US" sz="2400" dirty="0">
                <a:solidFill>
                  <a:schemeClr val="lt1"/>
                </a:solidFill>
              </a:rPr>
              <a:t>巫江</a:t>
            </a:r>
            <a:endParaRPr lang="en-US" altLang="zh-CN" sz="2400" dirty="0">
              <a:solidFill>
                <a:schemeClr val="lt1"/>
              </a:solidFill>
            </a:endParaRPr>
          </a:p>
          <a:p>
            <a:pPr marL="0" lvl="0" indent="-285750" fontAlgn="ctr">
              <a:lnSpc>
                <a:spcPct val="130000"/>
              </a:lnSpc>
              <a:spcBef>
                <a:spcPts val="1000"/>
              </a:spcBef>
              <a:spcAft>
                <a:spcPts val="0"/>
              </a:spcAft>
              <a:buSzPct val="100000"/>
              <a:buFont typeface="Wingdings" panose="05000000000000000000" charset="0"/>
              <a:buNone/>
            </a:pPr>
            <a:r>
              <a:rPr lang="zh-CN" altLang="en-US" sz="2400" u="none" strike="noStrike" baseline="0" dirty="0">
                <a:solidFill>
                  <a:schemeClr val="lt1"/>
                </a:solidFill>
                <a:uLnTx/>
                <a:uFillTx/>
              </a:rPr>
              <a:t>电子科技大学 </a:t>
            </a:r>
          </a:p>
          <a:p>
            <a:pPr marL="0" lvl="0" indent="-285750" fontAlgn="ctr">
              <a:lnSpc>
                <a:spcPct val="130000"/>
              </a:lnSpc>
              <a:spcBef>
                <a:spcPts val="1000"/>
              </a:spcBef>
              <a:spcAft>
                <a:spcPts val="0"/>
              </a:spcAft>
              <a:buSzPct val="100000"/>
              <a:buFont typeface="Wingdings" panose="05000000000000000000" charset="0"/>
              <a:buNone/>
            </a:pPr>
            <a:r>
              <a:rPr lang="zh-CN" altLang="en-US" sz="2400" u="none" strike="noStrike" baseline="0" dirty="0">
                <a:solidFill>
                  <a:schemeClr val="lt1"/>
                </a:solidFill>
                <a:uLnTx/>
                <a:uFillTx/>
              </a:rPr>
              <a:t>基础与前沿研究院</a:t>
            </a:r>
            <a:endParaRPr lang="en-US" altLang="zh-CN" sz="2400" u="none" strike="noStrike" baseline="0" dirty="0">
              <a:solidFill>
                <a:schemeClr val="lt1"/>
              </a:solidFill>
              <a:uLnTx/>
              <a:uFillTx/>
            </a:endParaRPr>
          </a:p>
          <a:p>
            <a:pPr marL="0" lvl="0" indent="-285750" fontAlgn="ctr">
              <a:lnSpc>
                <a:spcPct val="130000"/>
              </a:lnSpc>
              <a:spcBef>
                <a:spcPts val="1000"/>
              </a:spcBef>
              <a:spcAft>
                <a:spcPts val="0"/>
              </a:spcAft>
              <a:buSzPct val="100000"/>
              <a:buFont typeface="Wingdings" panose="05000000000000000000" charset="0"/>
              <a:buNone/>
            </a:pPr>
            <a:r>
              <a:rPr lang="en-US" altLang="zh-CN" sz="2400" dirty="0">
                <a:solidFill>
                  <a:schemeClr val="lt1"/>
                </a:solidFill>
              </a:rPr>
              <a:t>jiangwu@uestc.edu.cn</a:t>
            </a:r>
            <a:endParaRPr lang="zh-CN" altLang="en-US" sz="2400" u="none" strike="noStrike" baseline="0" dirty="0">
              <a:solidFill>
                <a:schemeClr val="lt1"/>
              </a:solidFill>
              <a:uLnTx/>
              <a:uFillTx/>
            </a:endParaRPr>
          </a:p>
        </p:txBody>
      </p:sp>
      <p:sp>
        <p:nvSpPr>
          <p:cNvPr id="5" name="标题 4"/>
          <p:cNvSpPr>
            <a:spLocks noGrp="1"/>
          </p:cNvSpPr>
          <p:nvPr>
            <p:ph type="ctrTitle"/>
            <p:custDataLst>
              <p:tags r:id="rId4"/>
            </p:custDataLst>
          </p:nvPr>
        </p:nvSpPr>
        <p:spPr>
          <a:xfrm>
            <a:off x="3829878" y="1341120"/>
            <a:ext cx="5134610" cy="1867535"/>
          </a:xfrm>
        </p:spPr>
        <p:txBody>
          <a:bodyPr>
            <a:normAutofit fontScale="90000"/>
          </a:bodyPr>
          <a:lstStyle/>
          <a:p>
            <a:pPr marL="0" indent="0" algn="ctr">
              <a:lnSpc>
                <a:spcPct val="150000"/>
              </a:lnSpc>
              <a:spcBef>
                <a:spcPts val="0"/>
              </a:spcBef>
              <a:spcAft>
                <a:spcPts val="0"/>
              </a:spcAft>
              <a:buSzPct val="100000"/>
              <a:buNone/>
            </a:pPr>
            <a:br>
              <a:rPr lang="en-US" altLang="zh-CN" sz="3600" u="none" strike="noStrike" baseline="0" dirty="0">
                <a:solidFill>
                  <a:schemeClr val="accent1"/>
                </a:solidFill>
                <a:uLnTx/>
                <a:uFillTx/>
              </a:rPr>
            </a:br>
            <a:br>
              <a:rPr lang="en-US" altLang="zh-CN" sz="3600" u="none" strike="noStrike" baseline="0" dirty="0">
                <a:solidFill>
                  <a:schemeClr val="accent1"/>
                </a:solidFill>
                <a:uLnTx/>
                <a:uFillTx/>
              </a:rPr>
            </a:br>
            <a:r>
              <a:rPr lang="en-US" altLang="zh-CN" sz="3600" u="none" strike="noStrike" baseline="0" dirty="0">
                <a:solidFill>
                  <a:schemeClr val="accent1"/>
                </a:solidFill>
                <a:uLnTx/>
                <a:uFillTx/>
              </a:rPr>
              <a:t>《</a:t>
            </a:r>
            <a:r>
              <a:rPr lang="en-US" altLang="zh-CN" sz="3600" u="none" strike="noStrike" baseline="0" dirty="0" err="1">
                <a:solidFill>
                  <a:schemeClr val="accent1"/>
                </a:solidFill>
                <a:uLnTx/>
                <a:uFillTx/>
              </a:rPr>
              <a:t>专业写作</a:t>
            </a:r>
            <a:r>
              <a:rPr lang="zh-CN" altLang="en-US" sz="3600" u="none" strike="noStrike" baseline="0" dirty="0">
                <a:solidFill>
                  <a:schemeClr val="accent1"/>
                </a:solidFill>
                <a:uLnTx/>
                <a:uFillTx/>
              </a:rPr>
              <a:t>基础</a:t>
            </a:r>
            <a:r>
              <a:rPr lang="en-US" altLang="zh-CN" sz="3600" u="none" strike="noStrike" baseline="0" dirty="0">
                <a:solidFill>
                  <a:schemeClr val="accent1"/>
                </a:solidFill>
                <a:uLnTx/>
                <a:uFillTx/>
              </a:rPr>
              <a:t>》</a:t>
            </a:r>
            <a:br>
              <a:rPr lang="en-US" altLang="zh-CN" sz="3600" u="none" strike="noStrike" baseline="0" dirty="0">
                <a:solidFill>
                  <a:schemeClr val="accent1"/>
                </a:solidFill>
                <a:uLnTx/>
                <a:uFillTx/>
              </a:rPr>
            </a:br>
            <a:endParaRPr lang="en-US" altLang="zh-CN" sz="3600" u="none" strike="noStrike" baseline="0" dirty="0">
              <a:solidFill>
                <a:schemeClr val="accent1"/>
              </a:solidFill>
              <a:uLnTx/>
              <a:uFillTx/>
            </a:endParaRPr>
          </a:p>
        </p:txBody>
      </p:sp>
      <p:sp>
        <p:nvSpPr>
          <p:cNvPr id="6" name="文本框 5"/>
          <p:cNvSpPr txBox="1"/>
          <p:nvPr>
            <p:custDataLst>
              <p:tags r:id="rId5"/>
            </p:custDataLst>
          </p:nvPr>
        </p:nvSpPr>
        <p:spPr>
          <a:xfrm>
            <a:off x="4932045" y="116840"/>
            <a:ext cx="3964940" cy="46037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FFC000">
                    <a:lumMod val="20000"/>
                    <a:lumOff val="80000"/>
                  </a:srgbClr>
                </a:solidFill>
                <a:effectLst/>
                <a:uLnTx/>
                <a:uFillTx/>
                <a:latin typeface="Times New Roman" panose="02020603050405020304" pitchFamily="18" charset="0"/>
                <a:ea typeface="宋体" panose="02010600030101010101" pitchFamily="2" charset="-122"/>
                <a:cs typeface="+mn-cs"/>
              </a:rPr>
              <a:t>2026-2027-01</a:t>
            </a:r>
            <a:r>
              <a:rPr kumimoji="0" lang="zh-CN" altLang="en-US" sz="2400" b="0" i="0" u="none" strike="noStrike" kern="1200" cap="none" spc="0" normalizeH="0" baseline="0" noProof="0" dirty="0">
                <a:ln>
                  <a:noFill/>
                </a:ln>
                <a:solidFill>
                  <a:srgbClr val="FFC000">
                    <a:lumMod val="20000"/>
                    <a:lumOff val="80000"/>
                  </a:srgbClr>
                </a:solidFill>
                <a:effectLst/>
                <a:uLnTx/>
                <a:uFillTx/>
                <a:latin typeface="Times New Roman" panose="02020603050405020304" pitchFamily="18" charset="0"/>
                <a:ea typeface="宋体" panose="02010600030101010101" pitchFamily="2" charset="-122"/>
                <a:cs typeface="+mn-cs"/>
              </a:rPr>
              <a:t>学期</a:t>
            </a:r>
          </a:p>
        </p:txBody>
      </p:sp>
      <p:sp>
        <p:nvSpPr>
          <p:cNvPr id="9" name="文本框 8">
            <a:extLst>
              <a:ext uri="{FF2B5EF4-FFF2-40B4-BE49-F238E27FC236}">
                <a16:creationId xmlns:a16="http://schemas.microsoft.com/office/drawing/2014/main" id="{AB4E61D1-F0AB-2035-E7E7-5C18B836AD97}"/>
              </a:ext>
            </a:extLst>
          </p:cNvPr>
          <p:cNvSpPr txBox="1"/>
          <p:nvPr/>
        </p:nvSpPr>
        <p:spPr>
          <a:xfrm>
            <a:off x="4200107" y="6237312"/>
            <a:ext cx="4394152" cy="461665"/>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FFFFFF"/>
                </a:solidFill>
                <a:effectLst/>
                <a:uLnTx/>
                <a:uFillTx/>
                <a:latin typeface="Arial"/>
                <a:ea typeface="黑体" panose="02010609060101010101" pitchFamily="49" charset="-122"/>
                <a:cs typeface="+mn-cs"/>
              </a:rPr>
              <a:t>助教：周翔宇 </a:t>
            </a:r>
            <a:r>
              <a:rPr kumimoji="0" lang="en-US" altLang="zh-CN" sz="2400" b="0" i="0" u="none" strike="noStrike" kern="1200" cap="none" spc="0" normalizeH="0" baseline="0" noProof="0" dirty="0">
                <a:ln>
                  <a:noFill/>
                </a:ln>
                <a:solidFill>
                  <a:srgbClr val="FFFFFF"/>
                </a:solidFill>
                <a:effectLst/>
                <a:uLnTx/>
                <a:uFillTx/>
                <a:latin typeface="Arial"/>
                <a:ea typeface="黑体" panose="02010609060101010101" pitchFamily="49" charset="-122"/>
                <a:cs typeface="+mn-cs"/>
              </a:rPr>
              <a:t>QQ:2661829386</a:t>
            </a:r>
            <a:endParaRPr kumimoji="0" lang="zh-CN" altLang="en-US" sz="2400" b="0" i="0" u="none" strike="noStrike" kern="1200" cap="none" spc="0" normalizeH="0" baseline="0" noProof="0" dirty="0">
              <a:ln>
                <a:noFill/>
              </a:ln>
              <a:solidFill>
                <a:srgbClr val="FFFFFF"/>
              </a:solidFill>
              <a:effectLst/>
              <a:uLnTx/>
              <a:uFillTx/>
              <a:latin typeface="Arial"/>
              <a:ea typeface="黑体" panose="02010609060101010101" pitchFamily="49" charset="-122"/>
              <a:cs typeface="+mn-cs"/>
            </a:endParaRPr>
          </a:p>
        </p:txBody>
      </p:sp>
      <p:sp>
        <p:nvSpPr>
          <p:cNvPr id="14" name="标题 1"/>
          <p:cNvSpPr>
            <a:spLocks noGrp="1"/>
          </p:cNvSpPr>
          <p:nvPr>
            <p:custDataLst>
              <p:tags r:id="rId6"/>
            </p:custDataLst>
          </p:nvPr>
        </p:nvSpPr>
        <p:spPr>
          <a:xfrm>
            <a:off x="4016569" y="1246426"/>
            <a:ext cx="4940652" cy="673854"/>
          </a:xfrm>
          <a:prstGeom prst="rect">
            <a:avLst/>
          </a:prstGeom>
        </p:spPr>
        <p:txBody>
          <a:bodyPr vert="horz" lIns="90000" tIns="46800" rIns="90000" bIns="46800" rtlCol="0" anchor="b" anchorCtr="0">
            <a:normAutofit fontScale="97500"/>
          </a:bodyPr>
          <a:lstStyle>
            <a:lvl1pPr algn="dist" defTabSz="685800" rtl="0" eaLnBrk="1" fontAlgn="auto" latinLnBrk="0" hangingPunct="1">
              <a:lnSpc>
                <a:spcPct val="100000"/>
              </a:lnSpc>
              <a:spcBef>
                <a:spcPct val="0"/>
              </a:spcBef>
              <a:buNone/>
              <a:defRPr sz="5400" b="0" u="none" strike="noStrike" kern="1200" cap="none" spc="600" normalizeH="0" baseline="0">
                <a:solidFill>
                  <a:schemeClr val="accent1"/>
                </a:solidFill>
                <a:uFillTx/>
                <a:latin typeface="微软雅黑" panose="020B0503020204020204" charset="-122"/>
                <a:ea typeface="汉仪旗黑-85S" panose="00020600040101010101" pitchFamily="18" charset="-122"/>
                <a:cs typeface="+mj-cs"/>
              </a:defRPr>
            </a:lvl1pPr>
          </a:lstStyle>
          <a:p>
            <a:pPr marL="0" indent="0" algn="ctr">
              <a:lnSpc>
                <a:spcPct val="100000"/>
              </a:lnSpc>
              <a:spcBef>
                <a:spcPts val="0"/>
              </a:spcBef>
              <a:spcAft>
                <a:spcPts val="0"/>
              </a:spcAft>
              <a:buSzPct val="100000"/>
              <a:buNone/>
            </a:pPr>
            <a:r>
              <a:rPr lang="zh-CN" altLang="en-US" sz="2800" b="1" strike="noStrike" baseline="0" dirty="0">
                <a:solidFill>
                  <a:schemeClr val="bg1"/>
                </a:solidFill>
                <a:latin typeface="方正楷体_GB2312" panose="02000000000000000000" charset="-122"/>
                <a:ea typeface="方正楷体_GB2312" panose="02000000000000000000" charset="-122"/>
                <a:cs typeface="方正楷体_GB2312" panose="02000000000000000000" charset="-122"/>
              </a:rPr>
              <a:t>第</a:t>
            </a:r>
            <a:r>
              <a:rPr lang="en-US" altLang="zh-CN" sz="2800" b="1" strike="noStrike" baseline="0" dirty="0">
                <a:solidFill>
                  <a:schemeClr val="bg1"/>
                </a:solidFill>
                <a:latin typeface="方正楷体_GB2312" panose="02000000000000000000" charset="-122"/>
                <a:ea typeface="方正楷体_GB2312" panose="02000000000000000000" charset="-122"/>
                <a:cs typeface="方正楷体_GB2312" panose="02000000000000000000" charset="-122"/>
              </a:rPr>
              <a:t>3</a:t>
            </a:r>
            <a:r>
              <a:rPr lang="zh-CN" altLang="en-US" sz="2800" b="1" strike="noStrike" baseline="0" dirty="0">
                <a:solidFill>
                  <a:schemeClr val="bg1"/>
                </a:solidFill>
                <a:latin typeface="方正楷体_GB2312" panose="02000000000000000000" charset="-122"/>
                <a:ea typeface="方正楷体_GB2312" panose="02000000000000000000" charset="-122"/>
                <a:cs typeface="方正楷体_GB2312" panose="02000000000000000000" charset="-122"/>
              </a:rPr>
              <a:t>讲：科技论文写作</a:t>
            </a:r>
            <a:endParaRPr lang="en-US" altLang="zh-CN" sz="2800" b="1" strike="noStrike" baseline="0" dirty="0">
              <a:solidFill>
                <a:schemeClr val="bg1"/>
              </a:solidFill>
              <a:latin typeface="方正楷体_GB2312" panose="02000000000000000000" charset="-122"/>
              <a:ea typeface="方正楷体_GB2312" panose="02000000000000000000" charset="-122"/>
              <a:cs typeface="方正楷体_GB2312" panose="02000000000000000000" charset="-122"/>
            </a:endParaRPr>
          </a:p>
        </p:txBody>
      </p:sp>
      <p:pic>
        <p:nvPicPr>
          <p:cNvPr id="8" name="图片 7">
            <a:extLst>
              <a:ext uri="{FF2B5EF4-FFF2-40B4-BE49-F238E27FC236}">
                <a16:creationId xmlns:a16="http://schemas.microsoft.com/office/drawing/2014/main" id="{0E698781-C8F3-09DB-37B9-3B689312B568}"/>
              </a:ext>
            </a:extLst>
          </p:cNvPr>
          <p:cNvPicPr>
            <a:picLocks noChangeAspect="1"/>
          </p:cNvPicPr>
          <p:nvPr/>
        </p:nvPicPr>
        <p:blipFill>
          <a:blip r:embed="rId8" cstate="print">
            <a:clrChange>
              <a:clrFrom>
                <a:srgbClr val="0F0E13"/>
              </a:clrFrom>
              <a:clrTo>
                <a:srgbClr val="0F0E13">
                  <a:alpha val="0"/>
                </a:srgbClr>
              </a:clrTo>
            </a:clrChange>
            <a:extLst>
              <a:ext uri="{28A0092B-C50C-407E-A947-70E740481C1C}">
                <a14:useLocalDpi xmlns:a14="http://schemas.microsoft.com/office/drawing/2010/main" val="0"/>
              </a:ext>
            </a:extLst>
          </a:blip>
          <a:stretch>
            <a:fillRect/>
          </a:stretch>
        </p:blipFill>
        <p:spPr>
          <a:xfrm>
            <a:off x="-27184" y="-13841"/>
            <a:ext cx="3857062" cy="6858000"/>
          </a:xfrm>
          <a:prstGeom prst="rect">
            <a:avLst/>
          </a:prstGeom>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2285" y="0"/>
            <a:ext cx="8139430" cy="829945"/>
          </a:xfrm>
        </p:spPr>
        <p:txBody>
          <a:bodyPr>
            <a:normAutofit fontScale="90000"/>
          </a:bodyPr>
          <a:lstStyle/>
          <a:p>
            <a:r>
              <a:rPr>
                <a:solidFill>
                  <a:srgbClr val="FF0000"/>
                </a:solidFill>
                <a:sym typeface="+mn-ea"/>
              </a:rPr>
              <a:t>范文提纲点评</a:t>
            </a:r>
            <a:br>
              <a:rPr>
                <a:solidFill>
                  <a:srgbClr val="0000FF"/>
                </a:solidFill>
                <a:sym typeface="+mn-ea"/>
              </a:rPr>
            </a:br>
            <a:r>
              <a:rPr>
                <a:solidFill>
                  <a:srgbClr val="0000FF"/>
                </a:solidFill>
                <a:sym typeface="+mn-ea"/>
              </a:rPr>
              <a:t>人工智能大模型：网络钓鱼邮件智能检测</a:t>
            </a:r>
            <a:endParaRPr lang="zh-CN" altLang="en-US"/>
          </a:p>
        </p:txBody>
      </p:sp>
      <p:pic>
        <p:nvPicPr>
          <p:cNvPr id="9" name="图片 8">
            <a:extLst>
              <a:ext uri="{FF2B5EF4-FFF2-40B4-BE49-F238E27FC236}">
                <a16:creationId xmlns:a16="http://schemas.microsoft.com/office/drawing/2014/main" id="{A4D0566B-18BD-816F-6683-A3B3910CC787}"/>
              </a:ext>
            </a:extLst>
          </p:cNvPr>
          <p:cNvPicPr>
            <a:picLocks noChangeAspect="1"/>
          </p:cNvPicPr>
          <p:nvPr/>
        </p:nvPicPr>
        <p:blipFill>
          <a:blip r:embed="rId3"/>
          <a:stretch>
            <a:fillRect/>
          </a:stretch>
        </p:blipFill>
        <p:spPr>
          <a:xfrm>
            <a:off x="416744" y="1412776"/>
            <a:ext cx="5043577" cy="4176000"/>
          </a:xfrm>
          <a:prstGeom prst="rect">
            <a:avLst/>
          </a:prstGeom>
        </p:spPr>
      </p:pic>
      <p:sp>
        <p:nvSpPr>
          <p:cNvPr id="10" name="文本框 9"/>
          <p:cNvSpPr txBox="1"/>
          <p:nvPr>
            <p:custDataLst>
              <p:tags r:id="rId1"/>
            </p:custDataLst>
          </p:nvPr>
        </p:nvSpPr>
        <p:spPr>
          <a:xfrm>
            <a:off x="6012160" y="1268760"/>
            <a:ext cx="2808312" cy="3077253"/>
          </a:xfrm>
          <a:prstGeom prst="rect">
            <a:avLst/>
          </a:prstGeom>
          <a:noFill/>
        </p:spPr>
        <p:txBody>
          <a:bodyPr wrap="square" rtlCol="0">
            <a:spAutoFit/>
          </a:bodyPr>
          <a:lstStyle/>
          <a:p>
            <a:pPr>
              <a:lnSpc>
                <a:spcPct val="200000"/>
              </a:lnSpc>
            </a:pPr>
            <a:r>
              <a:rPr lang="zh-CN" altLang="en-US" sz="2000" dirty="0">
                <a:solidFill>
                  <a:srgbClr val="0033CC"/>
                </a:solidFill>
                <a:latin typeface="+mn-ea"/>
                <a:ea typeface="+mn-ea"/>
              </a:rPr>
              <a:t>主题是否聚焦？</a:t>
            </a:r>
            <a:endParaRPr lang="en-US" altLang="zh-CN" sz="2000" dirty="0">
              <a:solidFill>
                <a:srgbClr val="0033CC"/>
              </a:solidFill>
              <a:latin typeface="+mn-ea"/>
              <a:ea typeface="+mn-ea"/>
            </a:endParaRPr>
          </a:p>
          <a:p>
            <a:pPr>
              <a:lnSpc>
                <a:spcPct val="200000"/>
              </a:lnSpc>
            </a:pPr>
            <a:r>
              <a:rPr lang="zh-CN" altLang="en-US" sz="2000" dirty="0">
                <a:solidFill>
                  <a:srgbClr val="0033CC"/>
                </a:solidFill>
                <a:latin typeface="+mn-ea"/>
                <a:ea typeface="+mn-ea"/>
              </a:rPr>
              <a:t>提纲是否清晰、完整？</a:t>
            </a:r>
            <a:endParaRPr lang="en-US" altLang="zh-CN" sz="2000" dirty="0">
              <a:solidFill>
                <a:srgbClr val="0033CC"/>
              </a:solidFill>
              <a:latin typeface="+mn-ea"/>
              <a:ea typeface="+mn-ea"/>
            </a:endParaRPr>
          </a:p>
          <a:p>
            <a:pPr>
              <a:lnSpc>
                <a:spcPct val="200000"/>
              </a:lnSpc>
            </a:pPr>
            <a:r>
              <a:rPr lang="zh-CN" altLang="en-US" sz="2000" dirty="0">
                <a:solidFill>
                  <a:srgbClr val="0033CC"/>
                </a:solidFill>
                <a:latin typeface="+mn-ea"/>
                <a:ea typeface="+mn-ea"/>
              </a:rPr>
              <a:t>逻辑层次是否合理？</a:t>
            </a:r>
          </a:p>
          <a:p>
            <a:pPr>
              <a:lnSpc>
                <a:spcPct val="200000"/>
              </a:lnSpc>
            </a:pPr>
            <a:r>
              <a:rPr lang="zh-CN" altLang="en-US" sz="2000" dirty="0">
                <a:solidFill>
                  <a:srgbClr val="0033CC"/>
                </a:solidFill>
                <a:latin typeface="+mn-ea"/>
                <a:ea typeface="+mn-ea"/>
              </a:rPr>
              <a:t>文献是否完整？</a:t>
            </a:r>
            <a:endParaRPr lang="en-US" altLang="zh-CN" sz="2000" dirty="0">
              <a:solidFill>
                <a:srgbClr val="0033CC"/>
              </a:solidFill>
              <a:latin typeface="+mn-ea"/>
              <a:ea typeface="+mn-ea"/>
            </a:endParaRPr>
          </a:p>
          <a:p>
            <a:pPr>
              <a:lnSpc>
                <a:spcPct val="200000"/>
              </a:lnSpc>
            </a:pPr>
            <a:r>
              <a:rPr lang="zh-CN" altLang="en-US" sz="2000" dirty="0">
                <a:solidFill>
                  <a:srgbClr val="0033CC"/>
                </a:solidFill>
                <a:latin typeface="+mn-ea"/>
                <a:ea typeface="+mn-ea"/>
              </a:rPr>
              <a:t>格式是否规范？</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DB800-018B-DFCA-4BD3-A7BE36430C1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F4E4C49-6DEC-6F77-77CA-4B34EBDC7070}"/>
              </a:ext>
            </a:extLst>
          </p:cNvPr>
          <p:cNvSpPr>
            <a:spLocks noGrp="1"/>
          </p:cNvSpPr>
          <p:nvPr>
            <p:ph type="title"/>
          </p:nvPr>
        </p:nvSpPr>
        <p:spPr>
          <a:xfrm>
            <a:off x="502285" y="216024"/>
            <a:ext cx="8139430" cy="1052736"/>
          </a:xfrm>
        </p:spPr>
        <p:txBody>
          <a:bodyPr>
            <a:normAutofit fontScale="90000"/>
          </a:bodyPr>
          <a:lstStyle/>
          <a:p>
            <a:r>
              <a:rPr dirty="0">
                <a:solidFill>
                  <a:srgbClr val="FF0000"/>
                </a:solidFill>
                <a:sym typeface="+mn-ea"/>
              </a:rPr>
              <a:t>范文提纲点评</a:t>
            </a:r>
            <a:br>
              <a:rPr dirty="0">
                <a:solidFill>
                  <a:srgbClr val="0000FF"/>
                </a:solidFill>
                <a:sym typeface="+mn-ea"/>
              </a:rPr>
            </a:br>
            <a:r>
              <a:rPr lang="zh-CN" altLang="en-US" dirty="0">
                <a:solidFill>
                  <a:srgbClr val="0000FF"/>
                </a:solidFill>
                <a:sym typeface="+mn-ea"/>
              </a:rPr>
              <a:t>量子精密测量框架下原子钟技术演进与发展综述</a:t>
            </a:r>
            <a:endParaRPr lang="zh-CN" altLang="en-US" dirty="0"/>
          </a:p>
        </p:txBody>
      </p:sp>
      <p:pic>
        <p:nvPicPr>
          <p:cNvPr id="9" name="图片 8">
            <a:extLst>
              <a:ext uri="{FF2B5EF4-FFF2-40B4-BE49-F238E27FC236}">
                <a16:creationId xmlns:a16="http://schemas.microsoft.com/office/drawing/2014/main" id="{5039F1D7-1733-A7A2-AF1D-83AA7FC40131}"/>
              </a:ext>
            </a:extLst>
          </p:cNvPr>
          <p:cNvPicPr>
            <a:picLocks noChangeAspect="1"/>
          </p:cNvPicPr>
          <p:nvPr/>
        </p:nvPicPr>
        <p:blipFill>
          <a:blip r:embed="rId3"/>
          <a:stretch>
            <a:fillRect/>
          </a:stretch>
        </p:blipFill>
        <p:spPr>
          <a:xfrm>
            <a:off x="395536" y="1700808"/>
            <a:ext cx="5521846" cy="4572000"/>
          </a:xfrm>
          <a:prstGeom prst="rect">
            <a:avLst/>
          </a:prstGeom>
        </p:spPr>
      </p:pic>
      <p:sp>
        <p:nvSpPr>
          <p:cNvPr id="10" name="文本框 9">
            <a:extLst>
              <a:ext uri="{FF2B5EF4-FFF2-40B4-BE49-F238E27FC236}">
                <a16:creationId xmlns:a16="http://schemas.microsoft.com/office/drawing/2014/main" id="{A1DA3516-C3C2-EF7E-C6AB-ED60214A3089}"/>
              </a:ext>
            </a:extLst>
          </p:cNvPr>
          <p:cNvSpPr txBox="1"/>
          <p:nvPr>
            <p:custDataLst>
              <p:tags r:id="rId1"/>
            </p:custDataLst>
          </p:nvPr>
        </p:nvSpPr>
        <p:spPr>
          <a:xfrm>
            <a:off x="6228184" y="1556792"/>
            <a:ext cx="2808312" cy="3077253"/>
          </a:xfrm>
          <a:prstGeom prst="rect">
            <a:avLst/>
          </a:prstGeom>
          <a:noFill/>
        </p:spPr>
        <p:txBody>
          <a:bodyPr wrap="square" rtlCol="0">
            <a:spAutoFit/>
          </a:bodyPr>
          <a:lstStyle/>
          <a:p>
            <a:pPr>
              <a:lnSpc>
                <a:spcPct val="200000"/>
              </a:lnSpc>
            </a:pPr>
            <a:r>
              <a:rPr lang="zh-CN" altLang="en-US" sz="2000" dirty="0">
                <a:solidFill>
                  <a:srgbClr val="0033CC"/>
                </a:solidFill>
                <a:latin typeface="+mn-ea"/>
                <a:ea typeface="+mn-ea"/>
              </a:rPr>
              <a:t>主题是否聚焦？</a:t>
            </a:r>
            <a:endParaRPr lang="en-US" altLang="zh-CN" sz="2000" dirty="0">
              <a:solidFill>
                <a:srgbClr val="0033CC"/>
              </a:solidFill>
              <a:latin typeface="+mn-ea"/>
              <a:ea typeface="+mn-ea"/>
            </a:endParaRPr>
          </a:p>
          <a:p>
            <a:pPr>
              <a:lnSpc>
                <a:spcPct val="200000"/>
              </a:lnSpc>
            </a:pPr>
            <a:r>
              <a:rPr lang="zh-CN" altLang="en-US" sz="2000" dirty="0">
                <a:solidFill>
                  <a:srgbClr val="0033CC"/>
                </a:solidFill>
                <a:latin typeface="+mn-ea"/>
                <a:ea typeface="+mn-ea"/>
              </a:rPr>
              <a:t>提纲是否清晰、完整？</a:t>
            </a:r>
            <a:endParaRPr lang="en-US" altLang="zh-CN" sz="2000" dirty="0">
              <a:solidFill>
                <a:srgbClr val="0033CC"/>
              </a:solidFill>
              <a:latin typeface="+mn-ea"/>
              <a:ea typeface="+mn-ea"/>
            </a:endParaRPr>
          </a:p>
          <a:p>
            <a:pPr>
              <a:lnSpc>
                <a:spcPct val="200000"/>
              </a:lnSpc>
            </a:pPr>
            <a:r>
              <a:rPr lang="zh-CN" altLang="en-US" sz="2000" dirty="0">
                <a:solidFill>
                  <a:srgbClr val="0033CC"/>
                </a:solidFill>
                <a:latin typeface="+mn-ea"/>
                <a:ea typeface="+mn-ea"/>
              </a:rPr>
              <a:t>逻辑层次是否合理？</a:t>
            </a:r>
          </a:p>
          <a:p>
            <a:pPr>
              <a:lnSpc>
                <a:spcPct val="200000"/>
              </a:lnSpc>
            </a:pPr>
            <a:r>
              <a:rPr lang="zh-CN" altLang="en-US" sz="2000" dirty="0">
                <a:solidFill>
                  <a:srgbClr val="0033CC"/>
                </a:solidFill>
                <a:latin typeface="+mn-ea"/>
                <a:ea typeface="+mn-ea"/>
              </a:rPr>
              <a:t>文献是否完整？</a:t>
            </a:r>
            <a:endParaRPr lang="en-US" altLang="zh-CN" sz="2000" dirty="0">
              <a:solidFill>
                <a:srgbClr val="0033CC"/>
              </a:solidFill>
              <a:latin typeface="+mn-ea"/>
              <a:ea typeface="+mn-ea"/>
            </a:endParaRPr>
          </a:p>
          <a:p>
            <a:pPr>
              <a:lnSpc>
                <a:spcPct val="200000"/>
              </a:lnSpc>
            </a:pPr>
            <a:r>
              <a:rPr lang="zh-CN" altLang="en-US" sz="2000" dirty="0">
                <a:solidFill>
                  <a:srgbClr val="0033CC"/>
                </a:solidFill>
                <a:latin typeface="+mn-ea"/>
                <a:ea typeface="+mn-ea"/>
              </a:rPr>
              <a:t>格式是否规范？</a:t>
            </a:r>
          </a:p>
        </p:txBody>
      </p:sp>
    </p:spTree>
    <p:extLst>
      <p:ext uri="{BB962C8B-B14F-4D97-AF65-F5344CB8AC3E}">
        <p14:creationId xmlns:p14="http://schemas.microsoft.com/office/powerpoint/2010/main" val="4618151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D40FBDB9-BA0F-F9CD-E114-2841A8653542}"/>
              </a:ext>
            </a:extLst>
          </p:cNvPr>
          <p:cNvPicPr>
            <a:picLocks noChangeAspect="1"/>
          </p:cNvPicPr>
          <p:nvPr/>
        </p:nvPicPr>
        <p:blipFill>
          <a:blip r:embed="rId2"/>
          <a:stretch>
            <a:fillRect/>
          </a:stretch>
        </p:blipFill>
        <p:spPr>
          <a:xfrm>
            <a:off x="0" y="1260963"/>
            <a:ext cx="9144000" cy="5264381"/>
          </a:xfrm>
          <a:prstGeom prst="rect">
            <a:avLst/>
          </a:prstGeom>
        </p:spPr>
      </p:pic>
      <p:pic>
        <p:nvPicPr>
          <p:cNvPr id="7" name="图片 6">
            <a:extLst>
              <a:ext uri="{FF2B5EF4-FFF2-40B4-BE49-F238E27FC236}">
                <a16:creationId xmlns:a16="http://schemas.microsoft.com/office/drawing/2014/main" id="{D4CCA6DC-454A-376C-08CA-7E738A297BF7}"/>
              </a:ext>
            </a:extLst>
          </p:cNvPr>
          <p:cNvPicPr>
            <a:picLocks noChangeAspect="1"/>
          </p:cNvPicPr>
          <p:nvPr/>
        </p:nvPicPr>
        <p:blipFill>
          <a:blip r:embed="rId3"/>
          <a:stretch>
            <a:fillRect/>
          </a:stretch>
        </p:blipFill>
        <p:spPr>
          <a:xfrm>
            <a:off x="6588224" y="3356992"/>
            <a:ext cx="2419937" cy="3356992"/>
          </a:xfrm>
          <a:prstGeom prst="rect">
            <a:avLst/>
          </a:prstGeom>
        </p:spPr>
      </p:pic>
      <p:sp>
        <p:nvSpPr>
          <p:cNvPr id="8" name="标题 1">
            <a:extLst>
              <a:ext uri="{FF2B5EF4-FFF2-40B4-BE49-F238E27FC236}">
                <a16:creationId xmlns:a16="http://schemas.microsoft.com/office/drawing/2014/main" id="{E1BC2B10-FA33-006D-48DF-0FC10026EA9A}"/>
              </a:ext>
            </a:extLst>
          </p:cNvPr>
          <p:cNvSpPr>
            <a:spLocks noGrp="1"/>
          </p:cNvSpPr>
          <p:nvPr>
            <p:ph type="title"/>
          </p:nvPr>
        </p:nvSpPr>
        <p:spPr>
          <a:xfrm>
            <a:off x="502285" y="216024"/>
            <a:ext cx="8139430" cy="1052736"/>
          </a:xfrm>
        </p:spPr>
        <p:txBody>
          <a:bodyPr>
            <a:normAutofit/>
          </a:bodyPr>
          <a:lstStyle/>
          <a:p>
            <a:r>
              <a:rPr dirty="0">
                <a:solidFill>
                  <a:srgbClr val="FF0000"/>
                </a:solidFill>
                <a:sym typeface="+mn-ea"/>
              </a:rPr>
              <a:t>范文提纲点评</a:t>
            </a:r>
            <a:br>
              <a:rPr dirty="0">
                <a:solidFill>
                  <a:srgbClr val="0000FF"/>
                </a:solidFill>
                <a:sym typeface="+mn-ea"/>
              </a:rPr>
            </a:br>
            <a:r>
              <a:rPr lang="zh-CN" altLang="en-US" dirty="0">
                <a:solidFill>
                  <a:srgbClr val="0000FF"/>
                </a:solidFill>
              </a:rPr>
              <a:t>量子密钥分发（</a:t>
            </a:r>
            <a:r>
              <a:rPr lang="en-US" altLang="zh-CN" dirty="0">
                <a:solidFill>
                  <a:srgbClr val="0000FF"/>
                </a:solidFill>
              </a:rPr>
              <a:t>QKD</a:t>
            </a:r>
            <a:r>
              <a:rPr lang="zh-CN" altLang="en-US" dirty="0">
                <a:solidFill>
                  <a:srgbClr val="0000FF"/>
                </a:solidFill>
              </a:rPr>
              <a:t>）技术研究进展综述</a:t>
            </a:r>
            <a:endParaRPr lang="zh-CN" altLang="en-US" dirty="0"/>
          </a:p>
        </p:txBody>
      </p:sp>
    </p:spTree>
    <p:extLst>
      <p:ext uri="{BB962C8B-B14F-4D97-AF65-F5344CB8AC3E}">
        <p14:creationId xmlns:p14="http://schemas.microsoft.com/office/powerpoint/2010/main" val="3376483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B8702-974D-0761-CAD8-D5832CC4568D}"/>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2AC139BD-9633-C47B-3E3F-3F024143B3BB}"/>
              </a:ext>
            </a:extLst>
          </p:cNvPr>
          <p:cNvPicPr>
            <a:picLocks noChangeAspect="1"/>
          </p:cNvPicPr>
          <p:nvPr/>
        </p:nvPicPr>
        <p:blipFill>
          <a:blip r:embed="rId2"/>
          <a:stretch>
            <a:fillRect/>
          </a:stretch>
        </p:blipFill>
        <p:spPr>
          <a:xfrm>
            <a:off x="0" y="1622981"/>
            <a:ext cx="9144000" cy="5118387"/>
          </a:xfrm>
          <a:prstGeom prst="rect">
            <a:avLst/>
          </a:prstGeom>
        </p:spPr>
      </p:pic>
      <p:sp>
        <p:nvSpPr>
          <p:cNvPr id="8" name="标题 1">
            <a:extLst>
              <a:ext uri="{FF2B5EF4-FFF2-40B4-BE49-F238E27FC236}">
                <a16:creationId xmlns:a16="http://schemas.microsoft.com/office/drawing/2014/main" id="{C098A8B5-6C14-C88E-2DEA-174CFAD51715}"/>
              </a:ext>
            </a:extLst>
          </p:cNvPr>
          <p:cNvSpPr>
            <a:spLocks noGrp="1"/>
          </p:cNvSpPr>
          <p:nvPr>
            <p:ph type="title"/>
          </p:nvPr>
        </p:nvSpPr>
        <p:spPr>
          <a:xfrm>
            <a:off x="502285" y="216024"/>
            <a:ext cx="8139430" cy="1052736"/>
          </a:xfrm>
        </p:spPr>
        <p:txBody>
          <a:bodyPr>
            <a:normAutofit fontScale="90000"/>
          </a:bodyPr>
          <a:lstStyle/>
          <a:p>
            <a:r>
              <a:rPr dirty="0">
                <a:solidFill>
                  <a:srgbClr val="FF0000"/>
                </a:solidFill>
                <a:sym typeface="+mn-ea"/>
              </a:rPr>
              <a:t>范文提纲点评</a:t>
            </a:r>
            <a:br>
              <a:rPr dirty="0">
                <a:solidFill>
                  <a:srgbClr val="0000FF"/>
                </a:solidFill>
                <a:sym typeface="+mn-ea"/>
              </a:rPr>
            </a:br>
            <a:r>
              <a:rPr lang="zh-CN" altLang="en-US" dirty="0">
                <a:solidFill>
                  <a:srgbClr val="0000FF"/>
                </a:solidFill>
              </a:rPr>
              <a:t>量子直接通信（</a:t>
            </a:r>
            <a:r>
              <a:rPr lang="en-US" altLang="zh-CN" dirty="0">
                <a:solidFill>
                  <a:srgbClr val="0000FF"/>
                </a:solidFill>
              </a:rPr>
              <a:t>QDC</a:t>
            </a:r>
            <a:r>
              <a:rPr lang="zh-CN" altLang="en-US" dirty="0">
                <a:solidFill>
                  <a:srgbClr val="0000FF"/>
                </a:solidFill>
              </a:rPr>
              <a:t>）研究进展与未来挑战：从协议设计到系统实现</a:t>
            </a:r>
            <a:endParaRPr lang="zh-CN" altLang="en-US" dirty="0"/>
          </a:p>
        </p:txBody>
      </p:sp>
    </p:spTree>
    <p:extLst>
      <p:ext uri="{BB962C8B-B14F-4D97-AF65-F5344CB8AC3E}">
        <p14:creationId xmlns:p14="http://schemas.microsoft.com/office/powerpoint/2010/main" val="2848312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AFE64-23F1-88B8-049B-91296948B9B2}"/>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id="{3A39D2DD-C47A-A1D7-6CF1-D410477DE7A0}"/>
              </a:ext>
            </a:extLst>
          </p:cNvPr>
          <p:cNvSpPr>
            <a:spLocks noGrp="1"/>
          </p:cNvSpPr>
          <p:nvPr>
            <p:ph type="title"/>
          </p:nvPr>
        </p:nvSpPr>
        <p:spPr>
          <a:xfrm>
            <a:off x="502285" y="216024"/>
            <a:ext cx="8139430" cy="1052736"/>
          </a:xfrm>
        </p:spPr>
        <p:txBody>
          <a:bodyPr>
            <a:normAutofit fontScale="90000"/>
          </a:bodyPr>
          <a:lstStyle/>
          <a:p>
            <a:r>
              <a:rPr dirty="0">
                <a:solidFill>
                  <a:srgbClr val="FF0000"/>
                </a:solidFill>
                <a:sym typeface="+mn-ea"/>
              </a:rPr>
              <a:t>范文提纲点评</a:t>
            </a:r>
            <a:br>
              <a:rPr dirty="0">
                <a:solidFill>
                  <a:srgbClr val="0000FF"/>
                </a:solidFill>
                <a:sym typeface="+mn-ea"/>
              </a:rPr>
            </a:br>
            <a:r>
              <a:rPr lang="zh-CN" altLang="en-US" dirty="0">
                <a:solidFill>
                  <a:srgbClr val="0000FF"/>
                </a:solidFill>
              </a:rPr>
              <a:t>量子直接通信（</a:t>
            </a:r>
            <a:r>
              <a:rPr lang="en-US" altLang="zh-CN" dirty="0">
                <a:solidFill>
                  <a:srgbClr val="0000FF"/>
                </a:solidFill>
              </a:rPr>
              <a:t>QDC</a:t>
            </a:r>
            <a:r>
              <a:rPr lang="zh-CN" altLang="en-US" dirty="0">
                <a:solidFill>
                  <a:srgbClr val="0000FF"/>
                </a:solidFill>
              </a:rPr>
              <a:t>）研究进展与未来挑战：从协议设计到系统实现</a:t>
            </a:r>
            <a:endParaRPr lang="zh-CN" altLang="en-US" dirty="0"/>
          </a:p>
        </p:txBody>
      </p:sp>
      <p:pic>
        <p:nvPicPr>
          <p:cNvPr id="4" name="图片 3">
            <a:extLst>
              <a:ext uri="{FF2B5EF4-FFF2-40B4-BE49-F238E27FC236}">
                <a16:creationId xmlns:a16="http://schemas.microsoft.com/office/drawing/2014/main" id="{83BC0A6C-9705-574B-B369-9F1DAE8C5B4E}"/>
              </a:ext>
            </a:extLst>
          </p:cNvPr>
          <p:cNvPicPr>
            <a:picLocks noChangeAspect="1"/>
          </p:cNvPicPr>
          <p:nvPr/>
        </p:nvPicPr>
        <p:blipFill>
          <a:blip r:embed="rId2"/>
          <a:stretch>
            <a:fillRect/>
          </a:stretch>
        </p:blipFill>
        <p:spPr>
          <a:xfrm>
            <a:off x="0" y="1772816"/>
            <a:ext cx="9144000" cy="5146140"/>
          </a:xfrm>
          <a:prstGeom prst="rect">
            <a:avLst/>
          </a:prstGeom>
        </p:spPr>
      </p:pic>
    </p:spTree>
    <p:extLst>
      <p:ext uri="{BB962C8B-B14F-4D97-AF65-F5344CB8AC3E}">
        <p14:creationId xmlns:p14="http://schemas.microsoft.com/office/powerpoint/2010/main" val="2813060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6"/>
          <a:stretch>
            <a:fillRect/>
          </a:stretch>
        </a:blipFill>
        <a:effectLst/>
      </p:bgPr>
    </p:bg>
    <p:spTree>
      <p:nvGrpSpPr>
        <p:cNvPr id="1" name=""/>
        <p:cNvGrpSpPr/>
        <p:nvPr/>
      </p:nvGrpSpPr>
      <p:grpSpPr>
        <a:xfrm>
          <a:off x="0" y="0"/>
          <a:ext cx="0" cy="0"/>
          <a:chOff x="0" y="0"/>
          <a:chExt cx="0" cy="0"/>
        </a:xfrm>
      </p:grpSpPr>
      <p:sp>
        <p:nvSpPr>
          <p:cNvPr id="11267" name="Rectangle 15"/>
          <p:cNvSpPr/>
          <p:nvPr/>
        </p:nvSpPr>
        <p:spPr>
          <a:xfrm>
            <a:off x="1068070" y="938530"/>
            <a:ext cx="8223250" cy="583565"/>
          </a:xfrm>
          <a:prstGeom prst="rect">
            <a:avLst/>
          </a:prstGeom>
          <a:noFill/>
          <a:ln w="9525">
            <a:noFill/>
          </a:ln>
        </p:spPr>
        <p:txBody>
          <a:bodyPr wrap="square" anchor="t">
            <a:spAutoFit/>
          </a:bodyPr>
          <a:lstStyle/>
          <a:p>
            <a:pPr>
              <a:buFont typeface="Wingdings" panose="05000000000000000000" charset="0"/>
            </a:pPr>
            <a:r>
              <a:rPr kumimoji="1" lang="en-US" altLang="zh-CN" sz="3200" b="1" dirty="0">
                <a:solidFill>
                  <a:srgbClr val="000000"/>
                </a:solidFill>
                <a:latin typeface="微软雅黑" panose="020B0503020204020204" charset="-122"/>
                <a:ea typeface="微软雅黑" panose="020B0503020204020204" charset="-122"/>
                <a:cs typeface="微软雅黑" panose="020B0503020204020204" charset="-122"/>
                <a:sym typeface="+mn-ea"/>
              </a:rPr>
              <a:t>1. 什么是科技论文?</a:t>
            </a:r>
            <a:endParaRPr kumimoji="1" lang="en-US" altLang="zh-CN" sz="3200" b="1" kern="0" dirty="0">
              <a:solidFill>
                <a:srgbClr val="000000"/>
              </a:solidFill>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custDataLst>
              <p:tags r:id="rId2"/>
            </p:custDataLst>
          </p:nvPr>
        </p:nvSpPr>
        <p:spPr>
          <a:xfrm>
            <a:off x="977900" y="1522095"/>
            <a:ext cx="7947025" cy="4401205"/>
          </a:xfrm>
          <a:prstGeom prst="rect">
            <a:avLst/>
          </a:prstGeom>
          <a:noFill/>
        </p:spPr>
        <p:txBody>
          <a:bodyPr wrap="square" rtlCol="0">
            <a:spAutoFit/>
          </a:bodyPr>
          <a:lstStyle/>
          <a:p>
            <a:pPr>
              <a:buFont typeface="Wingdings" panose="05000000000000000000" charset="0"/>
            </a:pPr>
            <a:r>
              <a:rPr lang="en-US" altLang="zh-CN" sz="2800" b="1" kern="0" dirty="0">
                <a:solidFill>
                  <a:schemeClr val="dk1"/>
                </a:solidFill>
                <a:latin typeface="微软雅黑" panose="020B0503020204020204" charset="-122"/>
                <a:ea typeface="微软雅黑" panose="020B0503020204020204" charset="-122"/>
                <a:cs typeface="微软雅黑" panose="020B0503020204020204" charset="-122"/>
                <a:sym typeface="+mn-ea"/>
              </a:rPr>
              <a:t>    </a:t>
            </a:r>
            <a:r>
              <a:rPr lang="zh-CN" altLang="en-US" sz="2800" b="1" kern="0" dirty="0">
                <a:solidFill>
                  <a:schemeClr val="dk1"/>
                </a:solidFill>
                <a:latin typeface="微软雅黑" panose="020B0503020204020204" charset="-122"/>
                <a:ea typeface="微软雅黑" panose="020B0503020204020204" charset="-122"/>
                <a:cs typeface="微软雅黑" panose="020B0503020204020204" charset="-122"/>
                <a:sym typeface="+mn-ea"/>
              </a:rPr>
              <a:t>用以记录人类社会的科技活动，哪怕只是试图解释自然现象的认识活动的一种文体。发生于人类创造了文字之后。</a:t>
            </a:r>
          </a:p>
          <a:p>
            <a:pPr>
              <a:buFont typeface="Wingdings" panose="05000000000000000000" charset="0"/>
            </a:pPr>
            <a:r>
              <a:rPr lang="zh-CN" altLang="en-US" sz="2800" b="1" kern="0" dirty="0">
                <a:solidFill>
                  <a:schemeClr val="dk1"/>
                </a:solidFill>
                <a:latin typeface="微软雅黑" panose="020B0503020204020204" charset="-122"/>
                <a:ea typeface="微软雅黑" panose="020B0503020204020204" charset="-122"/>
                <a:cs typeface="微软雅黑" panose="020B0503020204020204" charset="-122"/>
                <a:sym typeface="+mn-ea"/>
              </a:rPr>
              <a:t>特点：</a:t>
            </a:r>
          </a:p>
          <a:p>
            <a:pPr>
              <a:buFont typeface="Wingdings" panose="05000000000000000000" charset="0"/>
            </a:pPr>
            <a:r>
              <a:rPr lang="zh-CN" altLang="en-US" sz="2800" b="1" kern="0" dirty="0">
                <a:solidFill>
                  <a:srgbClr val="0033CC"/>
                </a:solidFill>
                <a:latin typeface="微软雅黑" panose="020B0503020204020204" charset="-122"/>
                <a:ea typeface="微软雅黑" panose="020B0503020204020204" charset="-122"/>
                <a:cs typeface="微软雅黑" panose="020B0503020204020204" charset="-122"/>
                <a:sym typeface="+mn-ea"/>
              </a:rPr>
              <a:t>（</a:t>
            </a:r>
            <a:r>
              <a:rPr lang="en-US" altLang="zh-CN" sz="2800" b="1" kern="0" dirty="0">
                <a:solidFill>
                  <a:srgbClr val="0033CC"/>
                </a:solidFill>
                <a:latin typeface="微软雅黑" panose="020B0503020204020204" charset="-122"/>
                <a:ea typeface="微软雅黑" panose="020B0503020204020204" charset="-122"/>
                <a:cs typeface="微软雅黑" panose="020B0503020204020204" charset="-122"/>
                <a:sym typeface="+mn-ea"/>
              </a:rPr>
              <a:t>1</a:t>
            </a:r>
            <a:r>
              <a:rPr lang="zh-CN" altLang="en-US" sz="2800" b="1" kern="0" dirty="0">
                <a:solidFill>
                  <a:srgbClr val="0033CC"/>
                </a:solidFill>
                <a:latin typeface="微软雅黑" panose="020B0503020204020204" charset="-122"/>
                <a:ea typeface="微软雅黑" panose="020B0503020204020204" charset="-122"/>
                <a:cs typeface="微软雅黑" panose="020B0503020204020204" charset="-122"/>
                <a:sym typeface="+mn-ea"/>
              </a:rPr>
              <a:t>）学术性：主题相对来说更鲜明、更专业，包括社会科学问题和自然科学问题；严谨规范与体系性；</a:t>
            </a:r>
          </a:p>
          <a:p>
            <a:pPr marL="457200" indent="-457200">
              <a:buFont typeface="Arial" panose="020B0604020202020204" pitchFamily="34" charset="0"/>
              <a:buChar char="•"/>
            </a:pPr>
            <a:r>
              <a:rPr lang="zh-CN" altLang="en-US" sz="2800" b="1" kern="0" dirty="0">
                <a:solidFill>
                  <a:srgbClr val="C00000"/>
                </a:solidFill>
                <a:latin typeface="微软雅黑" panose="020B0503020204020204" charset="-122"/>
                <a:ea typeface="微软雅黑" panose="020B0503020204020204" charset="-122"/>
                <a:cs typeface="微软雅黑" panose="020B0503020204020204" charset="-122"/>
                <a:sym typeface="+mn-ea"/>
              </a:rPr>
              <a:t>牛顿的《自然哲学的数学原理（Philosophiæ Naturalis Principia Mathematica）》</a:t>
            </a:r>
          </a:p>
          <a:p>
            <a:endParaRPr lang="zh-CN" altLang="en-US" sz="2800" b="1" kern="0" dirty="0">
              <a:solidFill>
                <a:srgbClr val="0033CC"/>
              </a:solidFill>
              <a:latin typeface="微软雅黑" panose="020B0503020204020204" charset="-122"/>
              <a:ea typeface="微软雅黑" panose="020B0503020204020204" charset="-122"/>
              <a:cs typeface="微软雅黑" panose="020B0503020204020204" charset="-122"/>
              <a:sym typeface="+mn-ea"/>
            </a:endParaRPr>
          </a:p>
        </p:txBody>
      </p:sp>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pic>
        <p:nvPicPr>
          <p:cNvPr id="6" name="图片 5"/>
          <p:cNvPicPr>
            <a:picLocks noChangeAspect="1"/>
          </p:cNvPicPr>
          <p:nvPr>
            <p:custDataLst>
              <p:tags r:id="rId3"/>
            </p:custDataLst>
          </p:nvPr>
        </p:nvPicPr>
        <p:blipFill>
          <a:blip r:embed="rId7"/>
          <a:stretch>
            <a:fillRect/>
          </a:stretch>
        </p:blipFill>
        <p:spPr>
          <a:xfrm>
            <a:off x="3580130" y="5517232"/>
            <a:ext cx="1983740" cy="125476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500" fill="hold">
                                          <p:stCondLst>
                                            <p:cond delay="0"/>
                                          </p:stCondLst>
                                        </p:cTn>
                                        <p:tgtEl>
                                          <p:spTgt spid="11267"/>
                                        </p:tgtEl>
                                        <p:attrNameLst>
                                          <p:attrName>style.visibility</p:attrName>
                                        </p:attrNameLst>
                                      </p:cBhvr>
                                      <p:to>
                                        <p:strVal val="visible"/>
                                      </p:to>
                                    </p:set>
                                    <p:animEffect transition="in" filter="blinds(horizontal)">
                                      <p:cBhvr>
                                        <p:cTn id="7" dur="500"/>
                                        <p:tgtEl>
                                          <p:spTgt spid="1126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blinds(horizontal)">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blinds(horizontal)">
                                      <p:cBhvr>
                                        <p:cTn id="22" dur="500"/>
                                        <p:tgtEl>
                                          <p:spTgt spid="3">
                                            <p:txEl>
                                              <p:pRg st="1" end="1"/>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blinds(horizontal)">
                                      <p:cBhvr>
                                        <p:cTn id="25" dur="500"/>
                                        <p:tgtEl>
                                          <p:spTgt spid="3">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blinds(horizontal)">
                                      <p:cBhvr>
                                        <p:cTn id="30" dur="500"/>
                                        <p:tgtEl>
                                          <p:spTgt spid="3">
                                            <p:txEl>
                                              <p:pRg st="3" end="3"/>
                                            </p:txEl>
                                          </p:spTgt>
                                        </p:tgtEl>
                                      </p:cBhvr>
                                    </p:animEffect>
                                  </p:childTnLst>
                                </p:cTn>
                              </p:par>
                              <p:par>
                                <p:cTn id="31" presetID="2" presetClass="entr" presetSubtype="4" fill="hold" nodeType="with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ppt_x"/>
                                          </p:val>
                                        </p:tav>
                                        <p:tav tm="100000">
                                          <p:val>
                                            <p:strVal val="#ppt_x"/>
                                          </p:val>
                                        </p:tav>
                                      </p:tavLst>
                                    </p:anim>
                                    <p:anim calcmode="lin" valueType="num">
                                      <p:cBhvr additive="base">
                                        <p:cTn id="3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t>17/18</a:t>
            </a:r>
            <a:r>
              <a:t>世纪的欧洲</a:t>
            </a:r>
          </a:p>
        </p:txBody>
      </p:sp>
      <p:sp>
        <p:nvSpPr>
          <p:cNvPr id="3" name="内容占位符 2"/>
          <p:cNvSpPr>
            <a:spLocks noGrp="1"/>
          </p:cNvSpPr>
          <p:nvPr>
            <p:ph idx="1"/>
          </p:nvPr>
        </p:nvSpPr>
        <p:spPr>
          <a:xfrm>
            <a:off x="502285" y="999490"/>
            <a:ext cx="8513445" cy="5638800"/>
          </a:xfrm>
        </p:spPr>
        <p:txBody>
          <a:bodyPr>
            <a:noAutofit/>
          </a:bodyPr>
          <a:lstStyle/>
          <a:p>
            <a:pPr lvl="0"/>
            <a:r>
              <a:rPr>
                <a:sym typeface="+mn-ea"/>
              </a:rPr>
              <a:t>世界最早的学术期刊</a:t>
            </a:r>
          </a:p>
          <a:p>
            <a:pPr lvl="1"/>
            <a:r>
              <a:rPr sz="1800"/>
              <a:t>1665年，《学者杂志（Journal des Scavans）》，</a:t>
            </a:r>
            <a:r>
              <a:rPr sz="1800">
                <a:sym typeface="+mn-ea"/>
              </a:rPr>
              <a:t>法国巴黎</a:t>
            </a:r>
            <a:endParaRPr sz="1800"/>
          </a:p>
          <a:p>
            <a:pPr lvl="1"/>
            <a:r>
              <a:rPr lang="en-US" altLang="zh-CN" sz="1800"/>
              <a:t>1665</a:t>
            </a:r>
            <a:r>
              <a:rPr sz="1800"/>
              <a:t>年，《哲学汇刊（Philosophical Transactions of the Royal Society）》，</a:t>
            </a:r>
            <a:r>
              <a:rPr sz="1800">
                <a:sym typeface="+mn-ea"/>
              </a:rPr>
              <a:t>英国伦敦出版</a:t>
            </a:r>
            <a:r>
              <a:rPr sz="1800"/>
              <a:t>，</a:t>
            </a:r>
          </a:p>
          <a:p>
            <a:pPr lvl="2"/>
            <a:r>
              <a:rPr sz="1600">
                <a:sym typeface="+mn-ea"/>
              </a:rPr>
              <a:t>https://royalsocietypublishing.org/journal/rstl</a:t>
            </a:r>
          </a:p>
          <a:p>
            <a:pPr lvl="2"/>
            <a:r>
              <a:rPr sz="1600">
                <a:sym typeface="+mn-ea"/>
              </a:rPr>
              <a:t>第一期，1665年3月6日出版</a:t>
            </a:r>
            <a:endParaRPr lang="zh-CN" altLang="en-US" sz="1600">
              <a:sym typeface="+mn-ea"/>
            </a:endParaRPr>
          </a:p>
          <a:p>
            <a:pPr lvl="2"/>
            <a:r>
              <a:rPr sz="1600">
                <a:sym typeface="+mn-ea"/>
              </a:rPr>
              <a:t>Henry Oldenburg（英国皇家学会秘书）</a:t>
            </a:r>
            <a:endParaRPr sz="2400"/>
          </a:p>
          <a:p>
            <a:pPr lvl="0"/>
            <a:r>
              <a:t>1778年，化学会志《Journal of the Chemical Society》，英国</a:t>
            </a:r>
          </a:p>
          <a:p>
            <a:pPr lvl="0"/>
            <a:r>
              <a:t>1799年，《物理学年刊（Annalen der. Physik）》，德国</a:t>
            </a:r>
          </a:p>
          <a:p>
            <a:pPr lvl="0"/>
            <a:r>
              <a:t>1823年，《柳叶刀（The Lancet）》，</a:t>
            </a:r>
            <a:r>
              <a:rPr>
                <a:sym typeface="+mn-ea"/>
              </a:rPr>
              <a:t>英国汤姆·魏克莱</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blinds(horizontal)">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linds(horizontal)">
                                      <p:cBhvr>
                                        <p:cTn id="18" dur="500"/>
                                        <p:tgtEl>
                                          <p:spTgt spid="3">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blinds(horizontal)">
                                      <p:cBhvr>
                                        <p:cTn id="21" dur="500"/>
                                        <p:tgtEl>
                                          <p:spTgt spid="3">
                                            <p:txEl>
                                              <p:pRg st="4" end="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blinds(horizontal)">
                                      <p:cBhvr>
                                        <p:cTn id="24" dur="5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blinds(horizontal)">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blinds(horizontal)">
                                      <p:cBhvr>
                                        <p:cTn id="34" dur="500"/>
                                        <p:tgtEl>
                                          <p:spTgt spid="3">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blinds(horizontal)">
                                      <p:cBhvr>
                                        <p:cTn id="3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19/20</a:t>
            </a:r>
            <a:r>
              <a:t>世纪的美国</a:t>
            </a:r>
          </a:p>
        </p:txBody>
      </p:sp>
      <p:sp>
        <p:nvSpPr>
          <p:cNvPr id="3" name="内容占位符 2"/>
          <p:cNvSpPr>
            <a:spLocks noGrp="1"/>
          </p:cNvSpPr>
          <p:nvPr>
            <p:ph idx="1"/>
          </p:nvPr>
        </p:nvSpPr>
        <p:spPr/>
        <p:txBody>
          <a:bodyPr>
            <a:normAutofit fontScale="92500" lnSpcReduction="10000"/>
          </a:bodyPr>
          <a:lstStyle/>
          <a:p>
            <a:r>
              <a:rPr lang="zh-CN" altLang="en-US"/>
              <a:t>1812年，《费城自然科学院学报（Proceedings of the Academy of Natural Sciences of Philadelphia）》</a:t>
            </a:r>
          </a:p>
          <a:p>
            <a:r>
              <a:rPr lang="zh-CN" altLang="en-US"/>
              <a:t>1818年，《美国科学和艺术杂志（American Journal of Science and Arts）》</a:t>
            </a:r>
          </a:p>
          <a:p>
            <a:pPr lvl="1"/>
            <a:r>
              <a:rPr>
                <a:sym typeface="+mn-ea"/>
              </a:rPr>
              <a:t>美国化学家、地质学家本杰明·西利曼（Benjamin•Silliman）</a:t>
            </a:r>
          </a:p>
          <a:p>
            <a:pPr lvl="0"/>
            <a:r>
              <a:rPr lang="zh-CN" altLang="en-US"/>
              <a:t>1957年，美国科学信息研究所(Institute for Scientific Information, 简称 ISI)在费城建立</a:t>
            </a:r>
          </a:p>
          <a:p>
            <a:pPr lvl="1"/>
            <a:r>
              <a:rPr lang="zh-CN" altLang="en-US"/>
              <a:t>1961 年由ISI创建引文数据库SCI</a:t>
            </a:r>
          </a:p>
          <a:p>
            <a:pPr lvl="1"/>
            <a:r>
              <a:rPr lang="zh-CN" altLang="en-US"/>
              <a:t>1976年，ISI正式发布《期刊引证报告(JCR)》，公布期刊影响因子（Impact Factor）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linds(horizontal)">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blinds(horizontal)">
                                      <p:cBhvr>
                                        <p:cTn id="20" dur="500"/>
                                        <p:tgtEl>
                                          <p:spTgt spid="3">
                                            <p:txEl>
                                              <p:pRg st="3" end="3"/>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blinds(horizontal)">
                                      <p:cBhvr>
                                        <p:cTn id="23" dur="500"/>
                                        <p:tgtEl>
                                          <p:spTgt spid="3">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blinds(horizontal)">
                                      <p:cBhvr>
                                        <p:cTn id="2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中国最早的期刊</a:t>
            </a:r>
          </a:p>
        </p:txBody>
      </p:sp>
      <p:sp>
        <p:nvSpPr>
          <p:cNvPr id="3" name="内容占位符 2"/>
          <p:cNvSpPr>
            <a:spLocks noGrp="1"/>
          </p:cNvSpPr>
          <p:nvPr>
            <p:ph idx="1"/>
          </p:nvPr>
        </p:nvSpPr>
        <p:spPr/>
        <p:txBody>
          <a:bodyPr/>
          <a:lstStyle/>
          <a:p>
            <a:r>
              <a:rPr lang="zh-CN" altLang="en-US"/>
              <a:t>1792年我国最早的科技期刊《吴医汇讲》</a:t>
            </a:r>
          </a:p>
          <a:p>
            <a:r>
              <a:rPr lang="zh-CN" altLang="en-US"/>
              <a:t>1833年创刊于广州的英文版刊物《Eastern Western Monthly Magazine》（中文名为《东西洋考每月统记传》）</a:t>
            </a:r>
          </a:p>
          <a:p>
            <a:pPr lvl="1"/>
            <a:r>
              <a:rPr lang="zh-CN" altLang="en-US"/>
              <a:t>介绍西方科学技术为内容，同时也介绍中国古代文化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1267" name="Rectangle 15"/>
          <p:cNvSpPr/>
          <p:nvPr/>
        </p:nvSpPr>
        <p:spPr>
          <a:xfrm>
            <a:off x="1068070" y="938530"/>
            <a:ext cx="8223250" cy="583565"/>
          </a:xfrm>
          <a:prstGeom prst="rect">
            <a:avLst/>
          </a:prstGeom>
          <a:noFill/>
          <a:ln w="9525">
            <a:noFill/>
          </a:ln>
        </p:spPr>
        <p:txBody>
          <a:bodyPr wrap="square" anchor="t">
            <a:spAutoFit/>
          </a:bodyPr>
          <a:lstStyle/>
          <a:p>
            <a:pPr>
              <a:buFont typeface="Wingdings" panose="05000000000000000000" charset="0"/>
            </a:pPr>
            <a:r>
              <a:rPr kumimoji="1" lang="en-US" altLang="zh-CN" sz="3200" b="1" dirty="0">
                <a:solidFill>
                  <a:srgbClr val="000000"/>
                </a:solidFill>
                <a:latin typeface="微软雅黑" panose="020B0503020204020204" charset="-122"/>
                <a:ea typeface="微软雅黑" panose="020B0503020204020204" charset="-122"/>
                <a:cs typeface="微软雅黑" panose="020B0503020204020204" charset="-122"/>
                <a:sym typeface="+mn-ea"/>
              </a:rPr>
              <a:t>1. 什么是科技论文?</a:t>
            </a:r>
            <a:endParaRPr kumimoji="1" lang="en-US" altLang="zh-CN" sz="3200" b="1" kern="0" dirty="0">
              <a:solidFill>
                <a:srgbClr val="000000"/>
              </a:solidFill>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custDataLst>
              <p:tags r:id="rId2"/>
            </p:custDataLst>
          </p:nvPr>
        </p:nvSpPr>
        <p:spPr>
          <a:xfrm>
            <a:off x="581025" y="1464310"/>
            <a:ext cx="8343900" cy="4027170"/>
          </a:xfrm>
          <a:prstGeom prst="rect">
            <a:avLst/>
          </a:prstGeom>
          <a:noFill/>
        </p:spPr>
        <p:txBody>
          <a:bodyPr wrap="square" rtlCol="0">
            <a:noAutofit/>
          </a:bodyPr>
          <a:lstStyle/>
          <a:p>
            <a:pPr>
              <a:buFont typeface="Wingdings" panose="05000000000000000000" charset="0"/>
            </a:pPr>
            <a:r>
              <a:rPr lang="zh-CN" altLang="en-US" sz="2400" b="1" kern="0" dirty="0">
                <a:solidFill>
                  <a:schemeClr val="dk1"/>
                </a:solidFill>
                <a:latin typeface="微软雅黑" panose="020B0503020204020204" charset="-122"/>
                <a:ea typeface="微软雅黑" panose="020B0503020204020204" charset="-122"/>
                <a:cs typeface="微软雅黑" panose="020B0503020204020204" charset="-122"/>
                <a:sym typeface="+mn-ea"/>
              </a:rPr>
              <a:t>用以记录人类社会的科技活动，哪怕只是试图解释自然现象的认识活动的一种文体。发生于人类创造了文字之后。特点包括：</a:t>
            </a:r>
          </a:p>
          <a:p>
            <a:pPr>
              <a:buFont typeface="Wingdings" panose="05000000000000000000" charset="0"/>
            </a:pPr>
            <a:r>
              <a:rPr lang="zh-CN" altLang="en-US" sz="2800" b="1" kern="0" dirty="0">
                <a:solidFill>
                  <a:srgbClr val="0033CC"/>
                </a:solidFill>
                <a:latin typeface="微软雅黑" panose="020B0503020204020204" charset="-122"/>
                <a:ea typeface="微软雅黑" panose="020B0503020204020204" charset="-122"/>
                <a:cs typeface="微软雅黑" panose="020B0503020204020204" charset="-122"/>
                <a:sym typeface="+mn-ea"/>
              </a:rPr>
              <a:t>（</a:t>
            </a:r>
            <a:r>
              <a:rPr lang="en-US" altLang="zh-CN" sz="2800" b="1" kern="0" dirty="0">
                <a:solidFill>
                  <a:srgbClr val="0033CC"/>
                </a:solidFill>
                <a:latin typeface="微软雅黑" panose="020B0503020204020204" charset="-122"/>
                <a:ea typeface="微软雅黑" panose="020B0503020204020204" charset="-122"/>
                <a:cs typeface="微软雅黑" panose="020B0503020204020204" charset="-122"/>
                <a:sym typeface="+mn-ea"/>
              </a:rPr>
              <a:t>2</a:t>
            </a:r>
            <a:r>
              <a:rPr lang="zh-CN" altLang="en-US" sz="2800" b="1" kern="0" dirty="0">
                <a:solidFill>
                  <a:srgbClr val="0033CC"/>
                </a:solidFill>
                <a:latin typeface="微软雅黑" panose="020B0503020204020204" charset="-122"/>
                <a:ea typeface="微软雅黑" panose="020B0503020204020204" charset="-122"/>
                <a:cs typeface="微软雅黑" panose="020B0503020204020204" charset="-122"/>
                <a:sym typeface="+mn-ea"/>
              </a:rPr>
              <a:t>）科学性：与实践密切相关的应用科学，以及抽象思维特性突出的基础研究，均可兼论；研究对象可观察、可测量、可检验；</a:t>
            </a:r>
          </a:p>
          <a:p>
            <a:endParaRPr lang="zh-CN" altLang="en-US" sz="2800" b="1" kern="0" dirty="0">
              <a:solidFill>
                <a:srgbClr val="0033CC"/>
              </a:solidFill>
              <a:latin typeface="微软雅黑" panose="020B0503020204020204" charset="-122"/>
              <a:ea typeface="微软雅黑" panose="020B0503020204020204" charset="-122"/>
              <a:cs typeface="微软雅黑" panose="020B0503020204020204" charset="-122"/>
              <a:sym typeface="+mn-ea"/>
            </a:endParaRPr>
          </a:p>
        </p:txBody>
      </p:sp>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pic>
        <p:nvPicPr>
          <p:cNvPr id="2" name="图片 1" descr="屠呦呦青蒿素论文01"/>
          <p:cNvPicPr>
            <a:picLocks noChangeAspect="1"/>
          </p:cNvPicPr>
          <p:nvPr/>
        </p:nvPicPr>
        <p:blipFill>
          <a:blip r:embed="rId5"/>
          <a:stretch>
            <a:fillRect/>
          </a:stretch>
        </p:blipFill>
        <p:spPr>
          <a:xfrm>
            <a:off x="2005944" y="4149080"/>
            <a:ext cx="4734786" cy="26280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par>
                                <p:cTn id="8" presetID="2" presetClass="entr" presetSubtype="4"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 calcmode="lin" valueType="num">
                                      <p:cBhvr additive="base">
                                        <p:cTn id="10" dur="500" fill="hold"/>
                                        <p:tgtEl>
                                          <p:spTgt spid="2"/>
                                        </p:tgtEl>
                                        <p:attrNameLst>
                                          <p:attrName>ppt_x</p:attrName>
                                        </p:attrNameLst>
                                      </p:cBhvr>
                                      <p:tavLst>
                                        <p:tav tm="0">
                                          <p:val>
                                            <p:strVal val="#ppt_x"/>
                                          </p:val>
                                        </p:tav>
                                        <p:tav tm="100000">
                                          <p:val>
                                            <p:strVal val="#ppt_x"/>
                                          </p:val>
                                        </p:tav>
                                      </p:tavLst>
                                    </p:anim>
                                    <p:anim calcmode="lin" valueType="num">
                                      <p:cBhvr additive="base">
                                        <p:cTn id="11"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1267" name="Rectangle 15"/>
          <p:cNvSpPr/>
          <p:nvPr/>
        </p:nvSpPr>
        <p:spPr>
          <a:xfrm>
            <a:off x="1068070" y="938530"/>
            <a:ext cx="8223250" cy="583565"/>
          </a:xfrm>
          <a:prstGeom prst="rect">
            <a:avLst/>
          </a:prstGeom>
          <a:noFill/>
          <a:ln w="9525">
            <a:noFill/>
          </a:ln>
        </p:spPr>
        <p:txBody>
          <a:bodyPr wrap="square" anchor="t">
            <a:spAutoFit/>
          </a:bodyPr>
          <a:lstStyle/>
          <a:p>
            <a:pPr>
              <a:buFont typeface="Wingdings" panose="05000000000000000000" charset="0"/>
            </a:pPr>
            <a:r>
              <a:rPr kumimoji="1" lang="en-US" altLang="zh-CN" sz="3200" b="1" dirty="0">
                <a:solidFill>
                  <a:srgbClr val="000000"/>
                </a:solidFill>
                <a:latin typeface="微软雅黑" panose="020B0503020204020204" charset="-122"/>
                <a:ea typeface="微软雅黑" panose="020B0503020204020204" charset="-122"/>
                <a:cs typeface="微软雅黑" panose="020B0503020204020204" charset="-122"/>
                <a:sym typeface="+mn-ea"/>
              </a:rPr>
              <a:t>1. 什么是科技论文?</a:t>
            </a:r>
            <a:endParaRPr kumimoji="1" lang="en-US" altLang="zh-CN" sz="3200" b="1" kern="0" dirty="0">
              <a:solidFill>
                <a:srgbClr val="000000"/>
              </a:solidFill>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custDataLst>
              <p:tags r:id="rId2"/>
            </p:custDataLst>
          </p:nvPr>
        </p:nvSpPr>
        <p:spPr>
          <a:xfrm>
            <a:off x="178435" y="1450340"/>
            <a:ext cx="8816340" cy="4471670"/>
          </a:xfrm>
          <a:prstGeom prst="rect">
            <a:avLst/>
          </a:prstGeom>
          <a:noFill/>
        </p:spPr>
        <p:txBody>
          <a:bodyPr wrap="square" rtlCol="0">
            <a:noAutofit/>
          </a:bodyPr>
          <a:lstStyle/>
          <a:p>
            <a:pPr>
              <a:buFont typeface="Wingdings" panose="05000000000000000000" charset="0"/>
            </a:pPr>
            <a:r>
              <a:rPr lang="zh-CN" altLang="en-US" sz="2400" b="1" kern="0" dirty="0">
                <a:solidFill>
                  <a:schemeClr val="dk1"/>
                </a:solidFill>
                <a:latin typeface="微软雅黑" panose="020B0503020204020204" charset="-122"/>
                <a:ea typeface="微软雅黑" panose="020B0503020204020204" charset="-122"/>
                <a:cs typeface="微软雅黑" panose="020B0503020204020204" charset="-122"/>
                <a:sym typeface="+mn-ea"/>
              </a:rPr>
              <a:t>用以记录人类社会的科技活动，哪怕只是试图解释自然现象的认识活动的一种文体。发生于人类创造了文字之后。特点包括：</a:t>
            </a:r>
          </a:p>
          <a:p>
            <a:pPr>
              <a:buFont typeface="Wingdings" panose="05000000000000000000" charset="0"/>
            </a:pPr>
            <a:r>
              <a:rPr lang="zh-CN" altLang="en-US" sz="2400" b="1" kern="0" dirty="0">
                <a:solidFill>
                  <a:srgbClr val="0033CC"/>
                </a:solidFill>
                <a:latin typeface="微软雅黑" panose="020B0503020204020204" charset="-122"/>
                <a:ea typeface="微软雅黑" panose="020B0503020204020204" charset="-122"/>
                <a:cs typeface="微软雅黑" panose="020B0503020204020204" charset="-122"/>
                <a:sym typeface="+mn-ea"/>
              </a:rPr>
              <a:t>（</a:t>
            </a:r>
            <a:r>
              <a:rPr lang="en-US" altLang="zh-CN" sz="2400" b="1" kern="0" dirty="0">
                <a:solidFill>
                  <a:srgbClr val="0033CC"/>
                </a:solidFill>
                <a:latin typeface="微软雅黑" panose="020B0503020204020204" charset="-122"/>
                <a:ea typeface="微软雅黑" panose="020B0503020204020204" charset="-122"/>
                <a:cs typeface="微软雅黑" panose="020B0503020204020204" charset="-122"/>
                <a:sym typeface="+mn-ea"/>
              </a:rPr>
              <a:t>3</a:t>
            </a:r>
            <a:r>
              <a:rPr lang="zh-CN" altLang="en-US" sz="2400" b="1" kern="0" dirty="0">
                <a:solidFill>
                  <a:srgbClr val="0033CC"/>
                </a:solidFill>
                <a:latin typeface="微软雅黑" panose="020B0503020204020204" charset="-122"/>
                <a:ea typeface="微软雅黑" panose="020B0503020204020204" charset="-122"/>
                <a:cs typeface="微软雅黑" panose="020B0503020204020204" charset="-122"/>
                <a:sym typeface="+mn-ea"/>
              </a:rPr>
              <a:t>）创新性：科学地描述和揭示客观事物的本质和规律，得出具有创造性的结论。</a:t>
            </a:r>
          </a:p>
          <a:p>
            <a:endParaRPr lang="zh-CN" altLang="en-US" sz="2400" b="1" kern="0" dirty="0">
              <a:solidFill>
                <a:srgbClr val="0033CC"/>
              </a:solidFill>
              <a:latin typeface="微软雅黑" panose="020B0503020204020204" charset="-122"/>
              <a:ea typeface="微软雅黑" panose="020B0503020204020204" charset="-122"/>
              <a:cs typeface="微软雅黑" panose="020B0503020204020204" charset="-122"/>
              <a:sym typeface="+mn-ea"/>
            </a:endParaRPr>
          </a:p>
        </p:txBody>
      </p:sp>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pic>
        <p:nvPicPr>
          <p:cNvPr id="10" name="图片 9"/>
          <p:cNvPicPr>
            <a:picLocks noChangeAspect="1"/>
          </p:cNvPicPr>
          <p:nvPr>
            <p:custDataLst>
              <p:tags r:id="rId3"/>
            </p:custDataLst>
          </p:nvPr>
        </p:nvPicPr>
        <p:blipFill>
          <a:blip r:embed="rId7"/>
          <a:stretch>
            <a:fillRect/>
          </a:stretch>
        </p:blipFill>
        <p:spPr>
          <a:xfrm>
            <a:off x="1907540" y="3506430"/>
            <a:ext cx="1609090" cy="1891030"/>
          </a:xfrm>
          <a:prstGeom prst="rect">
            <a:avLst/>
          </a:prstGeom>
        </p:spPr>
      </p:pic>
      <p:sp>
        <p:nvSpPr>
          <p:cNvPr id="11" name="文本框 10"/>
          <p:cNvSpPr txBox="1"/>
          <p:nvPr>
            <p:custDataLst>
              <p:tags r:id="rId4"/>
            </p:custDataLst>
          </p:nvPr>
        </p:nvSpPr>
        <p:spPr>
          <a:xfrm>
            <a:off x="-19685" y="5396825"/>
            <a:ext cx="4312285" cy="912495"/>
          </a:xfrm>
          <a:prstGeom prst="rect">
            <a:avLst/>
          </a:prstGeom>
          <a:noFill/>
        </p:spPr>
        <p:txBody>
          <a:bodyPr wrap="square" rtlCol="0" anchor="t">
            <a:noAutofit/>
          </a:bodyPr>
          <a:lstStyle/>
          <a:p>
            <a:r>
              <a:rPr lang="zh-CN" altLang="en-US" sz="1200"/>
              <a:t>阿尔伯特·爱因斯坦，《</a:t>
            </a:r>
            <a:r>
              <a:rPr lang="zh-CN" altLang="en-US" sz="1200">
                <a:solidFill>
                  <a:srgbClr val="0033CC"/>
                </a:solidFill>
              </a:rPr>
              <a:t>广义相对论基础</a:t>
            </a:r>
            <a:r>
              <a:rPr lang="zh-CN" altLang="en-US" sz="1200"/>
              <a:t>》 (The Foundation of the General Theory of Relativity)，《物理学纪事》，</a:t>
            </a:r>
            <a:r>
              <a:rPr lang="en-US" altLang="zh-CN" sz="1200"/>
              <a:t>1915</a:t>
            </a:r>
            <a:r>
              <a:rPr lang="zh-CN" altLang="en-US" sz="1200"/>
              <a:t>，</a:t>
            </a:r>
            <a:r>
              <a:rPr lang="en-US" altLang="zh-CN" sz="1200"/>
              <a:t>Series 4, volume 49</a:t>
            </a:r>
          </a:p>
        </p:txBody>
      </p:sp>
      <p:pic>
        <p:nvPicPr>
          <p:cNvPr id="4" name="图片 3" descr="广义相对论"/>
          <p:cNvPicPr>
            <a:picLocks noChangeAspect="1"/>
          </p:cNvPicPr>
          <p:nvPr/>
        </p:nvPicPr>
        <p:blipFill>
          <a:blip r:embed="rId8"/>
          <a:stretch>
            <a:fillRect/>
          </a:stretch>
        </p:blipFill>
        <p:spPr>
          <a:xfrm>
            <a:off x="4500245" y="3524845"/>
            <a:ext cx="4090035" cy="2295525"/>
          </a:xfrm>
          <a:prstGeom prst="rect">
            <a:avLst/>
          </a:prstGeom>
        </p:spPr>
      </p:pic>
      <p:sp>
        <p:nvSpPr>
          <p:cNvPr id="5" name="文本框 4"/>
          <p:cNvSpPr txBox="1"/>
          <p:nvPr/>
        </p:nvSpPr>
        <p:spPr>
          <a:xfrm>
            <a:off x="4224020" y="5838785"/>
            <a:ext cx="4770755" cy="306705"/>
          </a:xfrm>
          <a:prstGeom prst="rect">
            <a:avLst/>
          </a:prstGeom>
          <a:noFill/>
        </p:spPr>
        <p:txBody>
          <a:bodyPr wrap="square" rtlCol="0" anchor="t">
            <a:spAutoFit/>
          </a:bodyPr>
          <a:lstStyle/>
          <a:p>
            <a:r>
              <a:rPr lang="zh-CN" altLang="en-US" sz="1400"/>
              <a:t>源：https://baijiahao.baidu.com/s?id=1664452890695879942</a:t>
            </a:r>
          </a:p>
        </p:txBody>
      </p:sp>
      <p:graphicFrame>
        <p:nvGraphicFramePr>
          <p:cNvPr id="6" name="对象 5">
            <a:hlinkClick r:id="" action="ppaction://ole?verb=0"/>
          </p:cNvPr>
          <p:cNvGraphicFramePr>
            <a:graphicFrameLocks noChangeAspect="1"/>
          </p:cNvGraphicFramePr>
          <p:nvPr>
            <p:extLst>
              <p:ext uri="{D42A27DB-BD31-4B8C-83A1-F6EECF244321}">
                <p14:modId xmlns:p14="http://schemas.microsoft.com/office/powerpoint/2010/main" val="3197956068"/>
              </p:ext>
            </p:extLst>
          </p:nvPr>
        </p:nvGraphicFramePr>
        <p:xfrm>
          <a:off x="323850" y="4316690"/>
          <a:ext cx="971550" cy="666750"/>
        </p:xfrm>
        <a:graphic>
          <a:graphicData uri="http://schemas.openxmlformats.org/presentationml/2006/ole">
            <mc:AlternateContent xmlns:mc="http://schemas.openxmlformats.org/markup-compatibility/2006">
              <mc:Choice xmlns:v="urn:schemas-microsoft-com:vml" Requires="v">
                <p:oleObj showAsIcon="1" r:id="rId9" imgW="971550" imgH="666750" progId="Package">
                  <p:embed/>
                </p:oleObj>
              </mc:Choice>
              <mc:Fallback>
                <p:oleObj showAsIcon="1" r:id="rId9" imgW="971550" imgH="666750" progId="Package">
                  <p:embed/>
                  <p:pic>
                    <p:nvPicPr>
                      <p:cNvPr id="0" name="图片 1024"/>
                      <p:cNvPicPr/>
                      <p:nvPr/>
                    </p:nvPicPr>
                    <p:blipFill>
                      <a:blip r:embed="rId10"/>
                      <a:stretch>
                        <a:fillRect/>
                      </a:stretch>
                    </p:blipFill>
                    <p:spPr>
                      <a:xfrm>
                        <a:off x="323850" y="4316690"/>
                        <a:ext cx="971550" cy="666750"/>
                      </a:xfrm>
                      <a:prstGeom prst="rect">
                        <a:avLst/>
                      </a:prstGeom>
                    </p:spPr>
                  </p:pic>
                </p:oleObj>
              </mc:Fallback>
            </mc:AlternateContent>
          </a:graphicData>
        </a:graphic>
      </p:graphicFrame>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5" grpId="0"/>
      <p:bldP spid="5" grpId="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6148" name="矩形 6"/>
          <p:cNvSpPr/>
          <p:nvPr/>
        </p:nvSpPr>
        <p:spPr>
          <a:xfrm>
            <a:off x="833438" y="920115"/>
            <a:ext cx="863441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2.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什么是原创性成果</a:t>
            </a:r>
          </a:p>
        </p:txBody>
      </p:sp>
      <p:sp>
        <p:nvSpPr>
          <p:cNvPr id="6149" name="矩形 7"/>
          <p:cNvSpPr/>
          <p:nvPr>
            <p:custDataLst>
              <p:tags r:id="rId2"/>
            </p:custDataLst>
          </p:nvPr>
        </p:nvSpPr>
        <p:spPr>
          <a:xfrm>
            <a:off x="1008698" y="1412875"/>
            <a:ext cx="7704137" cy="181483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buNone/>
            </a:pPr>
            <a:r>
              <a:rPr lang="zh-CN" altLang="en-US" sz="2800" b="1" dirty="0">
                <a:solidFill>
                  <a:schemeClr val="dk1"/>
                </a:solidFill>
                <a:latin typeface="微软雅黑" panose="020B0503020204020204" charset="-122"/>
                <a:ea typeface="微软雅黑" panose="020B0503020204020204" charset="-122"/>
              </a:rPr>
              <a:t>原创性成果指的是：所表达的内容中核心部分是你自己的思想、论断、实验结果。</a:t>
            </a:r>
            <a:endParaRPr lang="en-US" altLang="zh-CN" sz="2800" b="1" dirty="0">
              <a:solidFill>
                <a:schemeClr val="dk1"/>
              </a:solidFill>
              <a:latin typeface="微软雅黑" panose="020B0503020204020204" charset="-122"/>
              <a:ea typeface="微软雅黑" panose="020B0503020204020204" charset="-122"/>
            </a:endParaRPr>
          </a:p>
          <a:p>
            <a:pPr marL="0" lvl="0" indent="0" defTabSz="457200" eaLnBrk="1" hangingPunct="1">
              <a:spcBef>
                <a:spcPct val="0"/>
              </a:spcBef>
              <a:buNone/>
            </a:pPr>
            <a:r>
              <a:rPr lang="zh-CN" altLang="en-US" sz="2800" b="1" dirty="0">
                <a:solidFill>
                  <a:schemeClr val="dk1"/>
                </a:solidFill>
                <a:latin typeface="微软雅黑" panose="020B0503020204020204" charset="-122"/>
                <a:ea typeface="微软雅黑" panose="020B0503020204020204" charset="-122"/>
              </a:rPr>
              <a:t>综述不算是原创性成果，但是研究规划属于一种原创，是后续研究的基础。</a:t>
            </a:r>
          </a:p>
        </p:txBody>
      </p:sp>
      <p:graphicFrame>
        <p:nvGraphicFramePr>
          <p:cNvPr id="10" name="图示 9"/>
          <p:cNvGraphicFramePr/>
          <p:nvPr/>
        </p:nvGraphicFramePr>
        <p:xfrm>
          <a:off x="2144703" y="3227457"/>
          <a:ext cx="6480720" cy="323545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48"/>
                                        </p:tgtEl>
                                        <p:attrNameLst>
                                          <p:attrName>style.visibility</p:attrName>
                                        </p:attrNameLst>
                                      </p:cBhvr>
                                      <p:to>
                                        <p:strVal val="visible"/>
                                      </p:to>
                                    </p:set>
                                    <p:animEffect transition="in" filter="blinds(horizontal)">
                                      <p:cBhvr>
                                        <p:cTn id="7" dur="500"/>
                                        <p:tgtEl>
                                          <p:spTgt spid="614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149"/>
                                        </p:tgtEl>
                                        <p:attrNameLst>
                                          <p:attrName>style.visibility</p:attrName>
                                        </p:attrNameLst>
                                      </p:cBhvr>
                                      <p:to>
                                        <p:strVal val="visible"/>
                                      </p:to>
                                    </p:set>
                                    <p:animEffect transition="in" filter="blinds(horizontal)">
                                      <p:cBhvr>
                                        <p:cTn id="12" dur="500"/>
                                        <p:tgtEl>
                                          <p:spTgt spid="614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p:bldP spid="6149"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7172" name="矩形 11"/>
          <p:cNvSpPr/>
          <p:nvPr/>
        </p:nvSpPr>
        <p:spPr>
          <a:xfrm>
            <a:off x="1000125" y="954405"/>
            <a:ext cx="7379970" cy="58356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研究计划怎么写？</a:t>
            </a:r>
          </a:p>
        </p:txBody>
      </p:sp>
      <p:sp>
        <p:nvSpPr>
          <p:cNvPr id="13" name="矩形 12"/>
          <p:cNvSpPr/>
          <p:nvPr>
            <p:custDataLst>
              <p:tags r:id="rId2"/>
            </p:custDataLst>
          </p:nvPr>
        </p:nvSpPr>
        <p:spPr>
          <a:xfrm>
            <a:off x="325120" y="1484630"/>
            <a:ext cx="7915275" cy="863600"/>
          </a:xfrm>
          <a:prstGeom prst="rect">
            <a:avLst/>
          </a:prstGeom>
          <a:solidFill>
            <a:schemeClr val="accent1"/>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首先，到底是谁在期望计划这种东西？</a:t>
            </a:r>
            <a:endParaRPr kumimoji="0" lang="en-US" altLang="zh-CN"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a:p>
            <a:pPr marL="0" marR="0" lvl="0" indent="0" algn="l" defTabSz="457200" rtl="0" eaLnBrk="1" fontAlgn="auto" latinLnBrk="0" hangingPunct="1">
              <a:lnSpc>
                <a:spcPct val="100000"/>
              </a:lnSpc>
              <a:spcBef>
                <a:spcPts val="0"/>
              </a:spcBef>
              <a:spcAft>
                <a:spcPts val="0"/>
              </a:spcAft>
              <a:buClrTx/>
              <a:buSzTx/>
              <a:buFontTx/>
              <a:buNone/>
            </a:pP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什么时候需要梳理研究计划或者工作计划？</a:t>
            </a:r>
          </a:p>
        </p:txBody>
      </p:sp>
      <p:sp>
        <p:nvSpPr>
          <p:cNvPr id="7174" name="矩形 13"/>
          <p:cNvSpPr/>
          <p:nvPr/>
        </p:nvSpPr>
        <p:spPr>
          <a:xfrm>
            <a:off x="494665" y="2393950"/>
            <a:ext cx="8541385" cy="19380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buNone/>
            </a:pPr>
            <a:r>
              <a:rPr lang="zh-CN" altLang="en-US" sz="2400" b="1" dirty="0">
                <a:solidFill>
                  <a:srgbClr val="000000"/>
                </a:solidFill>
                <a:latin typeface="微软雅黑" panose="020B0503020204020204" charset="-122"/>
                <a:ea typeface="微软雅黑" panose="020B0503020204020204" charset="-122"/>
              </a:rPr>
              <a:t>计划力，是一个从业者的基本工作能力，又叫做：管理时间和能力的平衡。</a:t>
            </a:r>
          </a:p>
          <a:p>
            <a:pPr marL="0" lvl="0" indent="0" defTabSz="457200" eaLnBrk="1" hangingPunct="1">
              <a:spcBef>
                <a:spcPct val="0"/>
              </a:spcBef>
              <a:buNone/>
            </a:pPr>
            <a:r>
              <a:rPr lang="zh-CN" altLang="en-US" sz="2400" b="1" dirty="0">
                <a:solidFill>
                  <a:srgbClr val="000000"/>
                </a:solidFill>
                <a:latin typeface="微软雅黑" panose="020B0503020204020204" charset="-122"/>
                <a:ea typeface="微软雅黑" panose="020B0503020204020204" charset="-122"/>
              </a:rPr>
              <a:t>如果一个大学生，学习没有计划，基本可以肯定成绩不会太好。</a:t>
            </a:r>
          </a:p>
          <a:p>
            <a:pPr marL="0" lvl="0" indent="0" defTabSz="457200" eaLnBrk="1" hangingPunct="1">
              <a:spcBef>
                <a:spcPct val="0"/>
              </a:spcBef>
              <a:buNone/>
            </a:pPr>
            <a:r>
              <a:rPr lang="zh-CN" altLang="en-US" sz="2400" b="1" dirty="0">
                <a:solidFill>
                  <a:srgbClr val="000000"/>
                </a:solidFill>
                <a:latin typeface="微软雅黑" panose="020B0503020204020204" charset="-122"/>
                <a:ea typeface="微软雅黑" panose="020B0503020204020204" charset="-122"/>
              </a:rPr>
              <a:t>如果一个竞赛、创业、攻关小组没有计划，基本没有人会给与投资。</a:t>
            </a:r>
          </a:p>
        </p:txBody>
      </p:sp>
      <p:sp>
        <p:nvSpPr>
          <p:cNvPr id="17" name="矩形 16"/>
          <p:cNvSpPr/>
          <p:nvPr>
            <p:custDataLst>
              <p:tags r:id="rId3"/>
            </p:custDataLst>
          </p:nvPr>
        </p:nvSpPr>
        <p:spPr>
          <a:xfrm>
            <a:off x="323850" y="4390390"/>
            <a:ext cx="4665980" cy="863600"/>
          </a:xfrm>
          <a:prstGeom prst="rect">
            <a:avLst/>
          </a:prstGeom>
          <a:solidFill>
            <a:schemeClr val="accent2"/>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比如，想开展基础研究，必须向国家资助机构说明计划和可行性方案。</a:t>
            </a:r>
          </a:p>
        </p:txBody>
      </p:sp>
      <p:sp>
        <p:nvSpPr>
          <p:cNvPr id="18" name="矩形 17"/>
          <p:cNvSpPr/>
          <p:nvPr>
            <p:custDataLst>
              <p:tags r:id="rId4"/>
            </p:custDataLst>
          </p:nvPr>
        </p:nvSpPr>
        <p:spPr>
          <a:xfrm>
            <a:off x="4394835" y="5746750"/>
            <a:ext cx="4123690" cy="928370"/>
          </a:xfrm>
          <a:prstGeom prst="rect">
            <a:avLst/>
          </a:prstGeom>
          <a:solidFill>
            <a:schemeClr val="accent2"/>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想从事应用开发，从企业获得支持，更必须说服管理者。</a:t>
            </a:r>
          </a:p>
        </p:txBody>
      </p:sp>
      <p:pic>
        <p:nvPicPr>
          <p:cNvPr id="2" name="图片 14"/>
          <p:cNvPicPr>
            <a:picLocks noChangeAspect="1"/>
          </p:cNvPicPr>
          <p:nvPr/>
        </p:nvPicPr>
        <p:blipFill>
          <a:blip r:embed="rId6"/>
          <a:stretch>
            <a:fillRect/>
          </a:stretch>
        </p:blipFill>
        <p:spPr>
          <a:xfrm>
            <a:off x="5004435" y="4377690"/>
            <a:ext cx="1430655" cy="916940"/>
          </a:xfrm>
          <a:prstGeom prst="rect">
            <a:avLst/>
          </a:prstGeom>
          <a:noFill/>
          <a:ln w="9525">
            <a:noFill/>
          </a:ln>
        </p:spPr>
      </p:pic>
      <p:pic>
        <p:nvPicPr>
          <p:cNvPr id="3" name="图片 15"/>
          <p:cNvPicPr>
            <a:picLocks noChangeAspect="1"/>
          </p:cNvPicPr>
          <p:nvPr/>
        </p:nvPicPr>
        <p:blipFill>
          <a:blip r:embed="rId7"/>
          <a:stretch>
            <a:fillRect/>
          </a:stretch>
        </p:blipFill>
        <p:spPr>
          <a:xfrm>
            <a:off x="1475740" y="5577205"/>
            <a:ext cx="1209675" cy="1220470"/>
          </a:xfrm>
          <a:prstGeom prst="rect">
            <a:avLst/>
          </a:prstGeom>
          <a:noFill/>
          <a:ln w="9525">
            <a:noFill/>
          </a:ln>
        </p:spPr>
      </p:pic>
      <p:pic>
        <p:nvPicPr>
          <p:cNvPr id="4" name="图片 18"/>
          <p:cNvPicPr>
            <a:picLocks noChangeAspect="1"/>
          </p:cNvPicPr>
          <p:nvPr/>
        </p:nvPicPr>
        <p:blipFill>
          <a:blip r:embed="rId8"/>
          <a:srcRect l="8801" t="9920" r="3185"/>
          <a:stretch>
            <a:fillRect/>
          </a:stretch>
        </p:blipFill>
        <p:spPr>
          <a:xfrm>
            <a:off x="2915920" y="5589270"/>
            <a:ext cx="1330960" cy="1208405"/>
          </a:xfrm>
          <a:prstGeom prst="rect">
            <a:avLst/>
          </a:prstGeom>
          <a:noFill/>
          <a:ln w="9525">
            <a:noFill/>
          </a:ln>
        </p:spPr>
      </p:pic>
      <p:sp>
        <p:nvSpPr>
          <p:cNvPr id="9" name="Rectangle 2"/>
          <p:cNvSpPr>
            <a:spLocks noGrp="1" noChangeArrowheads="1"/>
          </p:cNvSpPr>
          <p:nvPr/>
        </p:nvSpPr>
        <p:spPr>
          <a:xfrm>
            <a:off x="1534478" y="44450"/>
            <a:ext cx="6624638" cy="792163"/>
          </a:xfrm>
          <a:prstGeom prst="rect">
            <a:avLst/>
          </a:prstGeom>
          <a:noFill/>
          <a:ln w="9525">
            <a:noFill/>
          </a:ln>
        </p:spPr>
        <p:txBody>
          <a:bodyPr vert="horz" wrap="square" lIns="91440" tIns="45720" rIns="91440" bIns="45720" numCol="1" rtlCol="0" anchor="ctr" anchorCtr="0" compatLnSpc="1">
            <a:normAutofit fontScale="87500" lnSpcReduction="10000"/>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buClrTx/>
              <a:buSzTx/>
              <a:buFontTx/>
            </a:pPr>
            <a:r>
              <a:rPr lang="zh-CN" altLang="en-US" sz="5335" b="1"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sym typeface="+mn-ea"/>
              </a:rPr>
              <a:t>第三章 科技论文写作</a:t>
            </a:r>
          </a:p>
        </p:txBody>
      </p:sp>
      <p:pic>
        <p:nvPicPr>
          <p:cNvPr id="5" name="图片 4"/>
          <p:cNvPicPr>
            <a:picLocks noChangeAspect="1"/>
          </p:cNvPicPr>
          <p:nvPr/>
        </p:nvPicPr>
        <p:blipFill>
          <a:blip r:embed="rId9"/>
          <a:stretch>
            <a:fillRect/>
          </a:stretch>
        </p:blipFill>
        <p:spPr>
          <a:xfrm>
            <a:off x="6660515" y="3933190"/>
            <a:ext cx="2172335" cy="162814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72"/>
                                        </p:tgtEl>
                                        <p:attrNameLst>
                                          <p:attrName>style.visibility</p:attrName>
                                        </p:attrNameLst>
                                      </p:cBhvr>
                                      <p:to>
                                        <p:strVal val="visible"/>
                                      </p:to>
                                    </p:set>
                                    <p:animEffect transition="in" filter="blinds(horizontal)">
                                      <p:cBhvr>
                                        <p:cTn id="7" dur="500"/>
                                        <p:tgtEl>
                                          <p:spTgt spid="717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174"/>
                                        </p:tgtEl>
                                        <p:attrNameLst>
                                          <p:attrName>style.visibility</p:attrName>
                                        </p:attrNameLst>
                                      </p:cBhvr>
                                      <p:to>
                                        <p:strVal val="visible"/>
                                      </p:to>
                                    </p:set>
                                    <p:animEffect transition="in" filter="blinds(horizontal)">
                                      <p:cBhvr>
                                        <p:cTn id="17" dur="500"/>
                                        <p:tgtEl>
                                          <p:spTgt spid="717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blinds(horizontal)">
                                      <p:cBhvr>
                                        <p:cTn id="22" dur="500"/>
                                        <p:tgtEl>
                                          <p:spTgt spid="17"/>
                                        </p:tgtEl>
                                      </p:cBhvr>
                                    </p:animEffect>
                                  </p:childTnLst>
                                </p:cTn>
                              </p:par>
                              <p:par>
                                <p:cTn id="23" presetID="3" presetClass="entr" presetSubtype="10" fill="hold" nodeType="with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blinds(horizontal)">
                                      <p:cBhvr>
                                        <p:cTn id="25" dur="500"/>
                                        <p:tgtEl>
                                          <p:spTgt spid="2"/>
                                        </p:tgtEl>
                                      </p:cBhvr>
                                    </p:animEffect>
                                  </p:childTnLst>
                                </p:cTn>
                              </p:par>
                              <p:par>
                                <p:cTn id="26" presetID="2" presetClass="entr" presetSubtype="4"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additive="base">
                                        <p:cTn id="28" dur="500" fill="hold"/>
                                        <p:tgtEl>
                                          <p:spTgt spid="5"/>
                                        </p:tgtEl>
                                        <p:attrNameLst>
                                          <p:attrName>ppt_x</p:attrName>
                                        </p:attrNameLst>
                                      </p:cBhvr>
                                      <p:tavLst>
                                        <p:tav tm="0">
                                          <p:val>
                                            <p:strVal val="#ppt_x"/>
                                          </p:val>
                                        </p:tav>
                                        <p:tav tm="100000">
                                          <p:val>
                                            <p:strVal val="#ppt_x"/>
                                          </p:val>
                                        </p:tav>
                                      </p:tavLst>
                                    </p:anim>
                                    <p:anim calcmode="lin" valueType="num">
                                      <p:cBhvr additive="base">
                                        <p:cTn id="2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blinds(horizontal)">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blinds(horizontal)">
                                      <p:cBhvr>
                                        <p:cTn id="39" dur="500"/>
                                        <p:tgtEl>
                                          <p:spTgt spid="3"/>
                                        </p:tgtEl>
                                      </p:cBhvr>
                                    </p:animEffect>
                                  </p:childTnLst>
                                </p:cTn>
                              </p:par>
                              <p:par>
                                <p:cTn id="40" presetID="3" presetClass="entr" presetSubtype="10" fill="hold" nodeType="with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blinds(horizontal)">
                                      <p:cBhvr>
                                        <p:cTn id="4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p:bldP spid="13" grpId="0" bldLvl="0" animBg="1"/>
      <p:bldP spid="7174" grpId="0"/>
      <p:bldP spid="17" grpId="0" bldLvl="0" animBg="1"/>
      <p:bldP spid="18"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8196" name="矩形 3"/>
          <p:cNvSpPr/>
          <p:nvPr/>
        </p:nvSpPr>
        <p:spPr>
          <a:xfrm>
            <a:off x="827088" y="908050"/>
            <a:ext cx="863441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algn="l" defTabSz="457200" eaLnBrk="1" hangingPunct="1">
              <a:spcAft>
                <a:spcPts val="600"/>
              </a:spcAft>
              <a:buClrTx/>
              <a:buSzTx/>
              <a:buFontTx/>
              <a:buNone/>
            </a:pPr>
            <a:r>
              <a:rPr lang="en-US" altLang="zh-CN" sz="3200" b="1" dirty="0" err="1">
                <a:solidFill>
                  <a:srgbClr val="000000"/>
                </a:solidFill>
                <a:latin typeface="微软雅黑" panose="020B0503020204020204" charset="-122"/>
                <a:ea typeface="微软雅黑" panose="020B0503020204020204" charset="-122"/>
                <a:cs typeface="微软雅黑" panose="020B0503020204020204" charset="-122"/>
              </a:rPr>
              <a:t>研究计划怎么写</a:t>
            </a:r>
            <a:r>
              <a:rPr lang="en-US" altLang="zh-CN" sz="3200" b="1" dirty="0">
                <a:solidFill>
                  <a:srgbClr val="000000"/>
                </a:solidFill>
                <a:latin typeface="微软雅黑" panose="020B0503020204020204" charset="-122"/>
                <a:ea typeface="微软雅黑" panose="020B0503020204020204" charset="-122"/>
                <a:cs typeface="微软雅黑" panose="020B0503020204020204" charset="-122"/>
              </a:rPr>
              <a:t>？</a:t>
            </a:r>
          </a:p>
        </p:txBody>
      </p:sp>
      <p:sp>
        <p:nvSpPr>
          <p:cNvPr id="5" name="矩形 4"/>
          <p:cNvSpPr/>
          <p:nvPr>
            <p:custDataLst>
              <p:tags r:id="rId2"/>
            </p:custDataLst>
          </p:nvPr>
        </p:nvSpPr>
        <p:spPr>
          <a:xfrm>
            <a:off x="1121728" y="1592898"/>
            <a:ext cx="7913688" cy="504825"/>
          </a:xfrm>
          <a:prstGeom prst="rect">
            <a:avLst/>
          </a:prstGeom>
          <a:solidFill>
            <a:schemeClr val="accent1"/>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我们学校重不重视培养本科学生这方面的能力？</a:t>
            </a:r>
          </a:p>
        </p:txBody>
      </p:sp>
      <p:pic>
        <p:nvPicPr>
          <p:cNvPr id="8198" name="图片 5"/>
          <p:cNvPicPr>
            <a:picLocks noChangeAspect="1"/>
          </p:cNvPicPr>
          <p:nvPr/>
        </p:nvPicPr>
        <p:blipFill>
          <a:blip r:embed="rId4"/>
          <a:stretch>
            <a:fillRect/>
          </a:stretch>
        </p:blipFill>
        <p:spPr>
          <a:xfrm>
            <a:off x="881698" y="2205038"/>
            <a:ext cx="2052637" cy="1008062"/>
          </a:xfrm>
          <a:prstGeom prst="rect">
            <a:avLst/>
          </a:prstGeom>
          <a:noFill/>
          <a:ln w="9525">
            <a:noFill/>
          </a:ln>
        </p:spPr>
      </p:pic>
      <p:pic>
        <p:nvPicPr>
          <p:cNvPr id="8199" name="图片 6"/>
          <p:cNvPicPr>
            <a:picLocks noChangeAspect="1"/>
          </p:cNvPicPr>
          <p:nvPr/>
        </p:nvPicPr>
        <p:blipFill>
          <a:blip r:embed="rId5"/>
          <a:stretch>
            <a:fillRect/>
          </a:stretch>
        </p:blipFill>
        <p:spPr>
          <a:xfrm>
            <a:off x="2987675" y="2924175"/>
            <a:ext cx="2468563" cy="1441450"/>
          </a:xfrm>
          <a:prstGeom prst="rect">
            <a:avLst/>
          </a:prstGeom>
          <a:noFill/>
          <a:ln w="9525">
            <a:noFill/>
          </a:ln>
        </p:spPr>
      </p:pic>
      <p:pic>
        <p:nvPicPr>
          <p:cNvPr id="8200" name="图片 7"/>
          <p:cNvPicPr>
            <a:picLocks noChangeAspect="1"/>
          </p:cNvPicPr>
          <p:nvPr/>
        </p:nvPicPr>
        <p:blipFill>
          <a:blip r:embed="rId6"/>
          <a:stretch>
            <a:fillRect/>
          </a:stretch>
        </p:blipFill>
        <p:spPr>
          <a:xfrm>
            <a:off x="5821363" y="4302125"/>
            <a:ext cx="2989262" cy="1655763"/>
          </a:xfrm>
          <a:prstGeom prst="rect">
            <a:avLst/>
          </a:prstGeom>
          <a:noFill/>
          <a:ln w="9525">
            <a:noFill/>
          </a:ln>
        </p:spPr>
      </p:pic>
      <p:sp>
        <p:nvSpPr>
          <p:cNvPr id="8201" name="矩形 9"/>
          <p:cNvSpPr/>
          <p:nvPr/>
        </p:nvSpPr>
        <p:spPr>
          <a:xfrm>
            <a:off x="951230" y="3213100"/>
            <a:ext cx="2161540" cy="119888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buNone/>
            </a:pPr>
            <a:r>
              <a:rPr lang="zh-CN" altLang="en-US" sz="2400" b="1" dirty="0">
                <a:solidFill>
                  <a:srgbClr val="000000"/>
                </a:solidFill>
                <a:latin typeface="微软雅黑" panose="020B0503020204020204" charset="-122"/>
                <a:ea typeface="微软雅黑" panose="020B0503020204020204" charset="-122"/>
              </a:rPr>
              <a:t>英才学院</a:t>
            </a:r>
            <a:endParaRPr lang="en-US" altLang="zh-CN" sz="2400" b="1" dirty="0">
              <a:solidFill>
                <a:srgbClr val="000000"/>
              </a:solidFill>
              <a:latin typeface="微软雅黑" panose="020B0503020204020204" charset="-122"/>
              <a:ea typeface="微软雅黑" panose="020B0503020204020204" charset="-122"/>
            </a:endParaRPr>
          </a:p>
          <a:p>
            <a:pPr marL="0" lvl="0" indent="0" defTabSz="457200" eaLnBrk="1" hangingPunct="1">
              <a:spcBef>
                <a:spcPct val="0"/>
              </a:spcBef>
              <a:buNone/>
            </a:pPr>
            <a:r>
              <a:rPr lang="zh-CN" altLang="en-US" sz="2400" b="1" dirty="0">
                <a:solidFill>
                  <a:srgbClr val="000000"/>
                </a:solidFill>
                <a:latin typeface="微软雅黑" panose="020B0503020204020204" charset="-122"/>
                <a:ea typeface="微软雅黑" panose="020B0503020204020204" charset="-122"/>
              </a:rPr>
              <a:t>本科生科学工程提升计划</a:t>
            </a:r>
          </a:p>
        </p:txBody>
      </p:sp>
      <p:sp>
        <p:nvSpPr>
          <p:cNvPr id="8202" name="矩形 10"/>
          <p:cNvSpPr/>
          <p:nvPr/>
        </p:nvSpPr>
        <p:spPr>
          <a:xfrm>
            <a:off x="2989263" y="4437063"/>
            <a:ext cx="2735262" cy="15684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buNone/>
            </a:pPr>
            <a:r>
              <a:rPr lang="zh-CN" altLang="en-US" sz="2400" b="1" dirty="0">
                <a:solidFill>
                  <a:srgbClr val="000000"/>
                </a:solidFill>
                <a:latin typeface="微软雅黑" panose="020B0503020204020204" charset="-122"/>
                <a:ea typeface="微软雅黑" panose="020B0503020204020204" charset="-122"/>
                <a:sym typeface="+mn-ea"/>
              </a:rPr>
              <a:t>信</a:t>
            </a:r>
            <a:r>
              <a:rPr lang="zh-CN" altLang="en-US" sz="2400" b="1" dirty="0">
                <a:solidFill>
                  <a:srgbClr val="000000"/>
                </a:solidFill>
                <a:latin typeface="微软雅黑" panose="020B0503020204020204" charset="-122"/>
                <a:ea typeface="微软雅黑" panose="020B0503020204020204" charset="-122"/>
              </a:rPr>
              <a:t>通学院</a:t>
            </a:r>
            <a:endParaRPr lang="en-US" altLang="zh-CN" sz="2400" b="1" dirty="0">
              <a:solidFill>
                <a:srgbClr val="000000"/>
              </a:solidFill>
              <a:latin typeface="微软雅黑" panose="020B0503020204020204" charset="-122"/>
              <a:ea typeface="微软雅黑" panose="020B0503020204020204" charset="-122"/>
            </a:endParaRPr>
          </a:p>
          <a:p>
            <a:pPr marL="0" lvl="0" indent="0" defTabSz="457200" eaLnBrk="1" hangingPunct="1">
              <a:spcBef>
                <a:spcPct val="0"/>
              </a:spcBef>
              <a:buNone/>
            </a:pPr>
            <a:r>
              <a:rPr lang="zh-CN" altLang="en-US" sz="2400" b="1" dirty="0">
                <a:solidFill>
                  <a:srgbClr val="000000"/>
                </a:solidFill>
                <a:latin typeface="微软雅黑" panose="020B0503020204020204" charset="-122"/>
                <a:ea typeface="微软雅黑" panose="020B0503020204020204" charset="-122"/>
              </a:rPr>
              <a:t>在教育部卓越工程师计划下开展了很多工作</a:t>
            </a:r>
          </a:p>
        </p:txBody>
      </p:sp>
      <p:sp>
        <p:nvSpPr>
          <p:cNvPr id="8203" name="矩形 11"/>
          <p:cNvSpPr/>
          <p:nvPr/>
        </p:nvSpPr>
        <p:spPr>
          <a:xfrm>
            <a:off x="5868988" y="5957888"/>
            <a:ext cx="2735262" cy="82994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buNone/>
            </a:pPr>
            <a:r>
              <a:rPr lang="zh-CN" altLang="en-US" sz="2400" b="1" dirty="0">
                <a:solidFill>
                  <a:srgbClr val="000000"/>
                </a:solidFill>
                <a:latin typeface="微软雅黑" panose="020B0503020204020204" charset="-122"/>
                <a:ea typeface="微软雅黑" panose="020B0503020204020204" charset="-122"/>
              </a:rPr>
              <a:t>校院两级学生发展指导中心</a:t>
            </a:r>
          </a:p>
        </p:txBody>
      </p:sp>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96"/>
                                        </p:tgtEl>
                                        <p:attrNameLst>
                                          <p:attrName>style.visibility</p:attrName>
                                        </p:attrNameLst>
                                      </p:cBhvr>
                                      <p:to>
                                        <p:strVal val="visible"/>
                                      </p:to>
                                    </p:set>
                                    <p:animEffect transition="in" filter="blinds(horizontal)">
                                      <p:cBhvr>
                                        <p:cTn id="7" dur="500"/>
                                        <p:tgtEl>
                                          <p:spTgt spid="819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198"/>
                                        </p:tgtEl>
                                        <p:attrNameLst>
                                          <p:attrName>style.visibility</p:attrName>
                                        </p:attrNameLst>
                                      </p:cBhvr>
                                      <p:to>
                                        <p:strVal val="visible"/>
                                      </p:to>
                                    </p:set>
                                    <p:animEffect transition="in" filter="blinds(horizontal)">
                                      <p:cBhvr>
                                        <p:cTn id="17" dur="500"/>
                                        <p:tgtEl>
                                          <p:spTgt spid="8198"/>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8201"/>
                                        </p:tgtEl>
                                        <p:attrNameLst>
                                          <p:attrName>style.visibility</p:attrName>
                                        </p:attrNameLst>
                                      </p:cBhvr>
                                      <p:to>
                                        <p:strVal val="visible"/>
                                      </p:to>
                                    </p:set>
                                    <p:animEffect transition="in" filter="blinds(horizontal)">
                                      <p:cBhvr>
                                        <p:cTn id="20" dur="500"/>
                                        <p:tgtEl>
                                          <p:spTgt spid="8201"/>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8199"/>
                                        </p:tgtEl>
                                        <p:attrNameLst>
                                          <p:attrName>style.visibility</p:attrName>
                                        </p:attrNameLst>
                                      </p:cBhvr>
                                      <p:to>
                                        <p:strVal val="visible"/>
                                      </p:to>
                                    </p:set>
                                    <p:animEffect transition="in" filter="blinds(horizontal)">
                                      <p:cBhvr>
                                        <p:cTn id="25" dur="500"/>
                                        <p:tgtEl>
                                          <p:spTgt spid="8199"/>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8202"/>
                                        </p:tgtEl>
                                        <p:attrNameLst>
                                          <p:attrName>style.visibility</p:attrName>
                                        </p:attrNameLst>
                                      </p:cBhvr>
                                      <p:to>
                                        <p:strVal val="visible"/>
                                      </p:to>
                                    </p:set>
                                    <p:animEffect transition="in" filter="blinds(horizontal)">
                                      <p:cBhvr>
                                        <p:cTn id="28" dur="500"/>
                                        <p:tgtEl>
                                          <p:spTgt spid="8202"/>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8200"/>
                                        </p:tgtEl>
                                        <p:attrNameLst>
                                          <p:attrName>style.visibility</p:attrName>
                                        </p:attrNameLst>
                                      </p:cBhvr>
                                      <p:to>
                                        <p:strVal val="visible"/>
                                      </p:to>
                                    </p:set>
                                    <p:animEffect transition="in" filter="blinds(horizontal)">
                                      <p:cBhvr>
                                        <p:cTn id="33" dur="500"/>
                                        <p:tgtEl>
                                          <p:spTgt spid="8200"/>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8203"/>
                                        </p:tgtEl>
                                        <p:attrNameLst>
                                          <p:attrName>style.visibility</p:attrName>
                                        </p:attrNameLst>
                                      </p:cBhvr>
                                      <p:to>
                                        <p:strVal val="visible"/>
                                      </p:to>
                                    </p:set>
                                    <p:animEffect transition="in" filter="blinds(horizontal)">
                                      <p:cBhvr>
                                        <p:cTn id="36" dur="500"/>
                                        <p:tgtEl>
                                          <p:spTgt spid="8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p:bldP spid="5" grpId="0" bldLvl="0" animBg="1"/>
      <p:bldP spid="8201" grpId="0"/>
      <p:bldP spid="8202" grpId="0"/>
      <p:bldP spid="8203"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9220" name="矩形 3"/>
          <p:cNvSpPr/>
          <p:nvPr/>
        </p:nvSpPr>
        <p:spPr>
          <a:xfrm>
            <a:off x="909003" y="901065"/>
            <a:ext cx="863441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algn="l" defTabSz="457200" eaLnBrk="1" hangingPunct="1">
              <a:spcAft>
                <a:spcPts val="600"/>
              </a:spcAft>
              <a:buClrTx/>
              <a:buSzTx/>
              <a:buFontTx/>
              <a:buNone/>
            </a:pPr>
            <a:r>
              <a:rPr lang="en-US" altLang="zh-CN" b="1" dirty="0" err="1">
                <a:solidFill>
                  <a:srgbClr val="000000"/>
                </a:solidFill>
                <a:latin typeface="微软雅黑" panose="020B0503020204020204" charset="-122"/>
                <a:ea typeface="微软雅黑" panose="020B0503020204020204" charset="-122"/>
                <a:cs typeface="微软雅黑" panose="020B0503020204020204" charset="-122"/>
                <a:sym typeface="+mn-ea"/>
              </a:rPr>
              <a:t>研究计划怎么写</a:t>
            </a:r>
            <a:r>
              <a:rPr lang="en-US" altLang="zh-CN" b="1" dirty="0">
                <a:solidFill>
                  <a:srgbClr val="000000"/>
                </a:solidFill>
                <a:latin typeface="微软雅黑" panose="020B0503020204020204" charset="-122"/>
                <a:ea typeface="微软雅黑" panose="020B0503020204020204" charset="-122"/>
                <a:cs typeface="微软雅黑" panose="020B0503020204020204" charset="-122"/>
                <a:sym typeface="+mn-ea"/>
              </a:rPr>
              <a:t>？</a:t>
            </a:r>
          </a:p>
        </p:txBody>
      </p:sp>
      <p:sp>
        <p:nvSpPr>
          <p:cNvPr id="5" name="矩形 4"/>
          <p:cNvSpPr/>
          <p:nvPr>
            <p:custDataLst>
              <p:tags r:id="rId2"/>
            </p:custDataLst>
          </p:nvPr>
        </p:nvSpPr>
        <p:spPr>
          <a:xfrm>
            <a:off x="1424623" y="1560513"/>
            <a:ext cx="7602538" cy="504825"/>
          </a:xfrm>
          <a:prstGeom prst="rect">
            <a:avLst/>
          </a:prstGeom>
          <a:solidFill>
            <a:schemeClr val="accent1"/>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研究计划</a:t>
            </a:r>
            <a:r>
              <a:rPr lang="zh-CN" altLang="en-US" sz="2400" kern="0" dirty="0">
                <a:solidFill>
                  <a:srgbClr val="FFFFFF"/>
                </a:solidFill>
                <a:latin typeface="微软雅黑" panose="020B0503020204020204" charset="-122"/>
                <a:ea typeface="微软雅黑" panose="020B0503020204020204" charset="-122"/>
              </a:rPr>
              <a:t>四</a:t>
            </a: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要素：目标、内容、时间、预期成果。</a:t>
            </a:r>
          </a:p>
        </p:txBody>
      </p:sp>
      <p:sp>
        <p:nvSpPr>
          <p:cNvPr id="9222" name="矩形 5"/>
          <p:cNvSpPr/>
          <p:nvPr/>
        </p:nvSpPr>
        <p:spPr>
          <a:xfrm>
            <a:off x="1547813" y="2205038"/>
            <a:ext cx="7194550" cy="4603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内容：一般</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rPr>
              <a:t>100</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字以内，可以根据目的分段。</a:t>
            </a:r>
          </a:p>
        </p:txBody>
      </p:sp>
      <p:pic>
        <p:nvPicPr>
          <p:cNvPr id="9223" name="图片 6"/>
          <p:cNvPicPr>
            <a:picLocks noChangeAspect="1"/>
          </p:cNvPicPr>
          <p:nvPr/>
        </p:nvPicPr>
        <p:blipFill>
          <a:blip r:embed="rId4"/>
          <a:stretch>
            <a:fillRect/>
          </a:stretch>
        </p:blipFill>
        <p:spPr>
          <a:xfrm>
            <a:off x="1026795" y="2766695"/>
            <a:ext cx="8057515" cy="3514090"/>
          </a:xfrm>
          <a:prstGeom prst="rect">
            <a:avLst/>
          </a:prstGeom>
          <a:noFill/>
          <a:ln w="9525">
            <a:noFill/>
          </a:ln>
        </p:spPr>
      </p:pic>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220"/>
                                        </p:tgtEl>
                                        <p:attrNameLst>
                                          <p:attrName>style.visibility</p:attrName>
                                        </p:attrNameLst>
                                      </p:cBhvr>
                                      <p:to>
                                        <p:strVal val="visible"/>
                                      </p:to>
                                    </p:set>
                                    <p:animEffect transition="in" filter="blinds(horizontal)">
                                      <p:cBhvr>
                                        <p:cTn id="7" dur="500"/>
                                        <p:tgtEl>
                                          <p:spTgt spid="922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222"/>
                                        </p:tgtEl>
                                        <p:attrNameLst>
                                          <p:attrName>style.visibility</p:attrName>
                                        </p:attrNameLst>
                                      </p:cBhvr>
                                      <p:to>
                                        <p:strVal val="visible"/>
                                      </p:to>
                                    </p:set>
                                    <p:animEffect transition="in" filter="blinds(horizontal)">
                                      <p:cBhvr>
                                        <p:cTn id="17" dur="500"/>
                                        <p:tgtEl>
                                          <p:spTgt spid="922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223"/>
                                        </p:tgtEl>
                                        <p:attrNameLst>
                                          <p:attrName>style.visibility</p:attrName>
                                        </p:attrNameLst>
                                      </p:cBhvr>
                                      <p:to>
                                        <p:strVal val="visible"/>
                                      </p:to>
                                    </p:set>
                                    <p:animEffect transition="in" filter="blinds(horizontal)">
                                      <p:cBhvr>
                                        <p:cTn id="22" dur="500"/>
                                        <p:tgtEl>
                                          <p:spTgt spid="9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p:bldP spid="5" grpId="0" bldLvl="0" animBg="1"/>
      <p:bldP spid="9222"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0244" name="矩形 6"/>
          <p:cNvSpPr/>
          <p:nvPr/>
        </p:nvSpPr>
        <p:spPr>
          <a:xfrm>
            <a:off x="955993" y="961390"/>
            <a:ext cx="863441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algn="l" defTabSz="457200" eaLnBrk="1" hangingPunct="1">
              <a:spcBef>
                <a:spcPct val="20000"/>
              </a:spcBef>
              <a:spcAft>
                <a:spcPts val="600"/>
              </a:spcAft>
              <a:buClrTx/>
              <a:buSzTx/>
              <a:buFontTx/>
              <a:buNone/>
            </a:pPr>
            <a:r>
              <a:rPr lang="en-US" altLang="zh-CN" b="1" dirty="0" err="1">
                <a:solidFill>
                  <a:srgbClr val="000000"/>
                </a:solidFill>
                <a:latin typeface="微软雅黑" panose="020B0503020204020204" charset="-122"/>
                <a:ea typeface="微软雅黑" panose="020B0503020204020204" charset="-122"/>
                <a:cs typeface="微软雅黑" panose="020B0503020204020204" charset="-122"/>
              </a:rPr>
              <a:t>研究计划怎么写</a:t>
            </a: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a:t>
            </a:r>
          </a:p>
        </p:txBody>
      </p:sp>
      <p:sp>
        <p:nvSpPr>
          <p:cNvPr id="10246" name="矩形 9"/>
          <p:cNvSpPr/>
          <p:nvPr/>
        </p:nvSpPr>
        <p:spPr>
          <a:xfrm>
            <a:off x="274955" y="2260600"/>
            <a:ext cx="2750820" cy="246126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时间：</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rPr>
              <a:t>	</a:t>
            </a:r>
          </a:p>
          <a:p>
            <a:pPr marL="0" lvl="0" indent="0" defTabSz="457200" eaLnBrk="1" hangingPunct="1">
              <a:spcBef>
                <a:spcPct val="0"/>
              </a:spcBef>
              <a:spcAft>
                <a:spcPts val="600"/>
              </a:spcAft>
              <a:buNone/>
            </a:pP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如果是一年的总时长，一般精确到月；</a:t>
            </a:r>
            <a:endParaRPr lang="en-US" altLang="zh-CN" sz="2400" b="1" dirty="0">
              <a:solidFill>
                <a:srgbClr val="000000"/>
              </a:solidFill>
              <a:latin typeface="微软雅黑" panose="020B0503020204020204" charset="-122"/>
              <a:ea typeface="微软雅黑" panose="020B0503020204020204" charset="-122"/>
              <a:cs typeface="微软雅黑" panose="020B0503020204020204" charset="-122"/>
            </a:endParaRPr>
          </a:p>
          <a:p>
            <a:pPr marL="0" lvl="0" indent="0" defTabSz="457200" eaLnBrk="1" hangingPunct="1">
              <a:spcBef>
                <a:spcPct val="0"/>
              </a:spcBef>
              <a:spcAft>
                <a:spcPts val="600"/>
              </a:spcAft>
              <a:buNone/>
            </a:pP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如果是一个季度的总时长，一般精确到周。</a:t>
            </a:r>
          </a:p>
        </p:txBody>
      </p:sp>
      <p:pic>
        <p:nvPicPr>
          <p:cNvPr id="10247" name="图片 10"/>
          <p:cNvPicPr>
            <a:picLocks noChangeAspect="1"/>
          </p:cNvPicPr>
          <p:nvPr/>
        </p:nvPicPr>
        <p:blipFill>
          <a:blip r:embed="rId4"/>
          <a:stretch>
            <a:fillRect/>
          </a:stretch>
        </p:blipFill>
        <p:spPr>
          <a:xfrm>
            <a:off x="3098800" y="2014538"/>
            <a:ext cx="5680075" cy="4762500"/>
          </a:xfrm>
          <a:prstGeom prst="rect">
            <a:avLst/>
          </a:prstGeom>
          <a:noFill/>
          <a:ln w="9525">
            <a:noFill/>
          </a:ln>
        </p:spPr>
      </p:pic>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sp>
        <p:nvSpPr>
          <p:cNvPr id="2" name="矩形 1">
            <a:extLst>
              <a:ext uri="{FF2B5EF4-FFF2-40B4-BE49-F238E27FC236}">
                <a16:creationId xmlns:a16="http://schemas.microsoft.com/office/drawing/2014/main" id="{C43BE7CA-9C25-E539-0A51-DE020DB3C77B}"/>
              </a:ext>
            </a:extLst>
          </p:cNvPr>
          <p:cNvSpPr/>
          <p:nvPr>
            <p:custDataLst>
              <p:tags r:id="rId2"/>
            </p:custDataLst>
          </p:nvPr>
        </p:nvSpPr>
        <p:spPr>
          <a:xfrm>
            <a:off x="1424623" y="1560513"/>
            <a:ext cx="7602538" cy="504825"/>
          </a:xfrm>
          <a:prstGeom prst="rect">
            <a:avLst/>
          </a:prstGeom>
          <a:solidFill>
            <a:schemeClr val="accent1"/>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研究计划</a:t>
            </a:r>
            <a:r>
              <a:rPr lang="zh-CN" altLang="en-US" sz="2400" kern="0" dirty="0">
                <a:solidFill>
                  <a:srgbClr val="FFFFFF"/>
                </a:solidFill>
                <a:latin typeface="微软雅黑" panose="020B0503020204020204" charset="-122"/>
                <a:ea typeface="微软雅黑" panose="020B0503020204020204" charset="-122"/>
              </a:rPr>
              <a:t>四</a:t>
            </a: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要素：目标、内容、时间、预期成果。</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44"/>
                                        </p:tgtEl>
                                        <p:attrNameLst>
                                          <p:attrName>style.visibility</p:attrName>
                                        </p:attrNameLst>
                                      </p:cBhvr>
                                      <p:to>
                                        <p:strVal val="visible"/>
                                      </p:to>
                                    </p:set>
                                    <p:animEffect transition="in" filter="blinds(horizontal)">
                                      <p:cBhvr>
                                        <p:cTn id="7" dur="500"/>
                                        <p:tgtEl>
                                          <p:spTgt spid="1024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246"/>
                                        </p:tgtEl>
                                        <p:attrNameLst>
                                          <p:attrName>style.visibility</p:attrName>
                                        </p:attrNameLst>
                                      </p:cBhvr>
                                      <p:to>
                                        <p:strVal val="visible"/>
                                      </p:to>
                                    </p:set>
                                    <p:animEffect transition="in" filter="blinds(horizontal)">
                                      <p:cBhvr>
                                        <p:cTn id="12" dur="500"/>
                                        <p:tgtEl>
                                          <p:spTgt spid="1024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247"/>
                                        </p:tgtEl>
                                        <p:attrNameLst>
                                          <p:attrName>style.visibility</p:attrName>
                                        </p:attrNameLst>
                                      </p:cBhvr>
                                      <p:to>
                                        <p:strVal val="visible"/>
                                      </p:to>
                                    </p:set>
                                    <p:animEffect transition="in" filter="blinds(horizontal)">
                                      <p:cBhvr>
                                        <p:cTn id="17" dur="500"/>
                                        <p:tgtEl>
                                          <p:spTgt spid="1024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p:bldP spid="10246" grpId="0"/>
      <p:bldP spid="2"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1269" name="矩形 4"/>
          <p:cNvSpPr/>
          <p:nvPr/>
        </p:nvSpPr>
        <p:spPr>
          <a:xfrm>
            <a:off x="978535" y="2056130"/>
            <a:ext cx="7194550" cy="4603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zh-CN" altLang="en-US" sz="2400" b="1" dirty="0">
                <a:solidFill>
                  <a:srgbClr val="000000"/>
                </a:solidFill>
                <a:latin typeface="微软雅黑" panose="020B0503020204020204" charset="-122"/>
                <a:ea typeface="微软雅黑" panose="020B0503020204020204" charset="-122"/>
              </a:rPr>
              <a:t>预期成果：一般要求技术指标明确可量化</a:t>
            </a:r>
          </a:p>
        </p:txBody>
      </p:sp>
      <p:pic>
        <p:nvPicPr>
          <p:cNvPr id="11270" name="图片 5"/>
          <p:cNvPicPr>
            <a:picLocks noChangeAspect="1"/>
          </p:cNvPicPr>
          <p:nvPr/>
        </p:nvPicPr>
        <p:blipFill>
          <a:blip r:embed="rId4"/>
          <a:stretch>
            <a:fillRect/>
          </a:stretch>
        </p:blipFill>
        <p:spPr>
          <a:xfrm>
            <a:off x="1690688" y="2565400"/>
            <a:ext cx="6769100" cy="4008438"/>
          </a:xfrm>
          <a:prstGeom prst="rect">
            <a:avLst/>
          </a:prstGeom>
          <a:noFill/>
          <a:ln w="9525">
            <a:noFill/>
          </a:ln>
        </p:spPr>
      </p:pic>
      <p:sp>
        <p:nvSpPr>
          <p:cNvPr id="11271" name="矩形 6"/>
          <p:cNvSpPr/>
          <p:nvPr/>
        </p:nvSpPr>
        <p:spPr>
          <a:xfrm>
            <a:off x="827088" y="933450"/>
            <a:ext cx="863441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研究计划怎么写？</a:t>
            </a:r>
          </a:p>
        </p:txBody>
      </p:sp>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sp>
        <p:nvSpPr>
          <p:cNvPr id="2" name="矩形 1">
            <a:extLst>
              <a:ext uri="{FF2B5EF4-FFF2-40B4-BE49-F238E27FC236}">
                <a16:creationId xmlns:a16="http://schemas.microsoft.com/office/drawing/2014/main" id="{C4E06ABA-C8BD-B8DC-C1FA-FA70D8E722E1}"/>
              </a:ext>
            </a:extLst>
          </p:cNvPr>
          <p:cNvSpPr/>
          <p:nvPr>
            <p:custDataLst>
              <p:tags r:id="rId2"/>
            </p:custDataLst>
          </p:nvPr>
        </p:nvSpPr>
        <p:spPr>
          <a:xfrm>
            <a:off x="1424623" y="1560513"/>
            <a:ext cx="7602538" cy="504825"/>
          </a:xfrm>
          <a:prstGeom prst="rect">
            <a:avLst/>
          </a:prstGeom>
          <a:solidFill>
            <a:schemeClr val="accent1"/>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研究计划</a:t>
            </a:r>
            <a:r>
              <a:rPr lang="zh-CN" altLang="en-US" sz="2400" kern="0" dirty="0">
                <a:solidFill>
                  <a:srgbClr val="FFFFFF"/>
                </a:solidFill>
                <a:latin typeface="微软雅黑" panose="020B0503020204020204" charset="-122"/>
                <a:ea typeface="微软雅黑" panose="020B0503020204020204" charset="-122"/>
              </a:rPr>
              <a:t>四</a:t>
            </a: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要素：目标、内容、时间、预期成果。</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271"/>
                                        </p:tgtEl>
                                        <p:attrNameLst>
                                          <p:attrName>style.visibility</p:attrName>
                                        </p:attrNameLst>
                                      </p:cBhvr>
                                      <p:to>
                                        <p:strVal val="visible"/>
                                      </p:to>
                                    </p:set>
                                    <p:animEffect transition="in" filter="blinds(horizontal)">
                                      <p:cBhvr>
                                        <p:cTn id="7" dur="500"/>
                                        <p:tgtEl>
                                          <p:spTgt spid="1127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269"/>
                                        </p:tgtEl>
                                        <p:attrNameLst>
                                          <p:attrName>style.visibility</p:attrName>
                                        </p:attrNameLst>
                                      </p:cBhvr>
                                      <p:to>
                                        <p:strVal val="visible"/>
                                      </p:to>
                                    </p:set>
                                    <p:animEffect transition="in" filter="blinds(horizontal)">
                                      <p:cBhvr>
                                        <p:cTn id="12" dur="500"/>
                                        <p:tgtEl>
                                          <p:spTgt spid="1126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270"/>
                                        </p:tgtEl>
                                        <p:attrNameLst>
                                          <p:attrName>style.visibility</p:attrName>
                                        </p:attrNameLst>
                                      </p:cBhvr>
                                      <p:to>
                                        <p:strVal val="visible"/>
                                      </p:to>
                                    </p:set>
                                    <p:animEffect transition="in" filter="blinds(horizontal)">
                                      <p:cBhvr>
                                        <p:cTn id="17" dur="500"/>
                                        <p:tgtEl>
                                          <p:spTgt spid="1127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9" grpId="0"/>
      <p:bldP spid="11271" grpId="0"/>
      <p:bldP spid="2"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914400" y="635000"/>
            <a:ext cx="7315200" cy="2143125"/>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你参加过数学竞赛、或电子竞赛，或其他学科类竞赛吗？你了解竞赛提交的报告撰写要求吗？</a:t>
            </a:r>
          </a:p>
        </p:txBody>
      </p:sp>
      <p:sp>
        <p:nvSpPr>
          <p:cNvPr id="6" name="文本框 5"/>
          <p:cNvSpPr txBox="1"/>
          <p:nvPr>
            <p:custDataLst>
              <p:tags r:id="rId3"/>
            </p:custDataLst>
          </p:nvPr>
        </p:nvSpPr>
        <p:spPr>
          <a:xfrm>
            <a:off x="1828800" y="2785745"/>
            <a:ext cx="64008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参加过，并写过竞赛报告</a:t>
            </a:r>
          </a:p>
        </p:txBody>
      </p:sp>
      <p:sp>
        <p:nvSpPr>
          <p:cNvPr id="7" name="文本框 6"/>
          <p:cNvSpPr txBox="1"/>
          <p:nvPr>
            <p:custDataLst>
              <p:tags r:id="rId4"/>
            </p:custDataLst>
          </p:nvPr>
        </p:nvSpPr>
        <p:spPr>
          <a:xfrm>
            <a:off x="1828800" y="3642995"/>
            <a:ext cx="64008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没有参加过，大致了解竞赛报告撰写要求</a:t>
            </a:r>
          </a:p>
        </p:txBody>
      </p:sp>
      <p:sp>
        <p:nvSpPr>
          <p:cNvPr id="8" name="文本框 7"/>
          <p:cNvSpPr txBox="1"/>
          <p:nvPr>
            <p:custDataLst>
              <p:tags r:id="rId5"/>
            </p:custDataLst>
          </p:nvPr>
        </p:nvSpPr>
        <p:spPr>
          <a:xfrm>
            <a:off x="1828800" y="4500245"/>
            <a:ext cx="64008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没有撰写竞赛报告经验，但有写过小论文</a:t>
            </a:r>
          </a:p>
        </p:txBody>
      </p:sp>
      <p:sp>
        <p:nvSpPr>
          <p:cNvPr id="9" name="文本框 8"/>
          <p:cNvSpPr txBox="1"/>
          <p:nvPr>
            <p:custDataLst>
              <p:tags r:id="rId6"/>
            </p:custDataLst>
          </p:nvPr>
        </p:nvSpPr>
        <p:spPr>
          <a:xfrm>
            <a:off x="1828800" y="5357495"/>
            <a:ext cx="64008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完全没有经验</a:t>
            </a:r>
          </a:p>
        </p:txBody>
      </p:sp>
      <p:sp>
        <p:nvSpPr>
          <p:cNvPr id="10" name="椭圆 9"/>
          <p:cNvSpPr>
            <a:spLocks noChangeAspect="1"/>
          </p:cNvSpPr>
          <p:nvPr>
            <p:custDataLst>
              <p:tags r:id="rId7"/>
            </p:custDataLst>
          </p:nvPr>
        </p:nvSpPr>
        <p:spPr>
          <a:xfrm>
            <a:off x="1114425" y="2849880"/>
            <a:ext cx="514350" cy="514350"/>
          </a:xfrm>
          <a:prstGeom prst="ellipse">
            <a:avLst/>
          </a:prstGeom>
          <a:solidFill>
            <a:srgbClr val="808080"/>
          </a:solidFill>
          <a:ln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A</a:t>
            </a:r>
          </a:p>
        </p:txBody>
      </p:sp>
      <p:sp>
        <p:nvSpPr>
          <p:cNvPr id="11" name="椭圆 10"/>
          <p:cNvSpPr>
            <a:spLocks noChangeAspect="1"/>
          </p:cNvSpPr>
          <p:nvPr>
            <p:custDataLst>
              <p:tags r:id="rId8"/>
            </p:custDataLst>
          </p:nvPr>
        </p:nvSpPr>
        <p:spPr>
          <a:xfrm>
            <a:off x="1114425" y="3707130"/>
            <a:ext cx="514350" cy="514350"/>
          </a:xfrm>
          <a:prstGeom prst="ellipse">
            <a:avLst/>
          </a:prstGeom>
          <a:solidFill>
            <a:srgbClr val="808080"/>
          </a:solidFill>
          <a:ln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B</a:t>
            </a:r>
          </a:p>
        </p:txBody>
      </p:sp>
      <p:sp>
        <p:nvSpPr>
          <p:cNvPr id="12" name="椭圆 11"/>
          <p:cNvSpPr>
            <a:spLocks noChangeAspect="1"/>
          </p:cNvSpPr>
          <p:nvPr>
            <p:custDataLst>
              <p:tags r:id="rId9"/>
            </p:custDataLst>
          </p:nvPr>
        </p:nvSpPr>
        <p:spPr>
          <a:xfrm>
            <a:off x="1114425" y="4564380"/>
            <a:ext cx="514350" cy="514350"/>
          </a:xfrm>
          <a:prstGeom prst="ellipse">
            <a:avLst/>
          </a:prstGeom>
          <a:solidFill>
            <a:srgbClr val="808080"/>
          </a:solidFill>
          <a:ln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C</a:t>
            </a:r>
          </a:p>
        </p:txBody>
      </p:sp>
      <p:sp>
        <p:nvSpPr>
          <p:cNvPr id="13" name="椭圆 12"/>
          <p:cNvSpPr>
            <a:spLocks noChangeAspect="1"/>
          </p:cNvSpPr>
          <p:nvPr>
            <p:custDataLst>
              <p:tags r:id="rId10"/>
            </p:custDataLst>
          </p:nvPr>
        </p:nvSpPr>
        <p:spPr>
          <a:xfrm>
            <a:off x="1114425" y="5421630"/>
            <a:ext cx="514350" cy="514350"/>
          </a:xfrm>
          <a:prstGeom prst="ellipse">
            <a:avLst/>
          </a:prstGeom>
          <a:solidFill>
            <a:srgbClr val="808080"/>
          </a:solidFill>
          <a:ln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D</a:t>
            </a:r>
          </a:p>
        </p:txBody>
      </p:sp>
      <p:sp>
        <p:nvSpPr>
          <p:cNvPr id="14" name="圆角矩形 13"/>
          <p:cNvSpPr/>
          <p:nvPr>
            <p:custDataLst>
              <p:tags r:id="rId11"/>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提交</a:t>
            </a:r>
          </a:p>
        </p:txBody>
      </p:sp>
      <p:grpSp>
        <p:nvGrpSpPr>
          <p:cNvPr id="19" name="组合 18"/>
          <p:cNvGrpSpPr/>
          <p:nvPr>
            <p:custDataLst>
              <p:tags r:id="rId12"/>
            </p:custDataLst>
          </p:nvPr>
        </p:nvGrpSpPr>
        <p:grpSpPr>
          <a:xfrm>
            <a:off x="0" y="0"/>
            <a:ext cx="9144000" cy="635000"/>
            <a:chOff x="0" y="0"/>
            <a:chExt cx="14400" cy="1000"/>
          </a:xfrm>
        </p:grpSpPr>
        <p:sp>
          <p:nvSpPr>
            <p:cNvPr id="15" name="TitleBackground"/>
            <p:cNvSpPr/>
            <p:nvPr>
              <p:custDataLst>
                <p:tags r:id="rId14"/>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6" name="ColorBlock"/>
            <p:cNvSpPr/>
            <p:nvPr>
              <p:custDataLst>
                <p:tags r:id="rId15"/>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7" name="TypeText"/>
            <p:cNvSpPr txBox="1"/>
            <p:nvPr>
              <p:custDataLst>
                <p:tags r:id="rId16"/>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投票</a:t>
              </a:r>
            </a:p>
          </p:txBody>
        </p:sp>
        <p:sp>
          <p:nvSpPr>
            <p:cNvPr id="18" name="TipText"/>
            <p:cNvSpPr txBox="1"/>
            <p:nvPr>
              <p:custDataLst>
                <p:tags r:id="rId17"/>
              </p:custDataLst>
            </p:nvPr>
          </p:nvSpPr>
          <p:spPr>
            <a:xfrm>
              <a:off x="1883"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最多可选1项</a:t>
              </a:r>
            </a:p>
          </p:txBody>
        </p:sp>
      </p:grpSp>
      <p:pic>
        <p:nvPicPr>
          <p:cNvPr id="4" name="图片 3" descr="tmpA142"/>
          <p:cNvPicPr>
            <a:picLocks noChangeAspect="1"/>
          </p:cNvPicPr>
          <p:nvPr>
            <p:custDataLst>
              <p:tags r:id="rId13"/>
            </p:custDataLst>
          </p:nvPr>
        </p:nvPicPr>
        <p:blipFill>
          <a:blip r:embed="rId19"/>
          <a:stretch>
            <a:fillRect/>
          </a:stretch>
        </p:blipFill>
        <p:spPr>
          <a:xfrm>
            <a:off x="7594600" y="63500"/>
            <a:ext cx="1422400" cy="508000"/>
          </a:xfrm>
          <a:prstGeom prst="rect">
            <a:avLst/>
          </a:prstGeom>
        </p:spPr>
      </p:pic>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kern="0" noProof="0">
                <a:ln>
                  <a:noFill/>
                </a:ln>
                <a:solidFill>
                  <a:srgbClr val="000000"/>
                </a:solidFill>
                <a:effectLst>
                  <a:outerShdw blurRad="38100" dist="38100" dir="2700000" algn="tl">
                    <a:srgbClr val="000000"/>
                  </a:outerShdw>
                </a:effectLst>
                <a:uLnTx/>
                <a:cs typeface="微软雅黑" panose="020B0503020204020204" charset="-122"/>
                <a:sym typeface="+mn-ea"/>
              </a:rPr>
              <a:t>“</a:t>
            </a:r>
            <a:r>
              <a:rPr kumimoji="1" lang="en-US" altLang="zh-CN" kern="0" noProof="0">
                <a:ln>
                  <a:noFill/>
                </a:ln>
                <a:solidFill>
                  <a:srgbClr val="000000"/>
                </a:solidFill>
                <a:effectLst>
                  <a:outerShdw blurRad="38100" dist="38100" dir="2700000" algn="tl">
                    <a:srgbClr val="000000"/>
                  </a:outerShdw>
                </a:effectLst>
                <a:uLnTx/>
                <a:cs typeface="微软雅黑" panose="020B0503020204020204" charset="-122"/>
                <a:sym typeface="+mn-ea"/>
              </a:rPr>
              <a:t>XX</a:t>
            </a:r>
            <a:r>
              <a:rPr kumimoji="1" kern="0" noProof="0">
                <a:ln>
                  <a:noFill/>
                </a:ln>
                <a:solidFill>
                  <a:srgbClr val="000000"/>
                </a:solidFill>
                <a:effectLst>
                  <a:outerShdw blurRad="38100" dist="38100" dir="2700000" algn="tl">
                    <a:srgbClr val="000000"/>
                  </a:outerShdw>
                </a:effectLst>
                <a:uLnTx/>
                <a:cs typeface="微软雅黑" panose="020B0503020204020204" charset="-122"/>
                <a:sym typeface="+mn-ea"/>
              </a:rPr>
              <a:t>杯”通信系统设计大赛：</a:t>
            </a:r>
            <a:r>
              <a:rPr>
                <a:sym typeface="+mn-ea"/>
              </a:rPr>
              <a:t>初赛作品评审规则</a:t>
            </a:r>
            <a:endParaRPr kumimoji="1" lang="en-US" altLang="zh-CN" kern="0" noProof="0">
              <a:ln>
                <a:noFill/>
              </a:ln>
              <a:solidFill>
                <a:srgbClr val="000000"/>
              </a:solidFill>
              <a:effectLst>
                <a:outerShdw blurRad="38100" dist="38100" dir="2700000" algn="tl">
                  <a:srgbClr val="000000"/>
                </a:outerShdw>
              </a:effectLst>
              <a:uLnTx/>
              <a:cs typeface="微软雅黑" panose="020B0503020204020204" charset="-122"/>
              <a:sym typeface="+mn-ea"/>
            </a:endParaRPr>
          </a:p>
        </p:txBody>
      </p:sp>
      <p:graphicFrame>
        <p:nvGraphicFramePr>
          <p:cNvPr id="5" name="表格 4"/>
          <p:cNvGraphicFramePr/>
          <p:nvPr>
            <p:custDataLst>
              <p:tags r:id="rId1"/>
            </p:custDataLst>
          </p:nvPr>
        </p:nvGraphicFramePr>
        <p:xfrm>
          <a:off x="395605" y="908685"/>
          <a:ext cx="8678545" cy="5344160"/>
        </p:xfrm>
        <a:graphic>
          <a:graphicData uri="http://schemas.openxmlformats.org/drawingml/2006/table">
            <a:tbl>
              <a:tblPr/>
              <a:tblGrid>
                <a:gridCol w="2355850">
                  <a:extLst>
                    <a:ext uri="{9D8B030D-6E8A-4147-A177-3AD203B41FA5}">
                      <a16:colId xmlns:a16="http://schemas.microsoft.com/office/drawing/2014/main" val="20000"/>
                    </a:ext>
                  </a:extLst>
                </a:gridCol>
                <a:gridCol w="4939030">
                  <a:extLst>
                    <a:ext uri="{9D8B030D-6E8A-4147-A177-3AD203B41FA5}">
                      <a16:colId xmlns:a16="http://schemas.microsoft.com/office/drawing/2014/main" val="20001"/>
                    </a:ext>
                  </a:extLst>
                </a:gridCol>
                <a:gridCol w="1383665">
                  <a:extLst>
                    <a:ext uri="{9D8B030D-6E8A-4147-A177-3AD203B41FA5}">
                      <a16:colId xmlns:a16="http://schemas.microsoft.com/office/drawing/2014/main" val="20002"/>
                    </a:ext>
                  </a:extLst>
                </a:gridCol>
              </a:tblGrid>
              <a:tr h="274320">
                <a:tc>
                  <a:txBody>
                    <a:bodyPr/>
                    <a:lstStyle/>
                    <a:p>
                      <a:pPr indent="0" algn="ctr">
                        <a:buNone/>
                      </a:pPr>
                      <a:r>
                        <a:rPr lang="en-US" sz="1800" b="1">
                          <a:latin typeface="微软雅黑" panose="020B0503020204020204" charset="-122"/>
                          <a:ea typeface="微软雅黑" panose="020B0503020204020204" charset="-122"/>
                          <a:cs typeface="微软雅黑" panose="020B0503020204020204" charset="-122"/>
                        </a:rPr>
                        <a:t>评审要点</a:t>
                      </a:r>
                      <a:endParaRPr lang="en-US" altLang="en-US" sz="1800" b="1">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800" b="1">
                          <a:latin typeface="微软雅黑" panose="020B0503020204020204" charset="-122"/>
                          <a:ea typeface="微软雅黑" panose="020B0503020204020204" charset="-122"/>
                          <a:cs typeface="微软雅黑" panose="020B0503020204020204" charset="-122"/>
                        </a:rPr>
                        <a:t>评审内容</a:t>
                      </a:r>
                      <a:endParaRPr lang="en-US" altLang="en-US" sz="1800" b="1">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800" b="1">
                          <a:latin typeface="微软雅黑" panose="020B0503020204020204" charset="-122"/>
                          <a:ea typeface="微软雅黑" panose="020B0503020204020204" charset="-122"/>
                          <a:cs typeface="微软雅黑" panose="020B0503020204020204" charset="-122"/>
                        </a:rPr>
                        <a:t>分值</a:t>
                      </a:r>
                      <a:endParaRPr lang="en-US" altLang="en-US" sz="1800" b="1">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8640">
                <a:tc>
                  <a:txBody>
                    <a:bodyPr/>
                    <a:lstStyle/>
                    <a:p>
                      <a:pPr indent="0" algn="ctr">
                        <a:buNone/>
                      </a:pPr>
                      <a:r>
                        <a:rPr lang="en-US" sz="1800" b="0">
                          <a:latin typeface="微软雅黑" panose="020B0503020204020204" charset="-122"/>
                          <a:ea typeface="微软雅黑" panose="020B0503020204020204" charset="-122"/>
                          <a:cs typeface="微软雅黑" panose="020B0503020204020204" charset="-122"/>
                        </a:rPr>
                        <a:t>系统完整性</a:t>
                      </a:r>
                      <a:endParaRPr lang="en-US" altLang="en-US" sz="1800" b="0">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微软雅黑" panose="020B0503020204020204" charset="-122"/>
                          <a:ea typeface="微软雅黑" panose="020B0503020204020204" charset="-122"/>
                          <a:cs typeface="微软雅黑" panose="020B0503020204020204" charset="-122"/>
                        </a:rPr>
                        <a:t>系统包含完整的无线通信系统链路，需包含发送和接收部分</a:t>
                      </a:r>
                      <a:endParaRPr lang="en-US" altLang="en-US" sz="1800" b="0">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800" b="0">
                          <a:latin typeface="微软雅黑" panose="020B0503020204020204" charset="-122"/>
                          <a:ea typeface="微软雅黑" panose="020B0503020204020204" charset="-122"/>
                          <a:cs typeface="微软雅黑" panose="020B0503020204020204" charset="-122"/>
                        </a:rPr>
                        <a:t>20</a:t>
                      </a:r>
                      <a:endParaRPr lang="en-US" altLang="en-US" sz="1800" b="0">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22960">
                <a:tc>
                  <a:txBody>
                    <a:bodyPr/>
                    <a:lstStyle/>
                    <a:p>
                      <a:pPr indent="0" algn="ctr">
                        <a:buNone/>
                      </a:pPr>
                      <a:r>
                        <a:rPr lang="en-US" sz="1800" b="0">
                          <a:latin typeface="微软雅黑" panose="020B0503020204020204" charset="-122"/>
                          <a:ea typeface="微软雅黑" panose="020B0503020204020204" charset="-122"/>
                          <a:cs typeface="微软雅黑" panose="020B0503020204020204" charset="-122"/>
                        </a:rPr>
                        <a:t>合理性</a:t>
                      </a:r>
                      <a:endParaRPr lang="en-US" altLang="en-US" sz="1800" b="0">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微软雅黑" panose="020B0503020204020204" charset="-122"/>
                          <a:ea typeface="微软雅黑" panose="020B0503020204020204" charset="-122"/>
                          <a:cs typeface="微软雅黑" panose="020B0503020204020204" charset="-122"/>
                        </a:rPr>
                        <a:t>系统设计要符合题目的要求，所设计的通信系统能够将赛题中的业务数据通过无线链路正确的传输</a:t>
                      </a:r>
                      <a:endParaRPr lang="en-US" altLang="en-US" sz="1800" b="0">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800" b="0">
                          <a:latin typeface="微软雅黑" panose="020B0503020204020204" charset="-122"/>
                          <a:ea typeface="微软雅黑" panose="020B0503020204020204" charset="-122"/>
                          <a:cs typeface="微软雅黑" panose="020B0503020204020204" charset="-122"/>
                        </a:rPr>
                        <a:t>15</a:t>
                      </a:r>
                      <a:endParaRPr lang="en-US" altLang="en-US" sz="1800" b="0">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51840">
                <a:tc>
                  <a:txBody>
                    <a:bodyPr/>
                    <a:lstStyle/>
                    <a:p>
                      <a:pPr indent="0" algn="ctr">
                        <a:buNone/>
                      </a:pPr>
                      <a:r>
                        <a:rPr lang="en-US" sz="1800" b="0">
                          <a:solidFill>
                            <a:srgbClr val="00B050"/>
                          </a:solidFill>
                          <a:latin typeface="微软雅黑" panose="020B0503020204020204" charset="-122"/>
                          <a:ea typeface="微软雅黑" panose="020B0503020204020204" charset="-122"/>
                          <a:cs typeface="微软雅黑" panose="020B0503020204020204" charset="-122"/>
                        </a:rPr>
                        <a:t>创新性</a:t>
                      </a:r>
                      <a:endParaRPr lang="en-US" altLang="en-US" sz="1800" b="0">
                        <a:solidFill>
                          <a:srgbClr val="00B050"/>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solidFill>
                            <a:srgbClr val="00B050"/>
                          </a:solidFill>
                          <a:latin typeface="微软雅黑" panose="020B0503020204020204" charset="-122"/>
                          <a:ea typeface="微软雅黑" panose="020B0503020204020204" charset="-122"/>
                          <a:cs typeface="微软雅黑" panose="020B0503020204020204" charset="-122"/>
                        </a:rPr>
                        <a:t>系统中使用了有特色、独立见解的技术点，并能分析其合理性和对通信任务质量提升的作用</a:t>
                      </a:r>
                      <a:endParaRPr lang="en-US" altLang="en-US" sz="1800" b="0">
                        <a:solidFill>
                          <a:srgbClr val="00B050"/>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800" b="0">
                          <a:solidFill>
                            <a:srgbClr val="00B050"/>
                          </a:solidFill>
                          <a:latin typeface="微软雅黑" panose="020B0503020204020204" charset="-122"/>
                          <a:ea typeface="微软雅黑" panose="020B0503020204020204" charset="-122"/>
                          <a:cs typeface="微软雅黑" panose="020B0503020204020204" charset="-122"/>
                        </a:rPr>
                        <a:t>15</a:t>
                      </a:r>
                      <a:endParaRPr lang="en-US" altLang="en-US" sz="1800" b="0">
                        <a:solidFill>
                          <a:srgbClr val="00B050"/>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22960">
                <a:tc>
                  <a:txBody>
                    <a:bodyPr/>
                    <a:lstStyle/>
                    <a:p>
                      <a:pPr indent="0" algn="ctr">
                        <a:buNone/>
                      </a:pPr>
                      <a:r>
                        <a:rPr lang="en-US" sz="1800" b="0">
                          <a:solidFill>
                            <a:srgbClr val="0033CC"/>
                          </a:solidFill>
                          <a:latin typeface="微软雅黑" panose="020B0503020204020204" charset="-122"/>
                          <a:ea typeface="微软雅黑" panose="020B0503020204020204" charset="-122"/>
                          <a:cs typeface="微软雅黑" panose="020B0503020204020204" charset="-122"/>
                        </a:rPr>
                        <a:t>实施计划完备性</a:t>
                      </a:r>
                      <a:endParaRPr lang="en-US" altLang="en-US" sz="1800" b="0">
                        <a:solidFill>
                          <a:srgbClr val="0033CC"/>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solidFill>
                            <a:srgbClr val="0033CC"/>
                          </a:solidFill>
                          <a:latin typeface="微软雅黑" panose="020B0503020204020204" charset="-122"/>
                          <a:ea typeface="微软雅黑" panose="020B0503020204020204" charset="-122"/>
                          <a:cs typeface="微软雅黑" panose="020B0503020204020204" charset="-122"/>
                        </a:rPr>
                        <a:t>方案中包含有详细的设计目标、系统拓扑图、系统开发的关键过程描述、关键过程测试用例（关键过程的测试计划和方法）</a:t>
                      </a:r>
                      <a:endParaRPr lang="en-US" altLang="en-US" sz="1800" b="0">
                        <a:solidFill>
                          <a:srgbClr val="0033CC"/>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800" b="0">
                          <a:solidFill>
                            <a:srgbClr val="0033CC"/>
                          </a:solidFill>
                          <a:latin typeface="微软雅黑" panose="020B0503020204020204" charset="-122"/>
                          <a:ea typeface="微软雅黑" panose="020B0503020204020204" charset="-122"/>
                          <a:cs typeface="微软雅黑" panose="020B0503020204020204" charset="-122"/>
                        </a:rPr>
                        <a:t>10</a:t>
                      </a:r>
                      <a:endParaRPr lang="en-US" altLang="en-US" sz="1800" b="0">
                        <a:solidFill>
                          <a:srgbClr val="0033CC"/>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51840">
                <a:tc>
                  <a:txBody>
                    <a:bodyPr/>
                    <a:lstStyle/>
                    <a:p>
                      <a:pPr indent="0" algn="ctr">
                        <a:buNone/>
                      </a:pPr>
                      <a:r>
                        <a:rPr lang="en-US" sz="1800" b="0">
                          <a:latin typeface="微软雅黑" panose="020B0503020204020204" charset="-122"/>
                          <a:ea typeface="微软雅黑" panose="020B0503020204020204" charset="-122"/>
                          <a:cs typeface="微软雅黑" panose="020B0503020204020204" charset="-122"/>
                        </a:rPr>
                        <a:t>可执行性</a:t>
                      </a:r>
                      <a:endParaRPr lang="en-US" altLang="en-US" sz="1800" b="0">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微软雅黑" panose="020B0503020204020204" charset="-122"/>
                          <a:ea typeface="微软雅黑" panose="020B0503020204020204" charset="-122"/>
                          <a:cs typeface="微软雅黑" panose="020B0503020204020204" charset="-122"/>
                        </a:rPr>
                        <a:t>提交的设计系统工程、代码可通过编译，能够正确的运行，能够将赛题中的业务数据正常传输</a:t>
                      </a:r>
                      <a:endParaRPr lang="en-US" altLang="en-US" sz="1800" b="0">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800" b="0">
                          <a:latin typeface="微软雅黑" panose="020B0503020204020204" charset="-122"/>
                          <a:ea typeface="微软雅黑" panose="020B0503020204020204" charset="-122"/>
                          <a:cs typeface="微软雅黑" panose="020B0503020204020204" charset="-122"/>
                        </a:rPr>
                        <a:t>20</a:t>
                      </a:r>
                      <a:endParaRPr lang="en-US" altLang="en-US" sz="1800" b="0">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48640">
                <a:tc>
                  <a:txBody>
                    <a:bodyPr/>
                    <a:lstStyle/>
                    <a:p>
                      <a:pPr indent="0" algn="ctr">
                        <a:buNone/>
                      </a:pPr>
                      <a:r>
                        <a:rPr lang="en-US" sz="1800" b="0">
                          <a:latin typeface="微软雅黑" panose="020B0503020204020204" charset="-122"/>
                          <a:ea typeface="微软雅黑" panose="020B0503020204020204" charset="-122"/>
                          <a:cs typeface="微软雅黑" panose="020B0503020204020204" charset="-122"/>
                        </a:rPr>
                        <a:t>通信系统传输性能测试</a:t>
                      </a:r>
                      <a:endParaRPr lang="en-US" altLang="en-US" sz="1800" b="0">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微软雅黑" panose="020B0503020204020204" charset="-122"/>
                          <a:ea typeface="微软雅黑" panose="020B0503020204020204" charset="-122"/>
                          <a:cs typeface="微软雅黑" panose="020B0503020204020204" charset="-122"/>
                        </a:rPr>
                        <a:t>传输距离、误码率、系统传输带宽、实时性能</a:t>
                      </a:r>
                      <a:endParaRPr lang="en-US" altLang="en-US" sz="1800" b="0">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800" b="0">
                          <a:latin typeface="微软雅黑" panose="020B0503020204020204" charset="-122"/>
                          <a:ea typeface="微软雅黑" panose="020B0503020204020204" charset="-122"/>
                          <a:cs typeface="微软雅黑" panose="020B0503020204020204" charset="-122"/>
                        </a:rPr>
                        <a:t>5</a:t>
                      </a:r>
                      <a:endParaRPr lang="en-US" altLang="en-US" sz="1800" b="0">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48640">
                <a:tc>
                  <a:txBody>
                    <a:bodyPr/>
                    <a:lstStyle/>
                    <a:p>
                      <a:pPr indent="0" algn="ctr">
                        <a:buNone/>
                      </a:pPr>
                      <a:r>
                        <a:rPr lang="en-US" sz="1800" b="0">
                          <a:latin typeface="微软雅黑" panose="020B0503020204020204" charset="-122"/>
                          <a:ea typeface="微软雅黑" panose="020B0503020204020204" charset="-122"/>
                          <a:cs typeface="微软雅黑" panose="020B0503020204020204" charset="-122"/>
                        </a:rPr>
                        <a:t>赛题数据失真度分析</a:t>
                      </a:r>
                      <a:endParaRPr lang="en-US" altLang="en-US" sz="1800" b="0">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0">
                          <a:latin typeface="微软雅黑" panose="020B0503020204020204" charset="-122"/>
                          <a:ea typeface="微软雅黑" panose="020B0503020204020204" charset="-122"/>
                          <a:cs typeface="微软雅黑" panose="020B0503020204020204" charset="-122"/>
                        </a:rPr>
                        <a:t>经过系统传输后的结果与原始数据进行相似度比较</a:t>
                      </a:r>
                      <a:endParaRPr lang="en-US" altLang="en-US" sz="1800" b="0">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800" b="0">
                          <a:latin typeface="微软雅黑" panose="020B0503020204020204" charset="-122"/>
                          <a:ea typeface="微软雅黑" panose="020B0503020204020204" charset="-122"/>
                          <a:cs typeface="微软雅黑" panose="020B0503020204020204" charset="-122"/>
                        </a:rPr>
                        <a:t>5</a:t>
                      </a:r>
                      <a:endParaRPr lang="en-US" altLang="en-US" sz="1800" b="0">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4320">
                <a:tc>
                  <a:txBody>
                    <a:bodyPr/>
                    <a:lstStyle/>
                    <a:p>
                      <a:pPr indent="0" algn="ctr">
                        <a:buNone/>
                      </a:pPr>
                      <a:r>
                        <a:rPr lang="en-US" sz="1800" b="1">
                          <a:solidFill>
                            <a:srgbClr val="FF0000"/>
                          </a:solidFill>
                          <a:latin typeface="微软雅黑" panose="020B0503020204020204" charset="-122"/>
                          <a:ea typeface="微软雅黑" panose="020B0503020204020204" charset="-122"/>
                          <a:cs typeface="微软雅黑" panose="020B0503020204020204" charset="-122"/>
                        </a:rPr>
                        <a:t>书面表达能力</a:t>
                      </a:r>
                      <a:endParaRPr lang="en-US" altLang="en-US" sz="1800" b="1">
                        <a:solidFill>
                          <a:srgbClr val="FF0000"/>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800" b="1">
                          <a:solidFill>
                            <a:srgbClr val="FF0000"/>
                          </a:solidFill>
                          <a:latin typeface="微软雅黑" panose="020B0503020204020204" charset="-122"/>
                          <a:ea typeface="微软雅黑" panose="020B0503020204020204" charset="-122"/>
                          <a:cs typeface="微软雅黑" panose="020B0503020204020204" charset="-122"/>
                        </a:rPr>
                        <a:t>设计方案文字描述逻辑清晰、用词恰当</a:t>
                      </a:r>
                      <a:endParaRPr lang="en-US" altLang="en-US" sz="1800" b="1">
                        <a:solidFill>
                          <a:srgbClr val="FF0000"/>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800" b="1">
                          <a:solidFill>
                            <a:srgbClr val="FF0000"/>
                          </a:solidFill>
                          <a:latin typeface="微软雅黑" panose="020B0503020204020204" charset="-122"/>
                          <a:ea typeface="微软雅黑" panose="020B0503020204020204" charset="-122"/>
                          <a:cs typeface="微软雅黑" panose="020B0503020204020204" charset="-122"/>
                        </a:rPr>
                        <a:t>10</a:t>
                      </a:r>
                      <a:endParaRPr lang="en-US" altLang="en-US" sz="1800" b="1">
                        <a:solidFill>
                          <a:srgbClr val="FF0000"/>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kern="0" noProof="0">
                <a:ln>
                  <a:noFill/>
                </a:ln>
                <a:solidFill>
                  <a:srgbClr val="000000"/>
                </a:solidFill>
                <a:effectLst>
                  <a:outerShdw blurRad="38100" dist="38100" dir="2700000" algn="tl">
                    <a:srgbClr val="000000"/>
                  </a:outerShdw>
                </a:effectLst>
                <a:uLnTx/>
                <a:cs typeface="微软雅黑" panose="020B0503020204020204" charset="-122"/>
                <a:sym typeface="+mn-ea"/>
              </a:rPr>
              <a:t>“</a:t>
            </a:r>
            <a:r>
              <a:rPr kumimoji="1" lang="en-US" altLang="zh-CN" kern="0" noProof="0">
                <a:ln>
                  <a:noFill/>
                </a:ln>
                <a:solidFill>
                  <a:srgbClr val="000000"/>
                </a:solidFill>
                <a:effectLst>
                  <a:outerShdw blurRad="38100" dist="38100" dir="2700000" algn="tl">
                    <a:srgbClr val="000000"/>
                  </a:outerShdw>
                </a:effectLst>
                <a:uLnTx/>
                <a:cs typeface="微软雅黑" panose="020B0503020204020204" charset="-122"/>
                <a:sym typeface="+mn-ea"/>
              </a:rPr>
              <a:t>XX</a:t>
            </a:r>
            <a:r>
              <a:rPr kumimoji="1" kern="0" noProof="0">
                <a:ln>
                  <a:noFill/>
                </a:ln>
                <a:solidFill>
                  <a:srgbClr val="000000"/>
                </a:solidFill>
                <a:effectLst>
                  <a:outerShdw blurRad="38100" dist="38100" dir="2700000" algn="tl">
                    <a:srgbClr val="000000"/>
                  </a:outerShdw>
                </a:effectLst>
                <a:uLnTx/>
                <a:cs typeface="微软雅黑" panose="020B0503020204020204" charset="-122"/>
                <a:sym typeface="+mn-ea"/>
              </a:rPr>
              <a:t>杯”通信系统设计大赛：</a:t>
            </a:r>
            <a:r>
              <a:rPr>
                <a:sym typeface="+mn-ea"/>
              </a:rPr>
              <a:t>决赛作品评审规则</a:t>
            </a:r>
            <a:endParaRPr lang="zh-CN" altLang="en-US"/>
          </a:p>
        </p:txBody>
      </p:sp>
      <p:graphicFrame>
        <p:nvGraphicFramePr>
          <p:cNvPr id="5" name="表格 4"/>
          <p:cNvGraphicFramePr/>
          <p:nvPr>
            <p:custDataLst>
              <p:tags r:id="rId1"/>
            </p:custDataLst>
          </p:nvPr>
        </p:nvGraphicFramePr>
        <p:xfrm>
          <a:off x="395605" y="999490"/>
          <a:ext cx="8025765" cy="5608320"/>
        </p:xfrm>
        <a:graphic>
          <a:graphicData uri="http://schemas.openxmlformats.org/drawingml/2006/table">
            <a:tbl>
              <a:tblPr/>
              <a:tblGrid>
                <a:gridCol w="1778000">
                  <a:extLst>
                    <a:ext uri="{9D8B030D-6E8A-4147-A177-3AD203B41FA5}">
                      <a16:colId xmlns:a16="http://schemas.microsoft.com/office/drawing/2014/main" val="20000"/>
                    </a:ext>
                  </a:extLst>
                </a:gridCol>
                <a:gridCol w="4968875">
                  <a:extLst>
                    <a:ext uri="{9D8B030D-6E8A-4147-A177-3AD203B41FA5}">
                      <a16:colId xmlns:a16="http://schemas.microsoft.com/office/drawing/2014/main" val="20001"/>
                    </a:ext>
                  </a:extLst>
                </a:gridCol>
                <a:gridCol w="1278890">
                  <a:extLst>
                    <a:ext uri="{9D8B030D-6E8A-4147-A177-3AD203B41FA5}">
                      <a16:colId xmlns:a16="http://schemas.microsoft.com/office/drawing/2014/main" val="20002"/>
                    </a:ext>
                  </a:extLst>
                </a:gridCol>
              </a:tblGrid>
              <a:tr h="243205">
                <a:tc>
                  <a:txBody>
                    <a:bodyPr/>
                    <a:lstStyle/>
                    <a:p>
                      <a:pPr indent="0" algn="ctr">
                        <a:buNone/>
                      </a:pPr>
                      <a:r>
                        <a:rPr lang="en-US" sz="1600" b="1">
                          <a:latin typeface="微软雅黑" panose="020B0503020204020204" charset="-122"/>
                          <a:ea typeface="微软雅黑" panose="020B0503020204020204" charset="-122"/>
                          <a:cs typeface="微软雅黑" panose="020B0503020204020204" charset="-122"/>
                        </a:rPr>
                        <a:t>评审要点</a:t>
                      </a:r>
                      <a:endParaRPr lang="en-US" altLang="en-US" sz="1600" b="1">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1">
                          <a:latin typeface="微软雅黑" panose="020B0503020204020204" charset="-122"/>
                          <a:ea typeface="微软雅黑" panose="020B0503020204020204" charset="-122"/>
                          <a:cs typeface="微软雅黑" panose="020B0503020204020204" charset="-122"/>
                        </a:rPr>
                        <a:t>评审内容</a:t>
                      </a:r>
                      <a:endParaRPr lang="en-US" altLang="en-US" sz="1600" b="1">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1">
                          <a:latin typeface="微软雅黑" panose="020B0503020204020204" charset="-122"/>
                          <a:ea typeface="微软雅黑" panose="020B0503020204020204" charset="-122"/>
                          <a:cs typeface="微软雅黑" panose="020B0503020204020204" charset="-122"/>
                        </a:rPr>
                        <a:t>分值</a:t>
                      </a:r>
                      <a:endParaRPr lang="en-US" altLang="en-US" sz="1600" b="1">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29615">
                <a:tc>
                  <a:txBody>
                    <a:bodyPr/>
                    <a:lstStyle/>
                    <a:p>
                      <a:pPr indent="0" algn="ctr">
                        <a:buNone/>
                      </a:pPr>
                      <a:r>
                        <a:rPr lang="en-US" sz="1600" b="0">
                          <a:solidFill>
                            <a:schemeClr val="tx1"/>
                          </a:solidFill>
                          <a:latin typeface="微软雅黑" panose="020B0503020204020204" charset="-122"/>
                          <a:ea typeface="微软雅黑" panose="020B0503020204020204" charset="-122"/>
                          <a:cs typeface="微软雅黑" panose="020B0503020204020204" charset="-122"/>
                        </a:rPr>
                        <a:t>系统完整性</a:t>
                      </a:r>
                      <a:endParaRPr lang="en-US" altLang="en-US" sz="1600" b="0">
                        <a:solidFill>
                          <a:schemeClr val="tx1"/>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600" b="0">
                          <a:solidFill>
                            <a:schemeClr val="tx1"/>
                          </a:solidFill>
                          <a:latin typeface="微软雅黑" panose="020B0503020204020204" charset="-122"/>
                          <a:ea typeface="微软雅黑" panose="020B0503020204020204" charset="-122"/>
                          <a:cs typeface="微软雅黑" panose="020B0503020204020204" charset="-122"/>
                        </a:rPr>
                        <a:t>最终的系统能实时且完整的将赛题业务数据通过无线收发系统进行传输注：以上结果评审，是专家评审标准，参赛选手可按照以上标准备赛，但无需提交文案类资料</a:t>
                      </a:r>
                      <a:endParaRPr lang="en-US" altLang="en-US" sz="1600" b="0">
                        <a:solidFill>
                          <a:schemeClr val="tx1"/>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0">
                          <a:solidFill>
                            <a:schemeClr val="tx1"/>
                          </a:solidFill>
                          <a:latin typeface="微软雅黑" panose="020B0503020204020204" charset="-122"/>
                          <a:ea typeface="微软雅黑" panose="020B0503020204020204" charset="-122"/>
                          <a:cs typeface="微软雅黑" panose="020B0503020204020204" charset="-122"/>
                        </a:rPr>
                        <a:t>40</a:t>
                      </a:r>
                      <a:endParaRPr lang="en-US" altLang="en-US" sz="1600" b="0">
                        <a:solidFill>
                          <a:schemeClr val="tx1"/>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63930">
                <a:tc>
                  <a:txBody>
                    <a:bodyPr/>
                    <a:lstStyle/>
                    <a:p>
                      <a:pPr indent="0" algn="ctr">
                        <a:buNone/>
                      </a:pPr>
                      <a:r>
                        <a:rPr lang="en-US" sz="1600" b="0">
                          <a:solidFill>
                            <a:schemeClr val="tx1"/>
                          </a:solidFill>
                          <a:latin typeface="微软雅黑" panose="020B0503020204020204" charset="-122"/>
                          <a:ea typeface="微软雅黑" panose="020B0503020204020204" charset="-122"/>
                          <a:cs typeface="微软雅黑" panose="020B0503020204020204" charset="-122"/>
                        </a:rPr>
                        <a:t>数据失真度分析</a:t>
                      </a:r>
                      <a:endParaRPr lang="en-US" altLang="en-US" sz="1600" b="0">
                        <a:solidFill>
                          <a:schemeClr val="tx1"/>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600" b="0">
                          <a:solidFill>
                            <a:schemeClr val="tx1"/>
                          </a:solidFill>
                          <a:latin typeface="微软雅黑" panose="020B0503020204020204" charset="-122"/>
                          <a:ea typeface="微软雅黑" panose="020B0503020204020204" charset="-122"/>
                          <a:cs typeface="微软雅黑" panose="020B0503020204020204" charset="-122"/>
                        </a:rPr>
                        <a:t>对最终接收解码后的业务数据和原始数据样本进行分析比较，分析系统传输效果注：以上结果评审，是专家评审标准，参赛选手可按照以上标准备赛，但无需提交文案类资料</a:t>
                      </a:r>
                      <a:endParaRPr lang="en-US" altLang="en-US" sz="1600" b="0">
                        <a:solidFill>
                          <a:schemeClr val="tx1"/>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0">
                          <a:solidFill>
                            <a:schemeClr val="tx1"/>
                          </a:solidFill>
                          <a:latin typeface="微软雅黑" panose="020B0503020204020204" charset="-122"/>
                          <a:ea typeface="微软雅黑" panose="020B0503020204020204" charset="-122"/>
                          <a:cs typeface="微软雅黑" panose="020B0503020204020204" charset="-122"/>
                        </a:rPr>
                        <a:t>10</a:t>
                      </a:r>
                      <a:endParaRPr lang="en-US" altLang="en-US" sz="1600" b="0">
                        <a:solidFill>
                          <a:schemeClr val="tx1"/>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30250">
                <a:tc>
                  <a:txBody>
                    <a:bodyPr/>
                    <a:lstStyle/>
                    <a:p>
                      <a:pPr indent="0" algn="ctr">
                        <a:buNone/>
                      </a:pPr>
                      <a:r>
                        <a:rPr lang="en-US" sz="1600" b="0">
                          <a:solidFill>
                            <a:schemeClr val="tx1"/>
                          </a:solidFill>
                          <a:latin typeface="微软雅黑" panose="020B0503020204020204" charset="-122"/>
                          <a:ea typeface="微软雅黑" panose="020B0503020204020204" charset="-122"/>
                          <a:cs typeface="微软雅黑" panose="020B0503020204020204" charset="-122"/>
                        </a:rPr>
                        <a:t>系统功能评估</a:t>
                      </a:r>
                      <a:endParaRPr lang="en-US" altLang="en-US" sz="1600" b="0">
                        <a:solidFill>
                          <a:schemeClr val="tx1"/>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600" b="0">
                          <a:solidFill>
                            <a:schemeClr val="tx1"/>
                          </a:solidFill>
                          <a:latin typeface="微软雅黑" panose="020B0503020204020204" charset="-122"/>
                          <a:ea typeface="微软雅黑" panose="020B0503020204020204" charset="-122"/>
                          <a:cs typeface="微软雅黑" panose="020B0503020204020204" charset="-122"/>
                        </a:rPr>
                        <a:t>含数据源分析、系统设计理论依据、系统传输距离、误码率、带宽、延时参数注：以上结果评审，是专家评审标准，参赛选手可按照以上标准备赛，但无需提交文案类资料</a:t>
                      </a:r>
                      <a:endParaRPr lang="en-US" altLang="en-US" sz="1600" b="0">
                        <a:solidFill>
                          <a:schemeClr val="tx1"/>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0">
                          <a:solidFill>
                            <a:schemeClr val="tx1"/>
                          </a:solidFill>
                          <a:latin typeface="微软雅黑" panose="020B0503020204020204" charset="-122"/>
                          <a:ea typeface="微软雅黑" panose="020B0503020204020204" charset="-122"/>
                          <a:cs typeface="微软雅黑" panose="020B0503020204020204" charset="-122"/>
                        </a:rPr>
                        <a:t>10</a:t>
                      </a:r>
                      <a:endParaRPr lang="en-US" altLang="en-US" sz="1600" b="0">
                        <a:solidFill>
                          <a:schemeClr val="tx1"/>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204595">
                <a:tc>
                  <a:txBody>
                    <a:bodyPr/>
                    <a:lstStyle/>
                    <a:p>
                      <a:pPr indent="0" algn="ctr">
                        <a:buNone/>
                      </a:pPr>
                      <a:r>
                        <a:rPr lang="en-US" sz="1600" b="0">
                          <a:solidFill>
                            <a:schemeClr val="tx1"/>
                          </a:solidFill>
                          <a:latin typeface="微软雅黑" panose="020B0503020204020204" charset="-122"/>
                          <a:ea typeface="微软雅黑" panose="020B0503020204020204" charset="-122"/>
                          <a:cs typeface="微软雅黑" panose="020B0503020204020204" charset="-122"/>
                        </a:rPr>
                        <a:t>创新性</a:t>
                      </a:r>
                      <a:endParaRPr lang="en-US" altLang="en-US" sz="1600" b="0">
                        <a:solidFill>
                          <a:schemeClr val="tx1"/>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600" b="0">
                          <a:solidFill>
                            <a:schemeClr val="tx1"/>
                          </a:solidFill>
                          <a:latin typeface="微软雅黑" panose="020B0503020204020204" charset="-122"/>
                          <a:ea typeface="微软雅黑" panose="020B0503020204020204" charset="-122"/>
                          <a:cs typeface="微软雅黑" panose="020B0503020204020204" charset="-122"/>
                        </a:rPr>
                        <a:t>1、通信系统中使用了有特色、独立见解的技术点，并能分析其合理性和对通信任务质量提升的作用；此版块分值占比20%</a:t>
                      </a:r>
                    </a:p>
                    <a:p>
                      <a:pPr indent="0">
                        <a:buNone/>
                      </a:pPr>
                      <a:r>
                        <a:rPr lang="en-US" sz="1600" b="0">
                          <a:solidFill>
                            <a:schemeClr val="tx1"/>
                          </a:solidFill>
                          <a:latin typeface="微软雅黑" panose="020B0503020204020204" charset="-122"/>
                          <a:ea typeface="微软雅黑" panose="020B0503020204020204" charset="-122"/>
                          <a:cs typeface="微软雅黑" panose="020B0503020204020204" charset="-122"/>
                        </a:rPr>
                        <a:t>2、通信系统中自主开发设计功能模块，并能分析其合理性和对通信任务质量提升的作用；此版块分值占比10%</a:t>
                      </a:r>
                      <a:endParaRPr lang="en-US" altLang="en-US" sz="1600" b="0">
                        <a:solidFill>
                          <a:schemeClr val="tx1"/>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0">
                          <a:solidFill>
                            <a:schemeClr val="tx1"/>
                          </a:solidFill>
                          <a:latin typeface="微软雅黑" panose="020B0503020204020204" charset="-122"/>
                          <a:ea typeface="微软雅黑" panose="020B0503020204020204" charset="-122"/>
                          <a:cs typeface="微软雅黑" panose="020B0503020204020204" charset="-122"/>
                        </a:rPr>
                        <a:t>30</a:t>
                      </a:r>
                      <a:endParaRPr lang="en-US" altLang="en-US" sz="1600" b="0">
                        <a:solidFill>
                          <a:schemeClr val="tx1"/>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29615">
                <a:tc>
                  <a:txBody>
                    <a:bodyPr/>
                    <a:lstStyle/>
                    <a:p>
                      <a:pPr indent="0" algn="ctr">
                        <a:buNone/>
                      </a:pPr>
                      <a:r>
                        <a:rPr lang="en-US" sz="1600" b="0">
                          <a:solidFill>
                            <a:srgbClr val="FF0000"/>
                          </a:solidFill>
                          <a:latin typeface="微软雅黑" panose="020B0503020204020204" charset="-122"/>
                          <a:ea typeface="微软雅黑" panose="020B0503020204020204" charset="-122"/>
                          <a:cs typeface="微软雅黑" panose="020B0503020204020204" charset="-122"/>
                        </a:rPr>
                        <a:t>书面表达能力</a:t>
                      </a:r>
                      <a:endParaRPr lang="en-US" altLang="en-US" sz="1600" b="0">
                        <a:solidFill>
                          <a:srgbClr val="FF0000"/>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600" b="0">
                          <a:solidFill>
                            <a:srgbClr val="FF0000"/>
                          </a:solidFill>
                          <a:latin typeface="微软雅黑" panose="020B0503020204020204" charset="-122"/>
                          <a:ea typeface="微软雅黑" panose="020B0503020204020204" charset="-122"/>
                          <a:cs typeface="微软雅黑" panose="020B0503020204020204" charset="-122"/>
                        </a:rPr>
                        <a:t>设计方案和答辩PPT文字描述逻辑清晰、用词恰当   注：入围决赛队伍，需在决赛截止日期前再次提交优化后的初赛设计方案</a:t>
                      </a:r>
                      <a:endParaRPr lang="en-US" altLang="en-US" sz="1600" b="0">
                        <a:solidFill>
                          <a:srgbClr val="FF0000"/>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0">
                          <a:solidFill>
                            <a:srgbClr val="FF0000"/>
                          </a:solidFill>
                          <a:latin typeface="微软雅黑" panose="020B0503020204020204" charset="-122"/>
                          <a:ea typeface="微软雅黑" panose="020B0503020204020204" charset="-122"/>
                          <a:cs typeface="微软雅黑" panose="020B0503020204020204" charset="-122"/>
                        </a:rPr>
                        <a:t>5</a:t>
                      </a:r>
                      <a:endParaRPr lang="en-US" altLang="en-US" sz="1600" b="0">
                        <a:solidFill>
                          <a:srgbClr val="FF0000"/>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43205">
                <a:tc>
                  <a:txBody>
                    <a:bodyPr/>
                    <a:lstStyle/>
                    <a:p>
                      <a:pPr indent="0" algn="ctr">
                        <a:buNone/>
                      </a:pPr>
                      <a:r>
                        <a:rPr lang="en-US" sz="1600" b="0">
                          <a:solidFill>
                            <a:srgbClr val="FF0000"/>
                          </a:solidFill>
                          <a:latin typeface="微软雅黑" panose="020B0503020204020204" charset="-122"/>
                          <a:ea typeface="微软雅黑" panose="020B0503020204020204" charset="-122"/>
                          <a:cs typeface="微软雅黑" panose="020B0503020204020204" charset="-122"/>
                        </a:rPr>
                        <a:t>答辩表述能力</a:t>
                      </a:r>
                      <a:endParaRPr lang="en-US" altLang="en-US" sz="1600" b="0">
                        <a:solidFill>
                          <a:srgbClr val="FF0000"/>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600" b="0">
                          <a:solidFill>
                            <a:srgbClr val="FF0000"/>
                          </a:solidFill>
                          <a:latin typeface="微软雅黑" panose="020B0503020204020204" charset="-122"/>
                          <a:ea typeface="微软雅黑" panose="020B0503020204020204" charset="-122"/>
                          <a:cs typeface="微软雅黑" panose="020B0503020204020204" charset="-122"/>
                        </a:rPr>
                        <a:t>答辩报告逻辑清晰、描述精准</a:t>
                      </a:r>
                      <a:endParaRPr lang="en-US" altLang="en-US" sz="1600" b="0">
                        <a:solidFill>
                          <a:srgbClr val="FF0000"/>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600" b="0">
                          <a:solidFill>
                            <a:srgbClr val="FF0000"/>
                          </a:solidFill>
                          <a:latin typeface="微软雅黑" panose="020B0503020204020204" charset="-122"/>
                          <a:ea typeface="微软雅黑" panose="020B0503020204020204" charset="-122"/>
                          <a:cs typeface="微软雅黑" panose="020B0503020204020204" charset="-122"/>
                        </a:rPr>
                        <a:t>5</a:t>
                      </a:r>
                      <a:endParaRPr lang="en-US" altLang="en-US" sz="1600" b="0">
                        <a:solidFill>
                          <a:srgbClr val="FF0000"/>
                        </a:solidFill>
                        <a:latin typeface="微软雅黑" panose="020B0503020204020204" charset="-122"/>
                        <a:ea typeface="微软雅黑" panose="020B0503020204020204" charset="-122"/>
                        <a:cs typeface="微软雅黑" panose="020B0503020204020204"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kern="0" noProof="0">
                <a:ln>
                  <a:noFill/>
                </a:ln>
                <a:solidFill>
                  <a:srgbClr val="000000"/>
                </a:solidFill>
                <a:effectLst>
                  <a:outerShdw blurRad="38100" dist="38100" dir="2700000" algn="tl">
                    <a:srgbClr val="000000"/>
                  </a:outerShdw>
                </a:effectLst>
                <a:uLnTx/>
                <a:cs typeface="微软雅黑" panose="020B0503020204020204" charset="-122"/>
                <a:sym typeface="+mn-ea"/>
              </a:rPr>
              <a:t>“</a:t>
            </a:r>
            <a:r>
              <a:rPr kumimoji="1" lang="en-US" altLang="zh-CN" kern="0" noProof="0">
                <a:ln>
                  <a:noFill/>
                </a:ln>
                <a:solidFill>
                  <a:srgbClr val="000000"/>
                </a:solidFill>
                <a:effectLst>
                  <a:outerShdw blurRad="38100" dist="38100" dir="2700000" algn="tl">
                    <a:srgbClr val="000000"/>
                  </a:outerShdw>
                </a:effectLst>
                <a:uLnTx/>
                <a:cs typeface="微软雅黑" panose="020B0503020204020204" charset="-122"/>
                <a:sym typeface="+mn-ea"/>
              </a:rPr>
              <a:t>XX</a:t>
            </a:r>
            <a:r>
              <a:rPr kumimoji="1" kern="0" noProof="0">
                <a:ln>
                  <a:noFill/>
                </a:ln>
                <a:solidFill>
                  <a:srgbClr val="000000"/>
                </a:solidFill>
                <a:effectLst>
                  <a:outerShdw blurRad="38100" dist="38100" dir="2700000" algn="tl">
                    <a:srgbClr val="000000"/>
                  </a:outerShdw>
                </a:effectLst>
                <a:uLnTx/>
                <a:cs typeface="微软雅黑" panose="020B0503020204020204" charset="-122"/>
                <a:sym typeface="+mn-ea"/>
              </a:rPr>
              <a:t>杯”通信系统设计大赛：</a:t>
            </a:r>
            <a:r>
              <a:rPr lang="zh-CN" altLang="en-US"/>
              <a:t>设计方案</a:t>
            </a:r>
          </a:p>
        </p:txBody>
      </p:sp>
      <p:sp>
        <p:nvSpPr>
          <p:cNvPr id="3" name="内容占位符 2"/>
          <p:cNvSpPr>
            <a:spLocks noGrp="1"/>
          </p:cNvSpPr>
          <p:nvPr>
            <p:ph idx="1"/>
          </p:nvPr>
        </p:nvSpPr>
        <p:spPr/>
        <p:txBody>
          <a:bodyPr/>
          <a:lstStyle/>
          <a:p>
            <a:r>
              <a:rPr lang="zh-CN" altLang="en-US"/>
              <a:t>设计理念、通信链路设计及介绍、创新性介绍、实施计划、作品成果展示、测试数据文档</a:t>
            </a:r>
          </a:p>
        </p:txBody>
      </p:sp>
      <p:pic>
        <p:nvPicPr>
          <p:cNvPr id="4" name="图片 3"/>
          <p:cNvPicPr>
            <a:picLocks noChangeAspect="1"/>
          </p:cNvPicPr>
          <p:nvPr/>
        </p:nvPicPr>
        <p:blipFill>
          <a:blip r:embed="rId2"/>
          <a:stretch>
            <a:fillRect/>
          </a:stretch>
        </p:blipFill>
        <p:spPr>
          <a:xfrm>
            <a:off x="35560" y="2131695"/>
            <a:ext cx="2952750" cy="3692525"/>
          </a:xfrm>
          <a:prstGeom prst="rect">
            <a:avLst/>
          </a:prstGeom>
        </p:spPr>
      </p:pic>
      <p:pic>
        <p:nvPicPr>
          <p:cNvPr id="5" name="图片 4"/>
          <p:cNvPicPr>
            <a:picLocks noChangeAspect="1"/>
          </p:cNvPicPr>
          <p:nvPr/>
        </p:nvPicPr>
        <p:blipFill>
          <a:blip r:embed="rId3"/>
          <a:stretch>
            <a:fillRect/>
          </a:stretch>
        </p:blipFill>
        <p:spPr>
          <a:xfrm>
            <a:off x="3060065" y="2418080"/>
            <a:ext cx="2950210" cy="3468370"/>
          </a:xfrm>
          <a:prstGeom prst="rect">
            <a:avLst/>
          </a:prstGeom>
        </p:spPr>
      </p:pic>
      <p:pic>
        <p:nvPicPr>
          <p:cNvPr id="6" name="图片 5"/>
          <p:cNvPicPr>
            <a:picLocks noChangeAspect="1"/>
          </p:cNvPicPr>
          <p:nvPr/>
        </p:nvPicPr>
        <p:blipFill>
          <a:blip r:embed="rId4"/>
          <a:stretch>
            <a:fillRect/>
          </a:stretch>
        </p:blipFill>
        <p:spPr>
          <a:xfrm>
            <a:off x="6010275" y="2361565"/>
            <a:ext cx="3085465" cy="35179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2292" name="矩形 3"/>
          <p:cNvSpPr/>
          <p:nvPr/>
        </p:nvSpPr>
        <p:spPr>
          <a:xfrm>
            <a:off x="888048" y="1000443"/>
            <a:ext cx="8634412" cy="10763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3.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根据计划，开展原创性科学研究或技术探索的思路（先写什么后写什么）</a:t>
            </a:r>
          </a:p>
        </p:txBody>
      </p:sp>
      <p:graphicFrame>
        <p:nvGraphicFramePr>
          <p:cNvPr id="5" name="图示 4"/>
          <p:cNvGraphicFramePr/>
          <p:nvPr/>
        </p:nvGraphicFramePr>
        <p:xfrm>
          <a:off x="1007542" y="2263542"/>
          <a:ext cx="8136458" cy="36724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292"/>
                                        </p:tgtEl>
                                        <p:attrNameLst>
                                          <p:attrName>style.visibility</p:attrName>
                                        </p:attrNameLst>
                                      </p:cBhvr>
                                      <p:to>
                                        <p:strVal val="visible"/>
                                      </p:to>
                                    </p:set>
                                    <p:animEffect transition="in" filter="blinds(horizontal)">
                                      <p:cBhvr>
                                        <p:cTn id="7" dur="500"/>
                                        <p:tgtEl>
                                          <p:spTgt spid="1229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3316" name="矩形 3"/>
          <p:cNvSpPr/>
          <p:nvPr/>
        </p:nvSpPr>
        <p:spPr>
          <a:xfrm>
            <a:off x="827088" y="949325"/>
            <a:ext cx="8634412" cy="10763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4.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整理研究工作的思路（如何完整而清晰的描述出研究的优势和成果的好）</a:t>
            </a:r>
          </a:p>
        </p:txBody>
      </p:sp>
      <p:sp>
        <p:nvSpPr>
          <p:cNvPr id="5" name="矩形 4"/>
          <p:cNvSpPr/>
          <p:nvPr>
            <p:custDataLst>
              <p:tags r:id="rId2"/>
            </p:custDataLst>
          </p:nvPr>
        </p:nvSpPr>
        <p:spPr>
          <a:xfrm>
            <a:off x="1121728" y="1992948"/>
            <a:ext cx="7913688" cy="503238"/>
          </a:xfrm>
          <a:prstGeom prst="rect">
            <a:avLst/>
          </a:prstGeom>
          <a:solidFill>
            <a:schemeClr val="accent1"/>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比较通行的，评价专业成果的四大标准：</a:t>
            </a:r>
          </a:p>
        </p:txBody>
      </p:sp>
      <p:graphicFrame>
        <p:nvGraphicFramePr>
          <p:cNvPr id="6" name="图示 5"/>
          <p:cNvGraphicFramePr/>
          <p:nvPr/>
        </p:nvGraphicFramePr>
        <p:xfrm>
          <a:off x="1979082" y="2401714"/>
          <a:ext cx="6480720" cy="436055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3319" name="矩形 6"/>
          <p:cNvSpPr/>
          <p:nvPr/>
        </p:nvSpPr>
        <p:spPr>
          <a:xfrm>
            <a:off x="1173163" y="2496820"/>
            <a:ext cx="3027680" cy="52197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buNone/>
            </a:pPr>
            <a:r>
              <a:rPr lang="zh-CN" altLang="en-US" sz="2800" b="1" dirty="0">
                <a:solidFill>
                  <a:srgbClr val="000000"/>
                </a:solidFill>
                <a:latin typeface="微软雅黑" panose="020B0503020204020204" charset="-122"/>
                <a:ea typeface="微软雅黑" panose="020B0503020204020204" charset="-122"/>
              </a:rPr>
              <a:t>又叫四大核心优势</a:t>
            </a:r>
          </a:p>
        </p:txBody>
      </p:sp>
      <p:pic>
        <p:nvPicPr>
          <p:cNvPr id="13320" name="图片 7"/>
          <p:cNvPicPr>
            <a:picLocks noChangeAspect="1"/>
          </p:cNvPicPr>
          <p:nvPr/>
        </p:nvPicPr>
        <p:blipFill>
          <a:blip r:embed="rId10"/>
          <a:stretch>
            <a:fillRect/>
          </a:stretch>
        </p:blipFill>
        <p:spPr>
          <a:xfrm>
            <a:off x="5916295" y="2771775"/>
            <a:ext cx="3227388" cy="1152525"/>
          </a:xfrm>
          <a:prstGeom prst="rect">
            <a:avLst/>
          </a:prstGeom>
          <a:noFill/>
          <a:ln w="9525">
            <a:noFill/>
          </a:ln>
        </p:spPr>
      </p:pic>
      <p:sp>
        <p:nvSpPr>
          <p:cNvPr id="13321" name="矩形 9"/>
          <p:cNvSpPr/>
          <p:nvPr/>
        </p:nvSpPr>
        <p:spPr>
          <a:xfrm>
            <a:off x="6861810" y="3989705"/>
            <a:ext cx="201168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algn="r" defTabSz="457200" eaLnBrk="1" hangingPunct="1">
              <a:spcBef>
                <a:spcPct val="0"/>
              </a:spcBef>
              <a:buNone/>
            </a:pPr>
            <a:r>
              <a:rPr lang="zh-CN" altLang="en-US" sz="2400" dirty="0">
                <a:solidFill>
                  <a:srgbClr val="000000"/>
                </a:solidFill>
                <a:latin typeface="微软雅黑" panose="020B0503020204020204" charset="-122"/>
                <a:ea typeface="微软雅黑" panose="020B0503020204020204" charset="-122"/>
              </a:rPr>
              <a:t>宽带光纤通信</a:t>
            </a:r>
          </a:p>
        </p:txBody>
      </p:sp>
      <p:sp>
        <p:nvSpPr>
          <p:cNvPr id="13322" name="矩形 10"/>
          <p:cNvSpPr/>
          <p:nvPr/>
        </p:nvSpPr>
        <p:spPr>
          <a:xfrm>
            <a:off x="1031875" y="4333875"/>
            <a:ext cx="1325880" cy="368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buNone/>
            </a:pPr>
            <a:r>
              <a:rPr lang="zh-CN" altLang="en-US" sz="1800" dirty="0">
                <a:solidFill>
                  <a:srgbClr val="000000"/>
                </a:solidFill>
                <a:latin typeface="微软雅黑" panose="020B0503020204020204" charset="-122"/>
                <a:ea typeface="微软雅黑" panose="020B0503020204020204" charset="-122"/>
              </a:rPr>
              <a:t>石墨烯芯片</a:t>
            </a:r>
          </a:p>
        </p:txBody>
      </p:sp>
      <p:pic>
        <p:nvPicPr>
          <p:cNvPr id="13323" name="图片 11"/>
          <p:cNvPicPr>
            <a:picLocks noChangeAspect="1"/>
          </p:cNvPicPr>
          <p:nvPr/>
        </p:nvPicPr>
        <p:blipFill>
          <a:blip r:embed="rId11"/>
          <a:stretch>
            <a:fillRect/>
          </a:stretch>
        </p:blipFill>
        <p:spPr>
          <a:xfrm>
            <a:off x="6861810" y="4514850"/>
            <a:ext cx="2225675" cy="1109663"/>
          </a:xfrm>
          <a:prstGeom prst="rect">
            <a:avLst/>
          </a:prstGeom>
          <a:noFill/>
          <a:ln w="9525">
            <a:noFill/>
          </a:ln>
        </p:spPr>
      </p:pic>
      <p:sp>
        <p:nvSpPr>
          <p:cNvPr id="13324" name="矩形 12"/>
          <p:cNvSpPr/>
          <p:nvPr/>
        </p:nvSpPr>
        <p:spPr>
          <a:xfrm>
            <a:off x="7552690" y="5696903"/>
            <a:ext cx="140208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algn="r" defTabSz="457200" eaLnBrk="1" hangingPunct="1">
              <a:spcBef>
                <a:spcPct val="0"/>
              </a:spcBef>
              <a:buNone/>
            </a:pPr>
            <a:r>
              <a:rPr lang="zh-CN" altLang="en-US" sz="2400" dirty="0">
                <a:solidFill>
                  <a:srgbClr val="000000"/>
                </a:solidFill>
                <a:latin typeface="微软雅黑" panose="020B0503020204020204" charset="-122"/>
                <a:ea typeface="微软雅黑" panose="020B0503020204020204" charset="-122"/>
              </a:rPr>
              <a:t>人工智能</a:t>
            </a:r>
          </a:p>
        </p:txBody>
      </p:sp>
      <p:pic>
        <p:nvPicPr>
          <p:cNvPr id="13325" name="图片 13"/>
          <p:cNvPicPr>
            <a:picLocks noChangeAspect="1"/>
          </p:cNvPicPr>
          <p:nvPr/>
        </p:nvPicPr>
        <p:blipFill>
          <a:blip r:embed="rId12"/>
          <a:stretch>
            <a:fillRect/>
          </a:stretch>
        </p:blipFill>
        <p:spPr>
          <a:xfrm>
            <a:off x="1017588" y="4837113"/>
            <a:ext cx="1814512" cy="1158875"/>
          </a:xfrm>
          <a:prstGeom prst="rect">
            <a:avLst/>
          </a:prstGeom>
          <a:noFill/>
          <a:ln w="9525">
            <a:noFill/>
          </a:ln>
        </p:spPr>
      </p:pic>
      <p:sp>
        <p:nvSpPr>
          <p:cNvPr id="13326" name="矩形 14"/>
          <p:cNvSpPr/>
          <p:nvPr/>
        </p:nvSpPr>
        <p:spPr>
          <a:xfrm>
            <a:off x="1031875" y="5989638"/>
            <a:ext cx="170688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buNone/>
            </a:pPr>
            <a:r>
              <a:rPr lang="zh-CN" altLang="en-US" sz="2400" dirty="0">
                <a:solidFill>
                  <a:srgbClr val="000000"/>
                </a:solidFill>
                <a:latin typeface="微软雅黑" panose="020B0503020204020204" charset="-122"/>
                <a:ea typeface="微软雅黑" panose="020B0503020204020204" charset="-122"/>
              </a:rPr>
              <a:t>相控阵雷达</a:t>
            </a:r>
          </a:p>
        </p:txBody>
      </p:sp>
      <p:pic>
        <p:nvPicPr>
          <p:cNvPr id="13327" name="图片 15"/>
          <p:cNvPicPr>
            <a:picLocks noChangeAspect="1"/>
          </p:cNvPicPr>
          <p:nvPr/>
        </p:nvPicPr>
        <p:blipFill>
          <a:blip r:embed="rId13"/>
          <a:stretch>
            <a:fillRect/>
          </a:stretch>
        </p:blipFill>
        <p:spPr>
          <a:xfrm>
            <a:off x="1031875" y="2965450"/>
            <a:ext cx="2171700" cy="1400175"/>
          </a:xfrm>
          <a:prstGeom prst="rect">
            <a:avLst/>
          </a:prstGeom>
          <a:noFill/>
          <a:ln w="9525">
            <a:noFill/>
          </a:ln>
        </p:spPr>
      </p:pic>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sp>
        <p:nvSpPr>
          <p:cNvPr id="2" name="文本框 1">
            <a:extLst>
              <a:ext uri="{FF2B5EF4-FFF2-40B4-BE49-F238E27FC236}">
                <a16:creationId xmlns:a16="http://schemas.microsoft.com/office/drawing/2014/main" id="{5CC698B8-013B-C74F-B055-AAA76CF3DD33}"/>
              </a:ext>
            </a:extLst>
          </p:cNvPr>
          <p:cNvSpPr txBox="1"/>
          <p:nvPr/>
        </p:nvSpPr>
        <p:spPr>
          <a:xfrm>
            <a:off x="4848695" y="3039343"/>
            <a:ext cx="800219" cy="461665"/>
          </a:xfrm>
          <a:prstGeom prst="rect">
            <a:avLst/>
          </a:prstGeom>
          <a:noFill/>
        </p:spPr>
        <p:txBody>
          <a:bodyPr wrap="none" rtlCol="0">
            <a:spAutoFit/>
          </a:bodyPr>
          <a:lstStyle/>
          <a:p>
            <a:r>
              <a:rPr kumimoji="1" lang="zh-CN" altLang="en-US" sz="2400" b="1" dirty="0">
                <a:solidFill>
                  <a:srgbClr val="000000"/>
                </a:solidFill>
                <a:latin typeface="微软雅黑" panose="020B0503020204020204" charset="-122"/>
                <a:ea typeface="微软雅黑" panose="020B0503020204020204" charset="-122"/>
              </a:rPr>
              <a:t>意义</a:t>
            </a:r>
          </a:p>
        </p:txBody>
      </p:sp>
      <p:sp>
        <p:nvSpPr>
          <p:cNvPr id="3" name="文本框 2">
            <a:extLst>
              <a:ext uri="{FF2B5EF4-FFF2-40B4-BE49-F238E27FC236}">
                <a16:creationId xmlns:a16="http://schemas.microsoft.com/office/drawing/2014/main" id="{5F0252D8-DF9F-E800-2C28-7900471F9A29}"/>
              </a:ext>
            </a:extLst>
          </p:cNvPr>
          <p:cNvSpPr txBox="1"/>
          <p:nvPr/>
        </p:nvSpPr>
        <p:spPr>
          <a:xfrm>
            <a:off x="3715235" y="5235238"/>
            <a:ext cx="800219" cy="461665"/>
          </a:xfrm>
          <a:prstGeom prst="rect">
            <a:avLst/>
          </a:prstGeom>
          <a:noFill/>
        </p:spPr>
        <p:txBody>
          <a:bodyPr wrap="none" rtlCol="0">
            <a:spAutoFit/>
          </a:bodyPr>
          <a:lstStyle/>
          <a:p>
            <a:r>
              <a:rPr kumimoji="1" lang="zh-CN" altLang="en-US" sz="2400" b="1" dirty="0">
                <a:solidFill>
                  <a:srgbClr val="000000"/>
                </a:solidFill>
                <a:latin typeface="微软雅黑" panose="020B0503020204020204" charset="-122"/>
                <a:ea typeface="微软雅黑" panose="020B0503020204020204" charset="-122"/>
              </a:rPr>
              <a:t>内涵</a:t>
            </a:r>
          </a:p>
        </p:txBody>
      </p:sp>
      <p:sp>
        <p:nvSpPr>
          <p:cNvPr id="4" name="文本框 3">
            <a:extLst>
              <a:ext uri="{FF2B5EF4-FFF2-40B4-BE49-F238E27FC236}">
                <a16:creationId xmlns:a16="http://schemas.microsoft.com/office/drawing/2014/main" id="{CF805312-326D-E785-306A-FB952F697738}"/>
              </a:ext>
            </a:extLst>
          </p:cNvPr>
          <p:cNvSpPr txBox="1"/>
          <p:nvPr/>
        </p:nvSpPr>
        <p:spPr>
          <a:xfrm>
            <a:off x="4833743" y="5677842"/>
            <a:ext cx="800219" cy="461665"/>
          </a:xfrm>
          <a:prstGeom prst="rect">
            <a:avLst/>
          </a:prstGeom>
          <a:noFill/>
        </p:spPr>
        <p:txBody>
          <a:bodyPr wrap="none" rtlCol="0">
            <a:spAutoFit/>
          </a:bodyPr>
          <a:lstStyle/>
          <a:p>
            <a:r>
              <a:rPr kumimoji="1" lang="zh-CN" altLang="en-US" sz="2400" b="1" dirty="0">
                <a:solidFill>
                  <a:srgbClr val="000000"/>
                </a:solidFill>
                <a:latin typeface="微软雅黑" panose="020B0503020204020204" charset="-122"/>
                <a:ea typeface="微软雅黑" panose="020B0503020204020204" charset="-122"/>
              </a:rPr>
              <a:t>壁垒</a:t>
            </a:r>
          </a:p>
        </p:txBody>
      </p:sp>
      <p:sp>
        <p:nvSpPr>
          <p:cNvPr id="7" name="文本框 6">
            <a:extLst>
              <a:ext uri="{FF2B5EF4-FFF2-40B4-BE49-F238E27FC236}">
                <a16:creationId xmlns:a16="http://schemas.microsoft.com/office/drawing/2014/main" id="{BD5A1103-BC43-5E9F-5625-B6B84B038158}"/>
              </a:ext>
            </a:extLst>
          </p:cNvPr>
          <p:cNvSpPr txBox="1"/>
          <p:nvPr/>
        </p:nvSpPr>
        <p:spPr>
          <a:xfrm>
            <a:off x="5916641" y="5239209"/>
            <a:ext cx="800219" cy="461665"/>
          </a:xfrm>
          <a:prstGeom prst="rect">
            <a:avLst/>
          </a:prstGeom>
          <a:noFill/>
        </p:spPr>
        <p:txBody>
          <a:bodyPr wrap="none" rtlCol="0">
            <a:spAutoFit/>
          </a:bodyPr>
          <a:lstStyle/>
          <a:p>
            <a:r>
              <a:rPr kumimoji="1" lang="zh-CN" altLang="en-US" sz="2400" b="1" dirty="0">
                <a:solidFill>
                  <a:srgbClr val="000000"/>
                </a:solidFill>
                <a:latin typeface="微软雅黑" panose="020B0503020204020204" charset="-122"/>
                <a:ea typeface="微软雅黑" panose="020B0503020204020204" charset="-122"/>
              </a:rPr>
              <a:t>价值</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4340" name="矩形 3"/>
          <p:cNvSpPr/>
          <p:nvPr/>
        </p:nvSpPr>
        <p:spPr>
          <a:xfrm>
            <a:off x="900113" y="974090"/>
            <a:ext cx="863441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5.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成果形式（一）：科技论文</a:t>
            </a:r>
          </a:p>
        </p:txBody>
      </p:sp>
      <p:sp>
        <p:nvSpPr>
          <p:cNvPr id="5" name="矩形 4"/>
          <p:cNvSpPr/>
          <p:nvPr>
            <p:custDataLst>
              <p:tags r:id="rId2"/>
            </p:custDataLst>
          </p:nvPr>
        </p:nvSpPr>
        <p:spPr>
          <a:xfrm>
            <a:off x="826453" y="1671638"/>
            <a:ext cx="8208963" cy="503238"/>
          </a:xfrm>
          <a:prstGeom prst="rect">
            <a:avLst/>
          </a:prstGeom>
          <a:solidFill>
            <a:schemeClr val="accent1"/>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科技论文与其他文体的主要区别：</a:t>
            </a:r>
          </a:p>
        </p:txBody>
      </p:sp>
      <p:sp>
        <p:nvSpPr>
          <p:cNvPr id="14342" name="矩形 5"/>
          <p:cNvSpPr/>
          <p:nvPr/>
        </p:nvSpPr>
        <p:spPr>
          <a:xfrm>
            <a:off x="900113" y="2349500"/>
            <a:ext cx="7993062" cy="353822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buNone/>
            </a:pP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800" b="1" dirty="0">
                <a:solidFill>
                  <a:srgbClr val="000000"/>
                </a:solidFill>
                <a:latin typeface="微软雅黑" panose="020B0503020204020204" charset="-122"/>
                <a:ea typeface="微软雅黑" panose="020B0503020204020204" charset="-122"/>
                <a:cs typeface="微软雅黑" panose="020B0503020204020204" charset="-122"/>
              </a:rPr>
              <a:t>1</a:t>
            </a: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）主题相对来说更鲜明、更专业，包括社会科学问题和自然科学问题；</a:t>
            </a:r>
            <a:endParaRPr lang="en-US" altLang="zh-CN" sz="2800" b="1" dirty="0">
              <a:solidFill>
                <a:srgbClr val="000000"/>
              </a:solidFill>
              <a:latin typeface="微软雅黑" panose="020B0503020204020204" charset="-122"/>
              <a:ea typeface="微软雅黑" panose="020B0503020204020204" charset="-122"/>
              <a:cs typeface="微软雅黑" panose="020B0503020204020204" charset="-122"/>
            </a:endParaRPr>
          </a:p>
          <a:p>
            <a:pPr marL="0" lvl="0" indent="0" defTabSz="457200" eaLnBrk="1" hangingPunct="1">
              <a:spcBef>
                <a:spcPct val="0"/>
              </a:spcBef>
              <a:buNone/>
            </a:pPr>
            <a:endParaRPr lang="zh-CN" altLang="en-US" sz="2800" b="1" dirty="0">
              <a:solidFill>
                <a:srgbClr val="000000"/>
              </a:solidFill>
              <a:latin typeface="微软雅黑" panose="020B0503020204020204" charset="-122"/>
              <a:ea typeface="微软雅黑" panose="020B0503020204020204" charset="-122"/>
              <a:cs typeface="微软雅黑" panose="020B0503020204020204" charset="-122"/>
            </a:endParaRPr>
          </a:p>
          <a:p>
            <a:pPr marL="0" lvl="0" indent="0" defTabSz="457200" eaLnBrk="1" hangingPunct="1">
              <a:spcBef>
                <a:spcPct val="0"/>
              </a:spcBef>
              <a:buNone/>
            </a:pP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800" b="1" dirty="0">
                <a:solidFill>
                  <a:srgbClr val="000000"/>
                </a:solidFill>
                <a:latin typeface="微软雅黑" panose="020B0503020204020204" charset="-122"/>
                <a:ea typeface="微软雅黑" panose="020B0503020204020204" charset="-122"/>
                <a:cs typeface="微软雅黑" panose="020B0503020204020204" charset="-122"/>
              </a:rPr>
              <a:t>2</a:t>
            </a: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）与实践密切相关的应用科学，以及抽象思维特性突出的基础研究，均可兼论；</a:t>
            </a:r>
            <a:endParaRPr lang="en-US" altLang="zh-CN" sz="2800" b="1" dirty="0">
              <a:solidFill>
                <a:srgbClr val="000000"/>
              </a:solidFill>
              <a:latin typeface="微软雅黑" panose="020B0503020204020204" charset="-122"/>
              <a:ea typeface="微软雅黑" panose="020B0503020204020204" charset="-122"/>
              <a:cs typeface="微软雅黑" panose="020B0503020204020204" charset="-122"/>
            </a:endParaRPr>
          </a:p>
          <a:p>
            <a:pPr marL="0" lvl="0" indent="0" defTabSz="457200" eaLnBrk="1" hangingPunct="1">
              <a:spcBef>
                <a:spcPct val="0"/>
              </a:spcBef>
              <a:buNone/>
            </a:pPr>
            <a:endParaRPr lang="zh-CN" altLang="en-US" sz="2800" b="1" dirty="0">
              <a:solidFill>
                <a:srgbClr val="000000"/>
              </a:solidFill>
              <a:latin typeface="微软雅黑" panose="020B0503020204020204" charset="-122"/>
              <a:ea typeface="微软雅黑" panose="020B0503020204020204" charset="-122"/>
              <a:cs typeface="微软雅黑" panose="020B0503020204020204" charset="-122"/>
            </a:endParaRPr>
          </a:p>
          <a:p>
            <a:pPr marL="0" lvl="0" indent="0" defTabSz="457200" eaLnBrk="1" hangingPunct="1">
              <a:spcBef>
                <a:spcPct val="0"/>
              </a:spcBef>
              <a:buNone/>
            </a:pP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800" b="1" dirty="0">
                <a:solidFill>
                  <a:srgbClr val="000000"/>
                </a:solidFill>
                <a:latin typeface="微软雅黑" panose="020B0503020204020204" charset="-122"/>
                <a:ea typeface="微软雅黑" panose="020B0503020204020204" charset="-122"/>
                <a:cs typeface="微软雅黑" panose="020B0503020204020204" charset="-122"/>
              </a:rPr>
              <a:t>3</a:t>
            </a: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）科学地描述和揭示客观事物的本质和规律，得出具有创造性的结论。</a:t>
            </a:r>
          </a:p>
        </p:txBody>
      </p:sp>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40"/>
                                        </p:tgtEl>
                                        <p:attrNameLst>
                                          <p:attrName>style.visibility</p:attrName>
                                        </p:attrNameLst>
                                      </p:cBhvr>
                                      <p:to>
                                        <p:strVal val="visible"/>
                                      </p:to>
                                    </p:set>
                                    <p:animEffect transition="in" filter="blinds(horizontal)">
                                      <p:cBhvr>
                                        <p:cTn id="7" dur="500"/>
                                        <p:tgtEl>
                                          <p:spTgt spid="1434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342"/>
                                        </p:tgtEl>
                                        <p:attrNameLst>
                                          <p:attrName>style.visibility</p:attrName>
                                        </p:attrNameLst>
                                      </p:cBhvr>
                                      <p:to>
                                        <p:strVal val="visible"/>
                                      </p:to>
                                    </p:set>
                                    <p:animEffect transition="in" filter="blinds(horizontal)">
                                      <p:cBhvr>
                                        <p:cTn id="17" dur="500"/>
                                        <p:tgtEl>
                                          <p:spTgt spid="14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p:bldP spid="5" grpId="0" bldLvl="0" animBg="1"/>
      <p:bldP spid="14342"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5364" name="矩形 3"/>
          <p:cNvSpPr/>
          <p:nvPr/>
        </p:nvSpPr>
        <p:spPr>
          <a:xfrm>
            <a:off x="827088" y="974090"/>
            <a:ext cx="863441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5.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成果形式（一）：科技论文</a:t>
            </a:r>
          </a:p>
        </p:txBody>
      </p:sp>
      <p:sp>
        <p:nvSpPr>
          <p:cNvPr id="5" name="矩形 4"/>
          <p:cNvSpPr/>
          <p:nvPr>
            <p:custDataLst>
              <p:tags r:id="rId2"/>
            </p:custDataLst>
          </p:nvPr>
        </p:nvSpPr>
        <p:spPr>
          <a:xfrm>
            <a:off x="827088" y="1658938"/>
            <a:ext cx="8208963" cy="503238"/>
          </a:xfrm>
          <a:prstGeom prst="rect">
            <a:avLst/>
          </a:prstGeom>
          <a:solidFill>
            <a:schemeClr val="accent1"/>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科技论文的特点：</a:t>
            </a:r>
          </a:p>
        </p:txBody>
      </p:sp>
      <p:sp>
        <p:nvSpPr>
          <p:cNvPr id="15366" name="矩形 5"/>
          <p:cNvSpPr/>
          <p:nvPr/>
        </p:nvSpPr>
        <p:spPr>
          <a:xfrm>
            <a:off x="935038" y="2350770"/>
            <a:ext cx="7993062" cy="353822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buNone/>
            </a:pP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800" b="1" dirty="0">
                <a:solidFill>
                  <a:srgbClr val="000000"/>
                </a:solidFill>
                <a:latin typeface="微软雅黑" panose="020B0503020204020204" charset="-122"/>
                <a:ea typeface="微软雅黑" panose="020B0503020204020204" charset="-122"/>
                <a:cs typeface="微软雅黑" panose="020B0503020204020204" charset="-122"/>
              </a:rPr>
              <a:t>1</a:t>
            </a: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a:t>
            </a:r>
            <a:r>
              <a:rPr lang="zh-CN" altLang="en-US" sz="2800" b="1" dirty="0">
                <a:solidFill>
                  <a:srgbClr val="0033CC"/>
                </a:solidFill>
                <a:latin typeface="微软雅黑" panose="020B0503020204020204" charset="-122"/>
                <a:ea typeface="微软雅黑" panose="020B0503020204020204" charset="-122"/>
                <a:cs typeface="微软雅黑" panose="020B0503020204020204" charset="-122"/>
              </a:rPr>
              <a:t>科学性</a:t>
            </a: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：科技论文应该服从科学研究的宗旨；</a:t>
            </a:r>
          </a:p>
          <a:p>
            <a:pPr marL="0" lvl="0" indent="0" defTabSz="457200" eaLnBrk="1" hangingPunct="1">
              <a:spcBef>
                <a:spcPct val="0"/>
              </a:spcBef>
              <a:buNone/>
            </a:pP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800" b="1" dirty="0">
                <a:solidFill>
                  <a:srgbClr val="000000"/>
                </a:solidFill>
                <a:latin typeface="微软雅黑" panose="020B0503020204020204" charset="-122"/>
                <a:ea typeface="微软雅黑" panose="020B0503020204020204" charset="-122"/>
                <a:cs typeface="微软雅黑" panose="020B0503020204020204" charset="-122"/>
              </a:rPr>
              <a:t>2</a:t>
            </a: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a:t>
            </a:r>
            <a:r>
              <a:rPr lang="zh-CN" altLang="en-US" sz="2800" b="1" dirty="0">
                <a:solidFill>
                  <a:srgbClr val="0033CC"/>
                </a:solidFill>
                <a:latin typeface="微软雅黑" panose="020B0503020204020204" charset="-122"/>
                <a:ea typeface="微软雅黑" panose="020B0503020204020204" charset="-122"/>
                <a:cs typeface="微软雅黑" panose="020B0503020204020204" charset="-122"/>
              </a:rPr>
              <a:t>创造性</a:t>
            </a: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：创造性是衡量科技论文价值的根本标准；</a:t>
            </a:r>
          </a:p>
          <a:p>
            <a:pPr marL="0" lvl="0" indent="0" defTabSz="457200" eaLnBrk="1" hangingPunct="1">
              <a:spcBef>
                <a:spcPct val="0"/>
              </a:spcBef>
              <a:buNone/>
            </a:pP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800" b="1" dirty="0">
                <a:solidFill>
                  <a:srgbClr val="000000"/>
                </a:solidFill>
                <a:latin typeface="微软雅黑" panose="020B0503020204020204" charset="-122"/>
                <a:ea typeface="微软雅黑" panose="020B0503020204020204" charset="-122"/>
                <a:cs typeface="微软雅黑" panose="020B0503020204020204" charset="-122"/>
              </a:rPr>
              <a:t>3</a:t>
            </a: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a:t>
            </a:r>
            <a:r>
              <a:rPr lang="zh-CN" altLang="en-US" sz="2800" b="1" dirty="0">
                <a:solidFill>
                  <a:srgbClr val="0033CC"/>
                </a:solidFill>
                <a:latin typeface="微软雅黑" panose="020B0503020204020204" charset="-122"/>
                <a:ea typeface="微软雅黑" panose="020B0503020204020204" charset="-122"/>
                <a:cs typeface="微软雅黑" panose="020B0503020204020204" charset="-122"/>
              </a:rPr>
              <a:t>理论性</a:t>
            </a: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：理论性是科技论文区别于其他论文的重要标志；</a:t>
            </a:r>
            <a:endParaRPr lang="en-US" altLang="zh-CN" sz="2800" b="1" dirty="0">
              <a:solidFill>
                <a:srgbClr val="000000"/>
              </a:solidFill>
              <a:latin typeface="微软雅黑" panose="020B0503020204020204" charset="-122"/>
              <a:ea typeface="微软雅黑" panose="020B0503020204020204" charset="-122"/>
              <a:cs typeface="微软雅黑" panose="020B0503020204020204" charset="-122"/>
            </a:endParaRPr>
          </a:p>
          <a:p>
            <a:pPr marL="0" lvl="0" indent="0" defTabSz="457200" eaLnBrk="1" hangingPunct="1">
              <a:spcBef>
                <a:spcPct val="0"/>
              </a:spcBef>
              <a:buNone/>
            </a:pP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800" b="1" dirty="0">
                <a:solidFill>
                  <a:srgbClr val="000000"/>
                </a:solidFill>
                <a:latin typeface="微软雅黑" panose="020B0503020204020204" charset="-122"/>
                <a:ea typeface="微软雅黑" panose="020B0503020204020204" charset="-122"/>
                <a:cs typeface="微软雅黑" panose="020B0503020204020204" charset="-122"/>
              </a:rPr>
              <a:t>4</a:t>
            </a: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a:t>
            </a:r>
            <a:r>
              <a:rPr lang="zh-CN" altLang="en-US" sz="2800" b="1" dirty="0">
                <a:solidFill>
                  <a:srgbClr val="0033CC"/>
                </a:solidFill>
                <a:latin typeface="微软雅黑" panose="020B0503020204020204" charset="-122"/>
                <a:ea typeface="微软雅黑" panose="020B0503020204020204" charset="-122"/>
                <a:cs typeface="微软雅黑" panose="020B0503020204020204" charset="-122"/>
              </a:rPr>
              <a:t>实践性</a:t>
            </a: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：科技论文需要表现事物的发生、发展和变化的规律，表述自己对这些规律的认识；</a:t>
            </a:r>
            <a:endParaRPr lang="en-US" altLang="zh-CN" sz="2800" b="1" dirty="0">
              <a:solidFill>
                <a:srgbClr val="000000"/>
              </a:solidFill>
              <a:latin typeface="微软雅黑" panose="020B0503020204020204" charset="-122"/>
              <a:ea typeface="微软雅黑" panose="020B0503020204020204" charset="-122"/>
              <a:cs typeface="微软雅黑" panose="020B0503020204020204" charset="-122"/>
            </a:endParaRPr>
          </a:p>
          <a:p>
            <a:pPr marL="0" lvl="0" indent="0" defTabSz="457200" eaLnBrk="1" hangingPunct="1">
              <a:spcBef>
                <a:spcPct val="0"/>
              </a:spcBef>
              <a:buNone/>
            </a:pP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800" b="1" dirty="0">
                <a:solidFill>
                  <a:srgbClr val="000000"/>
                </a:solidFill>
                <a:latin typeface="微软雅黑" panose="020B0503020204020204" charset="-122"/>
                <a:ea typeface="微软雅黑" panose="020B0503020204020204" charset="-122"/>
                <a:cs typeface="微软雅黑" panose="020B0503020204020204" charset="-122"/>
              </a:rPr>
              <a:t>5</a:t>
            </a: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a:t>
            </a:r>
            <a:r>
              <a:rPr lang="zh-CN" altLang="en-US" sz="2800" b="1" dirty="0">
                <a:solidFill>
                  <a:srgbClr val="0033CC"/>
                </a:solidFill>
                <a:latin typeface="微软雅黑" panose="020B0503020204020204" charset="-122"/>
                <a:ea typeface="微软雅黑" panose="020B0503020204020204" charset="-122"/>
                <a:cs typeface="微软雅黑" panose="020B0503020204020204" charset="-122"/>
              </a:rPr>
              <a:t>可读性</a:t>
            </a: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：用通俗易懂的语言表述。</a:t>
            </a:r>
          </a:p>
        </p:txBody>
      </p:sp>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366"/>
                                        </p:tgtEl>
                                        <p:attrNameLst>
                                          <p:attrName>style.visibility</p:attrName>
                                        </p:attrNameLst>
                                      </p:cBhvr>
                                      <p:to>
                                        <p:strVal val="visible"/>
                                      </p:to>
                                    </p:set>
                                    <p:animEffect transition="in" filter="blinds(horizontal)">
                                      <p:cBhvr>
                                        <p:cTn id="12" dur="500"/>
                                        <p:tgtEl>
                                          <p:spTgt spid="153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15366"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6388" name="矩形 3"/>
          <p:cNvSpPr/>
          <p:nvPr/>
        </p:nvSpPr>
        <p:spPr>
          <a:xfrm>
            <a:off x="827088" y="981075"/>
            <a:ext cx="863441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5.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成果形式（一）：科技论文</a:t>
            </a:r>
          </a:p>
        </p:txBody>
      </p:sp>
      <p:sp>
        <p:nvSpPr>
          <p:cNvPr id="5" name="矩形 4"/>
          <p:cNvSpPr/>
          <p:nvPr>
            <p:custDataLst>
              <p:tags r:id="rId2"/>
            </p:custDataLst>
          </p:nvPr>
        </p:nvSpPr>
        <p:spPr>
          <a:xfrm>
            <a:off x="827088" y="1564323"/>
            <a:ext cx="8208963" cy="503238"/>
          </a:xfrm>
          <a:prstGeom prst="rect">
            <a:avLst/>
          </a:prstGeom>
          <a:solidFill>
            <a:schemeClr val="accent1"/>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科技论文写作的意义：</a:t>
            </a:r>
          </a:p>
        </p:txBody>
      </p:sp>
      <p:sp>
        <p:nvSpPr>
          <p:cNvPr id="16390" name="矩形 5"/>
          <p:cNvSpPr/>
          <p:nvPr/>
        </p:nvSpPr>
        <p:spPr>
          <a:xfrm>
            <a:off x="949325" y="2007235"/>
            <a:ext cx="7785100" cy="360997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lnSpc>
                <a:spcPct val="120000"/>
              </a:lnSpc>
              <a:spcBef>
                <a:spcPts val="0"/>
              </a:spcBef>
              <a:spcAft>
                <a:spcPts val="0"/>
              </a:spcAft>
              <a:buNone/>
            </a:pP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rPr>
              <a:t>1</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）科技论文的写作是科技工作者进行科学技术研究与开发的延续，是科研成果的必然总结；</a:t>
            </a:r>
          </a:p>
          <a:p>
            <a:pPr marL="0" lvl="0" indent="0" defTabSz="457200" eaLnBrk="1" hangingPunct="1">
              <a:lnSpc>
                <a:spcPct val="120000"/>
              </a:lnSpc>
              <a:spcBef>
                <a:spcPts val="0"/>
              </a:spcBef>
              <a:spcAft>
                <a:spcPts val="0"/>
              </a:spcAft>
              <a:buNone/>
            </a:pP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rPr>
              <a:t>2</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）科研项目的协作性要求运用文字等书面符号来传递信息，沟通情况；</a:t>
            </a:r>
          </a:p>
          <a:p>
            <a:pPr marL="0" lvl="0" indent="0" defTabSz="457200" eaLnBrk="1" hangingPunct="1">
              <a:lnSpc>
                <a:spcPct val="120000"/>
              </a:lnSpc>
              <a:spcBef>
                <a:spcPts val="0"/>
              </a:spcBef>
              <a:spcAft>
                <a:spcPts val="0"/>
              </a:spcAft>
              <a:buNone/>
            </a:pP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rPr>
              <a:t>3</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）科研过程中，从选题到收集资料，从科研设计到研究报告和论文的写作，对整个科研工作都非常重要；</a:t>
            </a:r>
          </a:p>
          <a:p>
            <a:pPr marL="0" lvl="0" indent="0" defTabSz="457200" eaLnBrk="1" hangingPunct="1">
              <a:lnSpc>
                <a:spcPct val="120000"/>
              </a:lnSpc>
              <a:spcBef>
                <a:spcPts val="0"/>
              </a:spcBef>
              <a:spcAft>
                <a:spcPts val="0"/>
              </a:spcAft>
              <a:buNone/>
            </a:pP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rPr>
              <a:t>4</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）撰写论文与作者的思维能力以及科研方法息息相关；</a:t>
            </a:r>
          </a:p>
          <a:p>
            <a:pPr marL="0" lvl="0" indent="0" defTabSz="457200" eaLnBrk="1" hangingPunct="1">
              <a:lnSpc>
                <a:spcPct val="120000"/>
              </a:lnSpc>
              <a:spcBef>
                <a:spcPts val="0"/>
              </a:spcBef>
              <a:spcAft>
                <a:spcPts val="0"/>
              </a:spcAft>
              <a:buNone/>
            </a:pP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rPr>
              <a:t>5</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）科技论文写作并非简单地把科学研究中取得的成果书面表达出来，而其本身就是科学研究的思维过程。</a:t>
            </a:r>
          </a:p>
        </p:txBody>
      </p:sp>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390"/>
                                        </p:tgtEl>
                                        <p:attrNameLst>
                                          <p:attrName>style.visibility</p:attrName>
                                        </p:attrNameLst>
                                      </p:cBhvr>
                                      <p:to>
                                        <p:strVal val="visible"/>
                                      </p:to>
                                    </p:set>
                                    <p:animEffect transition="in" filter="blinds(horizontal)">
                                      <p:cBhvr>
                                        <p:cTn id="12" dur="500"/>
                                        <p:tgtEl>
                                          <p:spTgt spid="163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16390"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7412" name="矩形 3"/>
          <p:cNvSpPr/>
          <p:nvPr/>
        </p:nvSpPr>
        <p:spPr>
          <a:xfrm>
            <a:off x="827088" y="981075"/>
            <a:ext cx="863441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5.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成果形式（一）：科技论文</a:t>
            </a:r>
          </a:p>
        </p:txBody>
      </p:sp>
      <p:sp>
        <p:nvSpPr>
          <p:cNvPr id="5" name="矩形 4"/>
          <p:cNvSpPr/>
          <p:nvPr>
            <p:custDataLst>
              <p:tags r:id="rId2"/>
            </p:custDataLst>
          </p:nvPr>
        </p:nvSpPr>
        <p:spPr>
          <a:xfrm>
            <a:off x="827088" y="1557338"/>
            <a:ext cx="8208963" cy="503238"/>
          </a:xfrm>
          <a:prstGeom prst="rect">
            <a:avLst/>
          </a:prstGeom>
          <a:solidFill>
            <a:schemeClr val="accent1"/>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科技论文的写作要求：</a:t>
            </a:r>
          </a:p>
        </p:txBody>
      </p:sp>
      <p:sp>
        <p:nvSpPr>
          <p:cNvPr id="17414" name="矩形 5"/>
          <p:cNvSpPr/>
          <p:nvPr/>
        </p:nvSpPr>
        <p:spPr>
          <a:xfrm>
            <a:off x="900113" y="2349500"/>
            <a:ext cx="7993062" cy="26765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buNone/>
            </a:pP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800" b="1" dirty="0">
                <a:solidFill>
                  <a:srgbClr val="000000"/>
                </a:solidFill>
                <a:latin typeface="微软雅黑" panose="020B0503020204020204" charset="-122"/>
                <a:ea typeface="微软雅黑" panose="020B0503020204020204" charset="-122"/>
                <a:cs typeface="微软雅黑" panose="020B0503020204020204" charset="-122"/>
              </a:rPr>
              <a:t>1</a:t>
            </a: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）主题明确，中心突出</a:t>
            </a:r>
          </a:p>
          <a:p>
            <a:pPr marL="0" lvl="0" indent="0" defTabSz="457200" eaLnBrk="1" hangingPunct="1">
              <a:spcBef>
                <a:spcPct val="0"/>
              </a:spcBef>
              <a:buNone/>
            </a:pP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800" b="1" dirty="0">
                <a:solidFill>
                  <a:srgbClr val="000000"/>
                </a:solidFill>
                <a:latin typeface="微软雅黑" panose="020B0503020204020204" charset="-122"/>
                <a:ea typeface="微软雅黑" panose="020B0503020204020204" charset="-122"/>
                <a:cs typeface="微软雅黑" panose="020B0503020204020204" charset="-122"/>
              </a:rPr>
              <a:t>2</a:t>
            </a: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）结构严谨，层次分明</a:t>
            </a:r>
          </a:p>
          <a:p>
            <a:pPr marL="0" lvl="0" indent="0" defTabSz="457200" eaLnBrk="1" hangingPunct="1">
              <a:spcBef>
                <a:spcPct val="0"/>
              </a:spcBef>
              <a:buNone/>
            </a:pP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800" b="1" dirty="0">
                <a:solidFill>
                  <a:srgbClr val="000000"/>
                </a:solidFill>
                <a:latin typeface="微软雅黑" panose="020B0503020204020204" charset="-122"/>
                <a:ea typeface="微软雅黑" panose="020B0503020204020204" charset="-122"/>
                <a:cs typeface="微软雅黑" panose="020B0503020204020204" charset="-122"/>
              </a:rPr>
              <a:t>3</a:t>
            </a: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）逻辑严密，自成系统</a:t>
            </a:r>
          </a:p>
          <a:p>
            <a:pPr marL="0" lvl="0" indent="0" defTabSz="457200" eaLnBrk="1" hangingPunct="1">
              <a:spcBef>
                <a:spcPct val="0"/>
              </a:spcBef>
              <a:buNone/>
            </a:pP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800" b="1" dirty="0">
                <a:solidFill>
                  <a:srgbClr val="000000"/>
                </a:solidFill>
                <a:latin typeface="微软雅黑" panose="020B0503020204020204" charset="-122"/>
                <a:ea typeface="微软雅黑" panose="020B0503020204020204" charset="-122"/>
                <a:cs typeface="微软雅黑" panose="020B0503020204020204" charset="-122"/>
              </a:rPr>
              <a:t>4</a:t>
            </a: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）论证充分，说理透彻</a:t>
            </a:r>
          </a:p>
          <a:p>
            <a:pPr marL="0" lvl="0" indent="0" defTabSz="457200" eaLnBrk="1" hangingPunct="1">
              <a:spcBef>
                <a:spcPct val="0"/>
              </a:spcBef>
              <a:buNone/>
            </a:pP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800" b="1" dirty="0">
                <a:solidFill>
                  <a:srgbClr val="000000"/>
                </a:solidFill>
                <a:latin typeface="微软雅黑" panose="020B0503020204020204" charset="-122"/>
                <a:ea typeface="微软雅黑" panose="020B0503020204020204" charset="-122"/>
                <a:cs typeface="微软雅黑" panose="020B0503020204020204" charset="-122"/>
              </a:rPr>
              <a:t>5</a:t>
            </a: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）提出问题，解决问题</a:t>
            </a:r>
          </a:p>
          <a:p>
            <a:pPr marL="0" lvl="0" indent="0" defTabSz="457200" eaLnBrk="1" hangingPunct="1">
              <a:spcBef>
                <a:spcPct val="0"/>
              </a:spcBef>
              <a:buNone/>
            </a:pP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800" b="1" dirty="0">
                <a:solidFill>
                  <a:srgbClr val="000000"/>
                </a:solidFill>
                <a:latin typeface="微软雅黑" panose="020B0503020204020204" charset="-122"/>
                <a:ea typeface="微软雅黑" panose="020B0503020204020204" charset="-122"/>
                <a:cs typeface="微软雅黑" panose="020B0503020204020204" charset="-122"/>
              </a:rPr>
              <a:t>6</a:t>
            </a: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）语言简洁，概念准确</a:t>
            </a:r>
          </a:p>
        </p:txBody>
      </p:sp>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414"/>
                                        </p:tgtEl>
                                        <p:attrNameLst>
                                          <p:attrName>style.visibility</p:attrName>
                                        </p:attrNameLst>
                                      </p:cBhvr>
                                      <p:to>
                                        <p:strVal val="visible"/>
                                      </p:to>
                                    </p:set>
                                    <p:animEffect transition="in" filter="blinds(horizontal)">
                                      <p:cBhvr>
                                        <p:cTn id="12" dur="500"/>
                                        <p:tgtEl>
                                          <p:spTgt spid="17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17414"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8436" name="矩形 3"/>
          <p:cNvSpPr/>
          <p:nvPr/>
        </p:nvSpPr>
        <p:spPr>
          <a:xfrm>
            <a:off x="827088" y="981075"/>
            <a:ext cx="863441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5.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成果形式（一）：科技论文</a:t>
            </a:r>
          </a:p>
        </p:txBody>
      </p:sp>
      <p:sp>
        <p:nvSpPr>
          <p:cNvPr id="5" name="矩形 4"/>
          <p:cNvSpPr/>
          <p:nvPr>
            <p:custDataLst>
              <p:tags r:id="rId2"/>
            </p:custDataLst>
          </p:nvPr>
        </p:nvSpPr>
        <p:spPr>
          <a:xfrm>
            <a:off x="827088" y="1564323"/>
            <a:ext cx="8208963" cy="503238"/>
          </a:xfrm>
          <a:prstGeom prst="rect">
            <a:avLst/>
          </a:prstGeom>
          <a:solidFill>
            <a:schemeClr val="accent1"/>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科技论文写作格式标准化：</a:t>
            </a:r>
          </a:p>
        </p:txBody>
      </p:sp>
      <p:sp>
        <p:nvSpPr>
          <p:cNvPr id="18438" name="矩形 5"/>
          <p:cNvSpPr/>
          <p:nvPr/>
        </p:nvSpPr>
        <p:spPr>
          <a:xfrm>
            <a:off x="863918" y="2140585"/>
            <a:ext cx="7993062" cy="439991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buNone/>
            </a:pP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800" b="1" dirty="0">
                <a:solidFill>
                  <a:srgbClr val="000000"/>
                </a:solidFill>
                <a:latin typeface="微软雅黑" panose="020B0503020204020204" charset="-122"/>
                <a:ea typeface="微软雅黑" panose="020B0503020204020204" charset="-122"/>
                <a:cs typeface="微软雅黑" panose="020B0503020204020204" charset="-122"/>
              </a:rPr>
              <a:t>1</a:t>
            </a: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）意义：方便信息交流、储存、检索和传播。</a:t>
            </a:r>
          </a:p>
          <a:p>
            <a:pPr marL="0" lvl="0" indent="0" defTabSz="457200" eaLnBrk="1" hangingPunct="1">
              <a:spcBef>
                <a:spcPct val="0"/>
              </a:spcBef>
              <a:buNone/>
            </a:pP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800" b="1" dirty="0">
                <a:solidFill>
                  <a:srgbClr val="000000"/>
                </a:solidFill>
                <a:latin typeface="微软雅黑" panose="020B0503020204020204" charset="-122"/>
                <a:ea typeface="微软雅黑" panose="020B0503020204020204" charset="-122"/>
                <a:cs typeface="微软雅黑" panose="020B0503020204020204" charset="-122"/>
              </a:rPr>
              <a:t>2</a:t>
            </a: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）组成部分：</a:t>
            </a:r>
          </a:p>
          <a:p>
            <a:pPr marL="1028700" lvl="1" indent="-285750" defTabSz="457200" eaLnBrk="1" hangingPunct="1">
              <a:spcBef>
                <a:spcPct val="0"/>
              </a:spcBef>
              <a:buFont typeface="Wingdings" panose="05000000000000000000" pitchFamily="2" charset="2"/>
              <a:buChar char="Ø"/>
            </a:pP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题名</a:t>
            </a:r>
          </a:p>
          <a:p>
            <a:pPr marL="1028700" lvl="1" indent="-285750" defTabSz="457200" eaLnBrk="1" hangingPunct="1">
              <a:spcBef>
                <a:spcPct val="0"/>
              </a:spcBef>
              <a:buFont typeface="Wingdings" panose="05000000000000000000" pitchFamily="2" charset="2"/>
              <a:buChar char="Ø"/>
            </a:pP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署名</a:t>
            </a:r>
          </a:p>
          <a:p>
            <a:pPr marL="1028700" lvl="1" indent="-285750" defTabSz="457200" eaLnBrk="1" hangingPunct="1">
              <a:spcBef>
                <a:spcPct val="0"/>
              </a:spcBef>
              <a:buFont typeface="Wingdings" panose="05000000000000000000" pitchFamily="2" charset="2"/>
              <a:buChar char="Ø"/>
            </a:pP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摘要</a:t>
            </a:r>
          </a:p>
          <a:p>
            <a:pPr marL="1028700" lvl="1" indent="-285750" defTabSz="457200" eaLnBrk="1" hangingPunct="1">
              <a:spcBef>
                <a:spcPct val="0"/>
              </a:spcBef>
              <a:buFont typeface="Wingdings" panose="05000000000000000000" pitchFamily="2" charset="2"/>
              <a:buChar char="Ø"/>
            </a:pP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关键词</a:t>
            </a:r>
          </a:p>
          <a:p>
            <a:pPr marL="1028700" lvl="1" indent="-285750" defTabSz="457200" eaLnBrk="1" hangingPunct="1">
              <a:spcBef>
                <a:spcPct val="0"/>
              </a:spcBef>
              <a:buFont typeface="Wingdings" panose="05000000000000000000" pitchFamily="2" charset="2"/>
              <a:buChar char="Ø"/>
            </a:pP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引言</a:t>
            </a:r>
          </a:p>
          <a:p>
            <a:pPr marL="1028700" lvl="1" indent="-285750" defTabSz="457200" eaLnBrk="1" hangingPunct="1">
              <a:spcBef>
                <a:spcPct val="0"/>
              </a:spcBef>
              <a:buFont typeface="Wingdings" panose="05000000000000000000" pitchFamily="2" charset="2"/>
              <a:buChar char="Ø"/>
            </a:pP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正文</a:t>
            </a:r>
          </a:p>
          <a:p>
            <a:pPr marL="1028700" lvl="1" indent="-285750" defTabSz="457200" eaLnBrk="1" hangingPunct="1">
              <a:spcBef>
                <a:spcPct val="0"/>
              </a:spcBef>
              <a:buFont typeface="Wingdings" panose="05000000000000000000" pitchFamily="2" charset="2"/>
              <a:buChar char="Ø"/>
            </a:pP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结论</a:t>
            </a:r>
          </a:p>
          <a:p>
            <a:pPr marL="1028700" lvl="1" indent="-285750" defTabSz="457200" eaLnBrk="1" hangingPunct="1">
              <a:spcBef>
                <a:spcPct val="0"/>
              </a:spcBef>
              <a:buFont typeface="Wingdings" panose="05000000000000000000" pitchFamily="2" charset="2"/>
              <a:buChar char="Ø"/>
            </a:pP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参考文献</a:t>
            </a:r>
          </a:p>
        </p:txBody>
      </p:sp>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438"/>
                                        </p:tgtEl>
                                        <p:attrNameLst>
                                          <p:attrName>style.visibility</p:attrName>
                                        </p:attrNameLst>
                                      </p:cBhvr>
                                      <p:to>
                                        <p:strVal val="visible"/>
                                      </p:to>
                                    </p:set>
                                    <p:animEffect transition="in" filter="blinds(horizontal)">
                                      <p:cBhvr>
                                        <p:cTn id="12" dur="500"/>
                                        <p:tgtEl>
                                          <p:spTgt spid="184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18438"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9460" name="矩形 3"/>
          <p:cNvSpPr/>
          <p:nvPr/>
        </p:nvSpPr>
        <p:spPr>
          <a:xfrm>
            <a:off x="827088" y="981075"/>
            <a:ext cx="863441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5.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成果形式（一）：科技论文</a:t>
            </a:r>
          </a:p>
        </p:txBody>
      </p:sp>
      <p:sp>
        <p:nvSpPr>
          <p:cNvPr id="5" name="矩形 4"/>
          <p:cNvSpPr/>
          <p:nvPr>
            <p:custDataLst>
              <p:tags r:id="rId2"/>
            </p:custDataLst>
          </p:nvPr>
        </p:nvSpPr>
        <p:spPr>
          <a:xfrm>
            <a:off x="826453" y="1564323"/>
            <a:ext cx="8208963" cy="503238"/>
          </a:xfrm>
          <a:prstGeom prst="rect">
            <a:avLst/>
          </a:prstGeom>
          <a:solidFill>
            <a:schemeClr val="accent1"/>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科技论文写作格式标准化：</a:t>
            </a:r>
          </a:p>
        </p:txBody>
      </p:sp>
      <p:sp>
        <p:nvSpPr>
          <p:cNvPr id="7" name="Rectangle 15"/>
          <p:cNvSpPr/>
          <p:nvPr/>
        </p:nvSpPr>
        <p:spPr>
          <a:xfrm>
            <a:off x="827405" y="2062480"/>
            <a:ext cx="8209280" cy="953135"/>
          </a:xfrm>
          <a:prstGeom prst="rect">
            <a:avLst/>
          </a:prstGeom>
          <a:noFill/>
          <a:ln w="9525">
            <a:noFill/>
          </a:ln>
        </p:spPr>
        <p:txBody>
          <a:bodyPr wrap="square" anchor="t">
            <a:spAutoFit/>
          </a:body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Ø"/>
            </a:pPr>
            <a:r>
              <a:rPr kumimoji="0" lang="zh-CN" altLang="en-US" sz="2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sym typeface="+mn-ea"/>
              </a:rPr>
              <a:t>题名：应该以最恰当、最简明的词语反映报告、论文中最重要的特定内容。</a:t>
            </a:r>
          </a:p>
        </p:txBody>
      </p:sp>
      <p:sp>
        <p:nvSpPr>
          <p:cNvPr id="8" name="文本框 7"/>
          <p:cNvSpPr txBox="1"/>
          <p:nvPr/>
        </p:nvSpPr>
        <p:spPr>
          <a:xfrm>
            <a:off x="897255" y="2974975"/>
            <a:ext cx="8081010" cy="706755"/>
          </a:xfrm>
          <a:prstGeom prst="rect">
            <a:avLst/>
          </a:prstGeom>
          <a:noFill/>
        </p:spPr>
        <p:txBody>
          <a:bodyPr wrap="square" rtlCol="0">
            <a:spAutoFit/>
          </a:bodyPr>
          <a:lstStyle/>
          <a:p>
            <a:pPr marR="0" defTabSz="914400" eaLnBrk="1" fontAlgn="auto" hangingPunct="1">
              <a:spcBef>
                <a:spcPts val="0"/>
              </a:spcBef>
              <a:spcAft>
                <a:spcPts val="0"/>
              </a:spcAft>
              <a:buClrTx/>
              <a:buSzTx/>
              <a:buFont typeface="Wingdings" panose="05000000000000000000" charset="0"/>
            </a:pPr>
            <a:r>
              <a:rPr kumimoji="0" lang="zh-CN" altLang="en-US" sz="20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对题名字数规定：中文题名一般不宜超过</a:t>
            </a:r>
            <a:r>
              <a:rPr kumimoji="0" lang="en-US" altLang="zh-CN" sz="20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20</a:t>
            </a:r>
            <a:r>
              <a:rPr kumimoji="0" lang="zh-CN" altLang="en-US" sz="20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字（可加副标题），外文题名一般不宜超过</a:t>
            </a:r>
            <a:r>
              <a:rPr kumimoji="0" lang="en-US" altLang="zh-CN" sz="20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10</a:t>
            </a:r>
            <a:r>
              <a:rPr kumimoji="0" lang="zh-CN" altLang="en-US" sz="20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个实词。</a:t>
            </a:r>
          </a:p>
        </p:txBody>
      </p:sp>
      <p:sp>
        <p:nvSpPr>
          <p:cNvPr id="10" name="文本框 9"/>
          <p:cNvSpPr txBox="1"/>
          <p:nvPr/>
        </p:nvSpPr>
        <p:spPr>
          <a:xfrm>
            <a:off x="897255" y="3681730"/>
            <a:ext cx="8139430" cy="1630045"/>
          </a:xfrm>
          <a:prstGeom prst="rect">
            <a:avLst/>
          </a:prstGeom>
          <a:noFill/>
        </p:spPr>
        <p:txBody>
          <a:bodyPr wrap="square" rtlCol="0">
            <a:spAutoFit/>
          </a:bodyPr>
          <a:lstStyle/>
          <a:p>
            <a:pPr marR="0" defTabSz="914400" eaLnBrk="1" fontAlgn="auto" hangingPunct="1">
              <a:spcBef>
                <a:spcPts val="0"/>
              </a:spcBef>
              <a:spcAft>
                <a:spcPts val="0"/>
              </a:spcAft>
              <a:buClrTx/>
              <a:buSzTx/>
              <a:buFont typeface="Wingdings" panose="05000000000000000000" charset="0"/>
            </a:pPr>
            <a:r>
              <a:rPr kumimoji="0" lang="zh-CN" altLang="en-US" sz="20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题名与选题的联系为：</a:t>
            </a:r>
          </a:p>
          <a:p>
            <a:pPr marR="0" defTabSz="914400" eaLnBrk="1" fontAlgn="auto" hangingPunct="1">
              <a:spcBef>
                <a:spcPts val="0"/>
              </a:spcBef>
              <a:spcAft>
                <a:spcPts val="0"/>
              </a:spcAft>
              <a:buClrTx/>
              <a:buSzTx/>
              <a:buFont typeface="Wingdings" panose="05000000000000000000" charset="0"/>
            </a:pPr>
            <a:r>
              <a:rPr kumimoji="0" lang="en-US" altLang="zh-CN" sz="20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a:t>
            </a:r>
            <a:r>
              <a:rPr kumimoji="0" lang="zh-CN" altLang="en-US" sz="20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）题名应该反映出选题的内容；</a:t>
            </a:r>
          </a:p>
          <a:p>
            <a:pPr marR="0" defTabSz="914400" eaLnBrk="1" fontAlgn="auto" hangingPunct="1">
              <a:spcBef>
                <a:spcPts val="0"/>
              </a:spcBef>
              <a:spcAft>
                <a:spcPts val="0"/>
              </a:spcAft>
              <a:buClrTx/>
              <a:buSzTx/>
              <a:buFont typeface="Wingdings" panose="05000000000000000000" charset="0"/>
            </a:pPr>
            <a:r>
              <a:rPr kumimoji="0" lang="en-US" altLang="zh-CN" sz="20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b</a:t>
            </a:r>
            <a:r>
              <a:rPr kumimoji="0" lang="zh-CN" altLang="en-US" sz="20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）题名的内容必定受选题内容的制约；</a:t>
            </a:r>
          </a:p>
          <a:p>
            <a:pPr marR="0" defTabSz="914400" eaLnBrk="1" fontAlgn="auto" hangingPunct="1">
              <a:spcBef>
                <a:spcPts val="0"/>
              </a:spcBef>
              <a:spcAft>
                <a:spcPts val="0"/>
              </a:spcAft>
              <a:buClrTx/>
              <a:buSzTx/>
              <a:buFont typeface="Wingdings" panose="05000000000000000000" charset="0"/>
            </a:pPr>
            <a:r>
              <a:rPr kumimoji="0" lang="en-US" altLang="zh-CN" sz="20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c</a:t>
            </a:r>
            <a:r>
              <a:rPr kumimoji="0" lang="zh-CN" altLang="en-US" sz="20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）通过题名与选题之间关系的处理，反映了作者的思维方式、构思能力与文字表达能力等方面的素质。</a:t>
            </a:r>
          </a:p>
        </p:txBody>
      </p:sp>
      <p:sp>
        <p:nvSpPr>
          <p:cNvPr id="11" name="文本框 10"/>
          <p:cNvSpPr txBox="1"/>
          <p:nvPr/>
        </p:nvSpPr>
        <p:spPr>
          <a:xfrm>
            <a:off x="995998" y="5312093"/>
            <a:ext cx="8561388" cy="398780"/>
          </a:xfrm>
          <a:prstGeom prst="rect">
            <a:avLst/>
          </a:prstGeom>
          <a:noFill/>
        </p:spPr>
        <p:txBody>
          <a:bodyPr wrap="square" rtlCol="0">
            <a:spAutoFit/>
          </a:bodyPr>
          <a:lstStyle/>
          <a:p>
            <a:pPr marR="0" defTabSz="914400" eaLnBrk="1" fontAlgn="auto" hangingPunct="1">
              <a:spcBef>
                <a:spcPts val="0"/>
              </a:spcBef>
              <a:spcAft>
                <a:spcPts val="0"/>
              </a:spcAft>
              <a:buClrTx/>
              <a:buSzTx/>
              <a:buFont typeface="Wingdings" panose="05000000000000000000" charset="0"/>
            </a:pPr>
            <a:r>
              <a:rPr kumimoji="0" lang="zh-CN" altLang="en-US" sz="2000" b="1" kern="0" cap="none" spc="0" normalizeH="0" baseline="0" noProof="0" dirty="0">
                <a:solidFill>
                  <a:srgbClr val="000000"/>
                </a:solidFill>
                <a:latin typeface="微软雅黑" panose="020B0503020204020204" charset="-122"/>
                <a:ea typeface="微软雅黑" panose="020B0503020204020204" charset="-122"/>
                <a:cs typeface="Times New Roman" panose="02020603050405020304" pitchFamily="18" charset="0"/>
                <a:sym typeface="+mn-ea"/>
              </a:rPr>
              <a:t>选题的原则：分为宏观与微观两方面。</a:t>
            </a:r>
          </a:p>
        </p:txBody>
      </p:sp>
      <p:sp>
        <p:nvSpPr>
          <p:cNvPr id="12" name="文本框 11"/>
          <p:cNvSpPr txBox="1"/>
          <p:nvPr/>
        </p:nvSpPr>
        <p:spPr>
          <a:xfrm>
            <a:off x="995998" y="5712460"/>
            <a:ext cx="8569325" cy="398780"/>
          </a:xfrm>
          <a:prstGeom prst="rect">
            <a:avLst/>
          </a:prstGeom>
          <a:noFill/>
        </p:spPr>
        <p:txBody>
          <a:bodyPr wrap="square" rtlCol="0">
            <a:spAutoFit/>
          </a:bodyPr>
          <a:lstStyle/>
          <a:p>
            <a:pPr marR="0" defTabSz="914400" eaLnBrk="1" hangingPunct="1">
              <a:buClrTx/>
              <a:buSzTx/>
              <a:buFont typeface="Wingdings" panose="05000000000000000000" charset="0"/>
            </a:pPr>
            <a:r>
              <a:rPr kumimoji="0" lang="zh-CN" altLang="en-US" sz="2000" b="1" kern="0" cap="none" spc="0" normalizeH="0" baseline="0" noProof="0" dirty="0">
                <a:solidFill>
                  <a:srgbClr val="000000"/>
                </a:solidFill>
                <a:latin typeface="微软雅黑" panose="020B0503020204020204" charset="-122"/>
                <a:ea typeface="微软雅黑" panose="020B0503020204020204" charset="-122"/>
                <a:cs typeface="Times New Roman" panose="02020603050405020304" pitchFamily="18" charset="0"/>
                <a:sym typeface="+mn-ea"/>
              </a:rPr>
              <a:t>选题的信息源：稳定性信息源和瞬息型信息源。</a:t>
            </a:r>
          </a:p>
        </p:txBody>
      </p:sp>
      <p:sp>
        <p:nvSpPr>
          <p:cNvPr id="13" name="文本框 12"/>
          <p:cNvSpPr txBox="1"/>
          <p:nvPr/>
        </p:nvSpPr>
        <p:spPr>
          <a:xfrm>
            <a:off x="988378" y="6112510"/>
            <a:ext cx="8569325" cy="398780"/>
          </a:xfrm>
          <a:prstGeom prst="rect">
            <a:avLst/>
          </a:prstGeom>
          <a:noFill/>
        </p:spPr>
        <p:txBody>
          <a:bodyPr wrap="square" rtlCol="0">
            <a:spAutoFit/>
          </a:bodyPr>
          <a:lstStyle/>
          <a:p>
            <a:pPr marR="0" defTabSz="914400" eaLnBrk="1" hangingPunct="1">
              <a:buClrTx/>
              <a:buSzTx/>
              <a:buFontTx/>
            </a:pPr>
            <a:r>
              <a:rPr kumimoji="0" lang="zh-CN" altLang="en-US" sz="2000" b="1" kern="0" cap="none" spc="0" normalizeH="0" baseline="0" noProof="0" dirty="0">
                <a:solidFill>
                  <a:srgbClr val="000000"/>
                </a:solidFill>
                <a:latin typeface="微软雅黑" panose="020B0503020204020204" charset="-122"/>
                <a:ea typeface="微软雅黑" panose="020B0503020204020204" charset="-122"/>
                <a:cs typeface="Times New Roman" panose="02020603050405020304" pitchFamily="18" charset="0"/>
                <a:sym typeface="+mn-ea"/>
              </a:rPr>
              <a:t>拟定题目的方法：明确目的性；题名随主题变；推敲。</a:t>
            </a:r>
          </a:p>
        </p:txBody>
      </p:sp>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如何给一篇论文起题目？</a:t>
            </a:r>
          </a:p>
        </p:txBody>
      </p:sp>
      <p:sp>
        <p:nvSpPr>
          <p:cNvPr id="3" name="内容占位符 2"/>
          <p:cNvSpPr>
            <a:spLocks noGrp="1"/>
          </p:cNvSpPr>
          <p:nvPr>
            <p:ph idx="1"/>
          </p:nvPr>
        </p:nvSpPr>
        <p:spPr/>
        <p:txBody>
          <a:bodyPr>
            <a:normAutofit lnSpcReduction="10000"/>
          </a:bodyPr>
          <a:lstStyle/>
          <a:p>
            <a:r>
              <a:rPr lang="zh-CN" altLang="en-US" dirty="0"/>
              <a:t>在制作标题时，用一小段话写下手稿的主要结果。缩短文本使其更加简洁，同时保持描述性。重复这个过程，直到你的标题少于15个单词。</a:t>
            </a:r>
          </a:p>
          <a:p>
            <a:r>
              <a:rPr lang="zh-CN" altLang="en-US" sz="2100" dirty="0">
                <a:solidFill>
                  <a:srgbClr val="0033CC"/>
                </a:solidFill>
              </a:rPr>
              <a:t> </a:t>
            </a:r>
            <a:r>
              <a:rPr lang="en-US" altLang="zh-CN" sz="2100" dirty="0">
                <a:solidFill>
                  <a:srgbClr val="0033CC"/>
                </a:solidFill>
              </a:rPr>
              <a:t>How to write a good research paper title -“Unread science is lost science.”</a:t>
            </a:r>
          </a:p>
          <a:p>
            <a:pPr marL="342900" lvl="1" indent="0">
              <a:buNone/>
            </a:pPr>
            <a:r>
              <a:rPr lang="en-US" altLang="zh-CN" dirty="0"/>
              <a:t>By </a:t>
            </a:r>
            <a:r>
              <a:rPr lang="zh-CN" altLang="en-US" dirty="0"/>
              <a:t>Elisa De Ranieri, editor-in-chief at the </a:t>
            </a:r>
            <a:r>
              <a:rPr lang="zh-CN" altLang="en-US" i="1" dirty="0"/>
              <a:t>Nature</a:t>
            </a:r>
            <a:r>
              <a:rPr lang="en-US" altLang="zh-CN" i="1" dirty="0"/>
              <a:t> </a:t>
            </a:r>
            <a:r>
              <a:rPr lang="zh-CN" altLang="en-US" i="1" dirty="0"/>
              <a:t>Communications</a:t>
            </a:r>
            <a:r>
              <a:rPr lang="zh-CN" altLang="en-US" dirty="0"/>
              <a:t> journal </a:t>
            </a:r>
          </a:p>
          <a:p>
            <a:pPr lvl="0"/>
            <a:r>
              <a:rPr dirty="0">
                <a:solidFill>
                  <a:srgbClr val="000000"/>
                </a:solidFill>
                <a:sym typeface="+mn-ea"/>
              </a:rPr>
              <a:t>一个好的标题不会使用不必要的行话：它以一种清晰易懂的方式传达研究的主要结果，最好是非专家或新进入该领域的研究人员。</a:t>
            </a:r>
            <a:endParaRPr lang="zh-CN" altLang="en-US" dirty="0">
              <a:solidFill>
                <a:srgbClr val="000000"/>
              </a:solidFill>
              <a:latin typeface="微软雅黑" panose="020B0503020204020204" charset="-122"/>
              <a:ea typeface="微软雅黑" panose="020B0503020204020204" charset="-122"/>
            </a:endParaRPr>
          </a:p>
          <a:p>
            <a:pPr lvl="1"/>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0484" name="矩形 3"/>
          <p:cNvSpPr/>
          <p:nvPr/>
        </p:nvSpPr>
        <p:spPr>
          <a:xfrm>
            <a:off x="827088" y="981075"/>
            <a:ext cx="863441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5.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成果形式（一）：科技论文</a:t>
            </a:r>
          </a:p>
        </p:txBody>
      </p:sp>
      <p:sp>
        <p:nvSpPr>
          <p:cNvPr id="5" name="矩形 4"/>
          <p:cNvSpPr/>
          <p:nvPr>
            <p:custDataLst>
              <p:tags r:id="rId2"/>
            </p:custDataLst>
          </p:nvPr>
        </p:nvSpPr>
        <p:spPr>
          <a:xfrm>
            <a:off x="827088" y="1557338"/>
            <a:ext cx="8208963" cy="503238"/>
          </a:xfrm>
          <a:prstGeom prst="rect">
            <a:avLst/>
          </a:prstGeom>
          <a:solidFill>
            <a:schemeClr val="accent1"/>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科技论文写作格式标准化：</a:t>
            </a:r>
          </a:p>
        </p:txBody>
      </p:sp>
      <p:sp>
        <p:nvSpPr>
          <p:cNvPr id="14" name="Rectangle 15"/>
          <p:cNvSpPr/>
          <p:nvPr/>
        </p:nvSpPr>
        <p:spPr>
          <a:xfrm>
            <a:off x="901700" y="2211388"/>
            <a:ext cx="7558088" cy="521970"/>
          </a:xfrm>
          <a:prstGeom prst="rect">
            <a:avLst/>
          </a:prstGeom>
          <a:noFill/>
          <a:ln w="9525">
            <a:noFill/>
          </a:ln>
        </p:spPr>
        <p:txBody>
          <a:bodyPr wrap="square" anchor="t">
            <a:spAutoFit/>
          </a:body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Ø"/>
            </a:pPr>
            <a:r>
              <a:rPr kumimoji="0" lang="zh-CN" altLang="en-US" sz="2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sym typeface="+mn-ea"/>
              </a:rPr>
              <a:t>署名：一篇论文或一部著作一定有著者。</a:t>
            </a:r>
          </a:p>
        </p:txBody>
      </p:sp>
      <p:sp>
        <p:nvSpPr>
          <p:cNvPr id="15" name="文本框 14"/>
          <p:cNvSpPr txBox="1"/>
          <p:nvPr/>
        </p:nvSpPr>
        <p:spPr>
          <a:xfrm>
            <a:off x="1285240" y="3726815"/>
            <a:ext cx="7558088" cy="1938020"/>
          </a:xfrm>
          <a:prstGeom prst="rect">
            <a:avLst/>
          </a:prstGeom>
          <a:noFill/>
        </p:spPr>
        <p:txBody>
          <a:bodyPr wrap="square" rtlCol="0">
            <a:spAutoFit/>
          </a:bodyPr>
          <a:lstStyle/>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署名的作用与意义：</a:t>
            </a: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1</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）肯定成果的归属。</a:t>
            </a: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2</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）署名表现了编辑或出版者对作者的尊重。</a:t>
            </a: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3</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）署名便于读者与作者之间的联系。</a:t>
            </a: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4</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）署名也同时表示作者对作品的负责。</a:t>
            </a:r>
          </a:p>
        </p:txBody>
      </p:sp>
      <p:sp>
        <p:nvSpPr>
          <p:cNvPr id="16" name="文本框 15"/>
          <p:cNvSpPr txBox="1"/>
          <p:nvPr/>
        </p:nvSpPr>
        <p:spPr>
          <a:xfrm>
            <a:off x="1233488" y="2815273"/>
            <a:ext cx="7661275" cy="829945"/>
          </a:xfrm>
          <a:prstGeom prst="rect">
            <a:avLst/>
          </a:prstGeom>
          <a:noFill/>
        </p:spPr>
        <p:txBody>
          <a:bodyPr wrap="square" rtlCol="0">
            <a:spAutoFit/>
          </a:bodyPr>
          <a:lstStyle/>
          <a:p>
            <a:pPr marR="0" defTabSz="914400" eaLnBrk="1" hangingPunct="1">
              <a:buClrTx/>
              <a:buSzTx/>
              <a:buFontTx/>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Times New Roman" panose="02020603050405020304" pitchFamily="18" charset="0"/>
                <a:sym typeface="+mn-ea"/>
              </a:rPr>
              <a:t>署名的原则：对研究工作有贡献以及参加撰写论文并能对内容负责的人，按其贡献大小排名。</a:t>
            </a:r>
          </a:p>
        </p:txBody>
      </p:sp>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1508" name="矩形 3"/>
          <p:cNvSpPr/>
          <p:nvPr/>
        </p:nvSpPr>
        <p:spPr>
          <a:xfrm>
            <a:off x="827088" y="974090"/>
            <a:ext cx="863441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5.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成果形式（一）：科技论文</a:t>
            </a:r>
          </a:p>
        </p:txBody>
      </p:sp>
      <p:sp>
        <p:nvSpPr>
          <p:cNvPr id="5" name="矩形 4"/>
          <p:cNvSpPr/>
          <p:nvPr>
            <p:custDataLst>
              <p:tags r:id="rId2"/>
            </p:custDataLst>
          </p:nvPr>
        </p:nvSpPr>
        <p:spPr>
          <a:xfrm>
            <a:off x="827088" y="1557338"/>
            <a:ext cx="8208963" cy="503238"/>
          </a:xfrm>
          <a:prstGeom prst="rect">
            <a:avLst/>
          </a:prstGeom>
          <a:solidFill>
            <a:schemeClr val="accent1"/>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科技论文写作格式标准化：</a:t>
            </a:r>
          </a:p>
        </p:txBody>
      </p:sp>
      <p:sp>
        <p:nvSpPr>
          <p:cNvPr id="10" name="Rectangle 15"/>
          <p:cNvSpPr/>
          <p:nvPr/>
        </p:nvSpPr>
        <p:spPr>
          <a:xfrm>
            <a:off x="827088" y="2124075"/>
            <a:ext cx="7889875" cy="953135"/>
          </a:xfrm>
          <a:prstGeom prst="rect">
            <a:avLst/>
          </a:prstGeom>
          <a:noFill/>
          <a:ln w="9525">
            <a:noFill/>
          </a:ln>
        </p:spPr>
        <p:txBody>
          <a:bodyPr wrap="square" anchor="t">
            <a:spAutoFit/>
          </a:body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Ø"/>
            </a:pPr>
            <a:r>
              <a:rPr kumimoji="0" lang="zh-CN" altLang="en-US" sz="2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sym typeface="+mn-ea"/>
              </a:rPr>
              <a:t>摘要：摘要是报告、论文的内容不加注释和评论的简短陈述。</a:t>
            </a:r>
          </a:p>
        </p:txBody>
      </p:sp>
      <p:sp>
        <p:nvSpPr>
          <p:cNvPr id="11" name="文本框 10"/>
          <p:cNvSpPr txBox="1"/>
          <p:nvPr/>
        </p:nvSpPr>
        <p:spPr>
          <a:xfrm>
            <a:off x="1008698" y="3007995"/>
            <a:ext cx="8124825" cy="1938020"/>
          </a:xfrm>
          <a:prstGeom prst="rect">
            <a:avLst/>
          </a:prstGeom>
          <a:noFill/>
        </p:spPr>
        <p:txBody>
          <a:bodyPr wrap="square" rtlCol="0">
            <a:spAutoFit/>
          </a:bodyPr>
          <a:lstStyle/>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Times New Roman" panose="02020603050405020304" pitchFamily="18" charset="0"/>
                <a:sym typeface="+mn-ea"/>
              </a:rPr>
              <a:t>摘要的作用：</a:t>
            </a: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Times New Roman" panose="02020603050405020304" pitchFamily="18" charset="0"/>
                <a:sym typeface="+mn-ea"/>
              </a:rPr>
              <a:t>读者通过摘要，能够决定是否有必要进一步阅读全文。</a:t>
            </a: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Times New Roman" panose="02020603050405020304" pitchFamily="18" charset="0"/>
                <a:sym typeface="+mn-ea"/>
              </a:rPr>
              <a:t>读者不阅读全文也可以获得必要的信息。</a:t>
            </a: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Times New Roman" panose="02020603050405020304" pitchFamily="18" charset="0"/>
                <a:sym typeface="+mn-ea"/>
              </a:rPr>
              <a:t>摘要可以引用，可以用于工艺推广；作为情报资料，它也可供文摘第二次文献采用。</a:t>
            </a:r>
          </a:p>
        </p:txBody>
      </p:sp>
      <p:sp>
        <p:nvSpPr>
          <p:cNvPr id="12" name="文本框 11"/>
          <p:cNvSpPr txBox="1"/>
          <p:nvPr/>
        </p:nvSpPr>
        <p:spPr>
          <a:xfrm>
            <a:off x="1044893" y="5722938"/>
            <a:ext cx="8051800" cy="829945"/>
          </a:xfrm>
          <a:prstGeom prst="rect">
            <a:avLst/>
          </a:prstGeom>
          <a:noFill/>
        </p:spPr>
        <p:txBody>
          <a:bodyPr wrap="square" rtlCol="0">
            <a:spAutoFit/>
          </a:bodyPr>
          <a:lstStyle/>
          <a:p>
            <a:pPr marR="0" defTabSz="914400" eaLnBrk="1" fontAlgn="auto" hangingPunct="1">
              <a:spcBef>
                <a:spcPts val="0"/>
              </a:spcBef>
              <a:spcAft>
                <a:spcPts val="0"/>
              </a:spcAft>
              <a:buClrTx/>
              <a:buSzTx/>
              <a:buFontTx/>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注意事项：中文摘要一般不宜超过</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200~300</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字，外文摘要字数不宜超过</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250</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个实词。</a:t>
            </a:r>
          </a:p>
        </p:txBody>
      </p:sp>
      <p:sp>
        <p:nvSpPr>
          <p:cNvPr id="13" name="文本框 12"/>
          <p:cNvSpPr txBox="1"/>
          <p:nvPr/>
        </p:nvSpPr>
        <p:spPr>
          <a:xfrm>
            <a:off x="1008698" y="4893310"/>
            <a:ext cx="8247063" cy="829945"/>
          </a:xfrm>
          <a:prstGeom prst="rect">
            <a:avLst/>
          </a:prstGeom>
          <a:noFill/>
        </p:spPr>
        <p:txBody>
          <a:bodyPr wrap="square" rtlCol="0">
            <a:spAutoFit/>
          </a:bodyPr>
          <a:lstStyle/>
          <a:p>
            <a:pPr marR="0" defTabSz="914400" eaLnBrk="1" hangingPunct="1">
              <a:buClrTx/>
              <a:buSzTx/>
              <a:buFontTx/>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Times New Roman" panose="02020603050405020304" pitchFamily="18" charset="0"/>
                <a:sym typeface="+mn-ea"/>
              </a:rPr>
              <a:t>摘要的特点：应具有独立性，是一篇完整的短文，可以独立使用。</a:t>
            </a:r>
          </a:p>
        </p:txBody>
      </p:sp>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914400" y="635000"/>
            <a:ext cx="7315200" cy="2143125"/>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关于论文标题，你赞同以下哪些观点？</a:t>
            </a:r>
          </a:p>
        </p:txBody>
      </p:sp>
      <p:sp>
        <p:nvSpPr>
          <p:cNvPr id="4" name="文本框 3"/>
          <p:cNvSpPr txBox="1"/>
          <p:nvPr>
            <p:custDataLst>
              <p:tags r:id="rId3"/>
            </p:custDataLst>
          </p:nvPr>
        </p:nvSpPr>
        <p:spPr>
          <a:xfrm>
            <a:off x="1828800" y="2785745"/>
            <a:ext cx="64008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一个好的标题避免使用技术语言</a:t>
            </a:r>
          </a:p>
        </p:txBody>
      </p:sp>
      <p:sp>
        <p:nvSpPr>
          <p:cNvPr id="5" name="文本框 4"/>
          <p:cNvSpPr txBox="1"/>
          <p:nvPr>
            <p:custDataLst>
              <p:tags r:id="rId4"/>
            </p:custDataLst>
          </p:nvPr>
        </p:nvSpPr>
        <p:spPr>
          <a:xfrm>
            <a:off x="1828800" y="3642995"/>
            <a:ext cx="64008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好的标题很容易搜索</a:t>
            </a:r>
          </a:p>
        </p:txBody>
      </p:sp>
      <p:sp>
        <p:nvSpPr>
          <p:cNvPr id="6" name="文本框 5"/>
          <p:cNvSpPr txBox="1"/>
          <p:nvPr>
            <p:custDataLst>
              <p:tags r:id="rId5"/>
            </p:custDataLst>
          </p:nvPr>
        </p:nvSpPr>
        <p:spPr>
          <a:xfrm>
            <a:off x="1828800" y="4500245"/>
            <a:ext cx="64008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好的标题是有数据证明的</a:t>
            </a:r>
          </a:p>
        </p:txBody>
      </p:sp>
      <p:sp>
        <p:nvSpPr>
          <p:cNvPr id="7" name="文本框 6"/>
          <p:cNvSpPr txBox="1"/>
          <p:nvPr>
            <p:custDataLst>
              <p:tags r:id="rId6"/>
            </p:custDataLst>
          </p:nvPr>
        </p:nvSpPr>
        <p:spPr>
          <a:xfrm>
            <a:off x="1828800" y="5357495"/>
            <a:ext cx="64008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好的标题能激发好奇心</a:t>
            </a:r>
          </a:p>
        </p:txBody>
      </p:sp>
      <p:sp>
        <p:nvSpPr>
          <p:cNvPr id="8" name="矩形 7"/>
          <p:cNvSpPr>
            <a:spLocks noChangeAspect="1"/>
          </p:cNvSpPr>
          <p:nvPr>
            <p:custDataLst>
              <p:tags r:id="rId7"/>
            </p:custDataLst>
          </p:nvPr>
        </p:nvSpPr>
        <p:spPr>
          <a:xfrm>
            <a:off x="1114425" y="2849880"/>
            <a:ext cx="514350" cy="514350"/>
          </a:xfrm>
          <a:prstGeom prst="rect">
            <a:avLst/>
          </a:prstGeom>
          <a:solidFill>
            <a:srgbClr val="00FF00"/>
          </a:solidFill>
          <a:ln w="254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A</a:t>
            </a:r>
          </a:p>
        </p:txBody>
      </p:sp>
      <p:sp>
        <p:nvSpPr>
          <p:cNvPr id="9" name="矩形 8"/>
          <p:cNvSpPr>
            <a:spLocks noChangeAspect="1"/>
          </p:cNvSpPr>
          <p:nvPr>
            <p:custDataLst>
              <p:tags r:id="rId8"/>
            </p:custDataLst>
          </p:nvPr>
        </p:nvSpPr>
        <p:spPr>
          <a:xfrm>
            <a:off x="1114425" y="3707130"/>
            <a:ext cx="514350" cy="514350"/>
          </a:xfrm>
          <a:prstGeom prst="rect">
            <a:avLst/>
          </a:prstGeom>
          <a:solidFill>
            <a:srgbClr val="00FF00"/>
          </a:solidFill>
          <a:ln w="254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B</a:t>
            </a:r>
          </a:p>
        </p:txBody>
      </p:sp>
      <p:sp>
        <p:nvSpPr>
          <p:cNvPr id="10" name="矩形 9"/>
          <p:cNvSpPr>
            <a:spLocks noChangeAspect="1"/>
          </p:cNvSpPr>
          <p:nvPr>
            <p:custDataLst>
              <p:tags r:id="rId9"/>
            </p:custDataLst>
          </p:nvPr>
        </p:nvSpPr>
        <p:spPr>
          <a:xfrm>
            <a:off x="1114425" y="4564380"/>
            <a:ext cx="514350" cy="514350"/>
          </a:xfrm>
          <a:prstGeom prst="rect">
            <a:avLst/>
          </a:prstGeom>
          <a:solidFill>
            <a:srgbClr val="00FF00"/>
          </a:solidFill>
          <a:ln w="254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C</a:t>
            </a:r>
          </a:p>
        </p:txBody>
      </p:sp>
      <p:sp>
        <p:nvSpPr>
          <p:cNvPr id="11" name="矩形 10"/>
          <p:cNvSpPr>
            <a:spLocks noChangeAspect="1"/>
          </p:cNvSpPr>
          <p:nvPr>
            <p:custDataLst>
              <p:tags r:id="rId10"/>
            </p:custDataLst>
          </p:nvPr>
        </p:nvSpPr>
        <p:spPr>
          <a:xfrm>
            <a:off x="1114425" y="5421630"/>
            <a:ext cx="514350" cy="514350"/>
          </a:xfrm>
          <a:prstGeom prst="rect">
            <a:avLst/>
          </a:prstGeom>
          <a:solidFill>
            <a:srgbClr val="00FF00"/>
          </a:solidFill>
          <a:ln w="254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D</a:t>
            </a:r>
          </a:p>
        </p:txBody>
      </p:sp>
      <p:sp>
        <p:nvSpPr>
          <p:cNvPr id="12" name="圆角矩形 11"/>
          <p:cNvSpPr/>
          <p:nvPr>
            <p:custDataLst>
              <p:tags r:id="rId11"/>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提交</a:t>
            </a:r>
          </a:p>
        </p:txBody>
      </p:sp>
      <p:grpSp>
        <p:nvGrpSpPr>
          <p:cNvPr id="21" name="组合 20"/>
          <p:cNvGrpSpPr/>
          <p:nvPr>
            <p:custDataLst>
              <p:tags r:id="rId12"/>
            </p:custDataLst>
          </p:nvPr>
        </p:nvGrpSpPr>
        <p:grpSpPr>
          <a:xfrm>
            <a:off x="0" y="0"/>
            <a:ext cx="9144000" cy="635000"/>
            <a:chOff x="0" y="0"/>
            <a:chExt cx="14400" cy="1000"/>
          </a:xfrm>
        </p:grpSpPr>
        <p:sp>
          <p:nvSpPr>
            <p:cNvPr id="13" name="TitleBackground"/>
            <p:cNvSpPr/>
            <p:nvPr>
              <p:custDataLst>
                <p:tags r:id="rId14"/>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 name="ColorBlock"/>
            <p:cNvSpPr/>
            <p:nvPr>
              <p:custDataLst>
                <p:tags r:id="rId15"/>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TypeText"/>
            <p:cNvSpPr txBox="1"/>
            <p:nvPr>
              <p:custDataLst>
                <p:tags r:id="rId16"/>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多选题</a:t>
              </a:r>
            </a:p>
          </p:txBody>
        </p:sp>
        <p:sp>
          <p:nvSpPr>
            <p:cNvPr id="20" name="TipText"/>
            <p:cNvSpPr txBox="1"/>
            <p:nvPr>
              <p:custDataLst>
                <p:tags r:id="rId17"/>
              </p:custDataLst>
            </p:nvPr>
          </p:nvSpPr>
          <p:spPr>
            <a:xfrm>
              <a:off x="2403"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1分</a:t>
              </a:r>
            </a:p>
          </p:txBody>
        </p:sp>
      </p:grpSp>
      <p:pic>
        <p:nvPicPr>
          <p:cNvPr id="2" name="图片 1" descr="tmp8744"/>
          <p:cNvPicPr>
            <a:picLocks noChangeAspect="1"/>
          </p:cNvPicPr>
          <p:nvPr>
            <p:custDataLst>
              <p:tags r:id="rId13"/>
            </p:custDataLst>
          </p:nvPr>
        </p:nvPicPr>
        <p:blipFill>
          <a:blip r:embed="rId19"/>
          <a:stretch>
            <a:fillRect/>
          </a:stretch>
        </p:blipFill>
        <p:spPr>
          <a:xfrm>
            <a:off x="7594600" y="63500"/>
            <a:ext cx="1422400" cy="508000"/>
          </a:xfrm>
          <a:prstGeom prst="rect">
            <a:avLst/>
          </a:prstGeom>
        </p:spPr>
      </p:pic>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关于论文标题：</a:t>
            </a:r>
          </a:p>
        </p:txBody>
      </p:sp>
      <p:sp>
        <p:nvSpPr>
          <p:cNvPr id="3" name="内容占位符 2"/>
          <p:cNvSpPr>
            <a:spLocks noGrp="1"/>
          </p:cNvSpPr>
          <p:nvPr>
            <p:ph idx="1"/>
          </p:nvPr>
        </p:nvSpPr>
        <p:spPr/>
        <p:txBody>
          <a:bodyPr>
            <a:normAutofit fontScale="90000"/>
          </a:bodyPr>
          <a:lstStyle/>
          <a:p>
            <a:r>
              <a:rPr lang="zh-CN" altLang="en-US"/>
              <a:t>“A good title does not use unnecessary jargon,” says Elisa De Ranieri, editor-in-chief at the Nature Communications journal (published by Springer Nature, which also publishes Nature Index.)</a:t>
            </a:r>
          </a:p>
          <a:p>
            <a:pPr lvl="1"/>
            <a:r>
              <a:rPr lang="zh-CN" altLang="en-US"/>
              <a:t>“It communicates the main results in the study in a way that is clear and accessible, ideally to non-specialists or researchers new to the field.”</a:t>
            </a:r>
          </a:p>
          <a:p>
            <a:pPr lvl="1"/>
            <a:r>
              <a:rPr lang="zh-CN" altLang="en-US"/>
              <a:t>When crafting a title, says De Ranieri, write down the main result of the manuscript in a short paragraph. Shorten the text to make it more concise, while still remaining descriptive. Repeat this process until you have a title of fewer than 15 words.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关于论文标题：好奇心</a:t>
            </a:r>
            <a:endParaRPr lang="zh-CN" altLang="en-US"/>
          </a:p>
        </p:txBody>
      </p:sp>
      <p:sp>
        <p:nvSpPr>
          <p:cNvPr id="3" name="内容占位符 2"/>
          <p:cNvSpPr>
            <a:spLocks noGrp="1"/>
          </p:cNvSpPr>
          <p:nvPr>
            <p:ph idx="1"/>
          </p:nvPr>
        </p:nvSpPr>
        <p:spPr/>
        <p:txBody>
          <a:bodyPr>
            <a:normAutofit/>
          </a:bodyPr>
          <a:lstStyle/>
          <a:p>
            <a:r>
              <a:rPr lang="zh-CN" altLang="en-US"/>
              <a:t>“A title has to pique the interest of the person searching for literature in a split-second – enough that they click on the title to read the abstract. Unread science is lost science,” says Christine Mayer, editor-in-chief of the journal Advanced Therapeutics.</a:t>
            </a:r>
          </a:p>
          <a:p>
            <a:pPr lvl="1"/>
            <a:r>
              <a:rPr lang="zh-CN" altLang="en-US"/>
              <a:t>"White and wonderful? Microplastics prevail in snow from the Alps to the Arctic" (2019 Science),</a:t>
            </a:r>
          </a:p>
          <a:p>
            <a:pPr lvl="1"/>
            <a:r>
              <a:rPr lang="zh-CN" altLang="en-US"/>
              <a:t>“Kids these days: Why the youth of today seem lacking” (2019 Science Advances)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2532" name="矩形 3"/>
          <p:cNvSpPr/>
          <p:nvPr/>
        </p:nvSpPr>
        <p:spPr>
          <a:xfrm>
            <a:off x="827088" y="981075"/>
            <a:ext cx="863441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5.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成果形式（一）：科技论文</a:t>
            </a:r>
          </a:p>
        </p:txBody>
      </p:sp>
      <p:sp>
        <p:nvSpPr>
          <p:cNvPr id="5" name="矩形 4"/>
          <p:cNvSpPr/>
          <p:nvPr>
            <p:custDataLst>
              <p:tags r:id="rId2"/>
            </p:custDataLst>
          </p:nvPr>
        </p:nvSpPr>
        <p:spPr>
          <a:xfrm>
            <a:off x="827088" y="1557338"/>
            <a:ext cx="8208963" cy="503238"/>
          </a:xfrm>
          <a:prstGeom prst="rect">
            <a:avLst/>
          </a:prstGeom>
          <a:solidFill>
            <a:schemeClr val="accent1"/>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科技论文写作格式标准化：</a:t>
            </a:r>
          </a:p>
        </p:txBody>
      </p:sp>
      <p:sp>
        <p:nvSpPr>
          <p:cNvPr id="14" name="Rectangle 15"/>
          <p:cNvSpPr/>
          <p:nvPr/>
        </p:nvSpPr>
        <p:spPr>
          <a:xfrm>
            <a:off x="969645" y="2120583"/>
            <a:ext cx="7889875" cy="1383665"/>
          </a:xfrm>
          <a:prstGeom prst="rect">
            <a:avLst/>
          </a:prstGeom>
          <a:noFill/>
          <a:ln w="9525">
            <a:noFill/>
          </a:ln>
        </p:spPr>
        <p:txBody>
          <a:bodyPr wrap="square" anchor="t">
            <a:spAutoFit/>
          </a:body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Ø"/>
            </a:pPr>
            <a:r>
              <a:rPr kumimoji="0" lang="zh-CN" altLang="en-US" sz="2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sym typeface="+mn-ea"/>
              </a:rPr>
              <a:t>关键词：关键词是为了文献标引工作从报告、论文中选取出来用以表示全文主题内容信息款目的单词或术语。</a:t>
            </a:r>
          </a:p>
        </p:txBody>
      </p:sp>
      <p:sp>
        <p:nvSpPr>
          <p:cNvPr id="15" name="文本框 14"/>
          <p:cNvSpPr txBox="1"/>
          <p:nvPr/>
        </p:nvSpPr>
        <p:spPr>
          <a:xfrm>
            <a:off x="1107123" y="3455035"/>
            <a:ext cx="7799388" cy="3046095"/>
          </a:xfrm>
          <a:prstGeom prst="rect">
            <a:avLst/>
          </a:prstGeom>
          <a:noFill/>
        </p:spPr>
        <p:txBody>
          <a:bodyPr wrap="square" rtlCol="0">
            <a:spAutoFit/>
          </a:bodyPr>
          <a:lstStyle/>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关键词的注意事项：</a:t>
            </a: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每篇报告、论文选取</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3~8</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个词作为关键词；</a:t>
            </a: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以显著的字符另起一行；</a:t>
            </a: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排在摘要的左下方；</a:t>
            </a: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尽量用《汉语主题词表》等词表提供的规范词；</a:t>
            </a: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一般而言，关键词是从题名中能提出的，否则可以从全文中提取。</a:t>
            </a:r>
          </a:p>
          <a:p>
            <a:pPr marR="0" defTabSz="914400" eaLnBrk="1" fontAlgn="auto" hangingPunct="1">
              <a:spcBef>
                <a:spcPts val="0"/>
              </a:spcBef>
              <a:spcAft>
                <a:spcPts val="0"/>
              </a:spcAft>
              <a:buClrTx/>
              <a:buSzTx/>
              <a:buFontTx/>
            </a:pPr>
            <a:endPar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endParaRPr>
          </a:p>
        </p:txBody>
      </p:sp>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spTree>
    <p:custDataLst>
      <p:tags r:id="rId1"/>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IEEE</a:t>
            </a:r>
            <a:r>
              <a:t>期刊</a:t>
            </a:r>
            <a:r>
              <a:rPr lang="en-US" altLang="zh-CN"/>
              <a:t>/</a:t>
            </a:r>
            <a:r>
              <a:t>会议的关键词</a:t>
            </a:r>
            <a:r>
              <a:rPr lang="en-US" altLang="zh-CN"/>
              <a:t>?</a:t>
            </a:r>
          </a:p>
        </p:txBody>
      </p:sp>
      <p:sp>
        <p:nvSpPr>
          <p:cNvPr id="6" name="内容占位符 5"/>
          <p:cNvSpPr>
            <a:spLocks noGrp="1"/>
          </p:cNvSpPr>
          <p:nvPr>
            <p:ph idx="1"/>
          </p:nvPr>
        </p:nvSpPr>
        <p:spPr/>
        <p:txBody>
          <a:bodyPr/>
          <a:lstStyle/>
          <a:p>
            <a:r>
              <a:rPr lang="en-US" altLang="zh-CN"/>
              <a:t>Taxonomy</a:t>
            </a:r>
          </a:p>
        </p:txBody>
      </p:sp>
      <p:pic>
        <p:nvPicPr>
          <p:cNvPr id="7" name="内容占位符 4"/>
          <p:cNvPicPr>
            <a:picLocks noChangeAspect="1"/>
          </p:cNvPicPr>
          <p:nvPr>
            <p:custDataLst>
              <p:tags r:id="rId1"/>
            </p:custDataLst>
          </p:nvPr>
        </p:nvPicPr>
        <p:blipFill>
          <a:blip r:embed="rId3"/>
          <a:stretch>
            <a:fillRect/>
          </a:stretch>
        </p:blipFill>
        <p:spPr>
          <a:xfrm>
            <a:off x="2987675" y="1124585"/>
            <a:ext cx="3174365" cy="4668520"/>
          </a:xfrm>
          <a:prstGeom prst="rect">
            <a:avLst/>
          </a:prstGeom>
          <a:ln>
            <a:solidFill>
              <a:schemeClr val="accent1"/>
            </a:solidFill>
          </a:ln>
        </p:spPr>
      </p:pic>
      <p:graphicFrame>
        <p:nvGraphicFramePr>
          <p:cNvPr id="8" name="对象 7">
            <a:hlinkClick r:id="" action="ppaction://ole?verb=0"/>
          </p:cNvPr>
          <p:cNvGraphicFramePr>
            <a:graphicFrameLocks noChangeAspect="1"/>
          </p:cNvGraphicFramePr>
          <p:nvPr/>
        </p:nvGraphicFramePr>
        <p:xfrm>
          <a:off x="6731635" y="1412875"/>
          <a:ext cx="1499870" cy="1029335"/>
        </p:xfrm>
        <a:graphic>
          <a:graphicData uri="http://schemas.openxmlformats.org/presentationml/2006/ole">
            <mc:AlternateContent xmlns:mc="http://schemas.openxmlformats.org/markup-compatibility/2006">
              <mc:Choice xmlns:v="urn:schemas-microsoft-com:vml" Requires="v">
                <p:oleObj showAsIcon="1" r:id="rId4" imgW="971550" imgH="666750" progId="Package">
                  <p:embed/>
                </p:oleObj>
              </mc:Choice>
              <mc:Fallback>
                <p:oleObj showAsIcon="1" r:id="rId4" imgW="971550" imgH="666750" progId="Package">
                  <p:embed/>
                  <p:pic>
                    <p:nvPicPr>
                      <p:cNvPr id="0" name="图片 2048"/>
                      <p:cNvPicPr/>
                      <p:nvPr/>
                    </p:nvPicPr>
                    <p:blipFill>
                      <a:blip r:embed="rId5"/>
                      <a:stretch>
                        <a:fillRect/>
                      </a:stretch>
                    </p:blipFill>
                    <p:spPr>
                      <a:xfrm>
                        <a:off x="6731635" y="1412875"/>
                        <a:ext cx="1499870" cy="1029335"/>
                      </a:xfrm>
                      <a:prstGeom prst="rect">
                        <a:avLst/>
                      </a:prstGeom>
                      <a:ln>
                        <a:solidFill>
                          <a:schemeClr val="accent1"/>
                        </a:solidFill>
                      </a:ln>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3556" name="矩形 3"/>
          <p:cNvSpPr/>
          <p:nvPr/>
        </p:nvSpPr>
        <p:spPr>
          <a:xfrm>
            <a:off x="827088" y="981075"/>
            <a:ext cx="863441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5.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成果形式（一）：科技论文</a:t>
            </a:r>
          </a:p>
        </p:txBody>
      </p:sp>
      <p:sp>
        <p:nvSpPr>
          <p:cNvPr id="5" name="矩形 4"/>
          <p:cNvSpPr/>
          <p:nvPr>
            <p:custDataLst>
              <p:tags r:id="rId2"/>
            </p:custDataLst>
          </p:nvPr>
        </p:nvSpPr>
        <p:spPr>
          <a:xfrm>
            <a:off x="827088" y="1557338"/>
            <a:ext cx="8208963" cy="503238"/>
          </a:xfrm>
          <a:prstGeom prst="rect">
            <a:avLst/>
          </a:prstGeom>
          <a:solidFill>
            <a:schemeClr val="accent1"/>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科技论文写作格式标准化：</a:t>
            </a:r>
          </a:p>
        </p:txBody>
      </p:sp>
      <p:sp>
        <p:nvSpPr>
          <p:cNvPr id="8" name="Rectangle 15"/>
          <p:cNvSpPr/>
          <p:nvPr/>
        </p:nvSpPr>
        <p:spPr>
          <a:xfrm>
            <a:off x="912813" y="2051050"/>
            <a:ext cx="7889875" cy="1814830"/>
          </a:xfrm>
          <a:prstGeom prst="rect">
            <a:avLst/>
          </a:prstGeom>
          <a:noFill/>
          <a:ln w="9525">
            <a:noFill/>
          </a:ln>
        </p:spPr>
        <p:txBody>
          <a:bodyPr wrap="square" anchor="t">
            <a:spAutoFit/>
          </a:body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Ø"/>
            </a:pPr>
            <a:r>
              <a:rPr kumimoji="0" lang="zh-CN" altLang="en-US" sz="2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sym typeface="+mn-ea"/>
              </a:rPr>
              <a:t>引言：简要说明研究工作的目的、范围、相关领域的前人工作和知识空白、理论基础和分析、研究设想、研究方法和实验设计、预期结果和意义等。</a:t>
            </a:r>
          </a:p>
        </p:txBody>
      </p:sp>
      <p:sp>
        <p:nvSpPr>
          <p:cNvPr id="10" name="文本框 9"/>
          <p:cNvSpPr txBox="1"/>
          <p:nvPr/>
        </p:nvSpPr>
        <p:spPr>
          <a:xfrm>
            <a:off x="1033780" y="4754245"/>
            <a:ext cx="7931150" cy="1568450"/>
          </a:xfrm>
          <a:prstGeom prst="rect">
            <a:avLst/>
          </a:prstGeom>
          <a:noFill/>
        </p:spPr>
        <p:txBody>
          <a:bodyPr wrap="square" rtlCol="0">
            <a:spAutoFit/>
          </a:bodyPr>
          <a:lstStyle/>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引言的写作方法：</a:t>
            </a: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1</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）提示内容。</a:t>
            </a: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2</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）具有一定启发性，以开拓读者思路。</a:t>
            </a: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3</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）从引言入手吸引读者阅读。</a:t>
            </a:r>
          </a:p>
        </p:txBody>
      </p:sp>
      <p:sp>
        <p:nvSpPr>
          <p:cNvPr id="11" name="文本框 10"/>
          <p:cNvSpPr txBox="1"/>
          <p:nvPr/>
        </p:nvSpPr>
        <p:spPr>
          <a:xfrm>
            <a:off x="1079500" y="3865880"/>
            <a:ext cx="7839075" cy="829945"/>
          </a:xfrm>
          <a:prstGeom prst="rect">
            <a:avLst/>
          </a:prstGeom>
          <a:noFill/>
        </p:spPr>
        <p:txBody>
          <a:bodyPr wrap="square" rtlCol="0">
            <a:spAutoFit/>
          </a:bodyPr>
          <a:lstStyle/>
          <a:p>
            <a:pPr marR="0" defTabSz="914400" eaLnBrk="1" hangingPunct="1">
              <a:buClrTx/>
              <a:buSzTx/>
              <a:buFontTx/>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Times New Roman" panose="02020603050405020304" pitchFamily="18" charset="0"/>
                <a:sym typeface="+mn-ea"/>
              </a:rPr>
              <a:t>引言的作用：引言是先导，阐明作者写作的意图、动机或目的，激起读者求知欲。引言诱发思维。</a:t>
            </a:r>
          </a:p>
        </p:txBody>
      </p:sp>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spTree>
    <p:custDataLst>
      <p:tags r:id="rId1"/>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4580" name="矩形 3"/>
          <p:cNvSpPr/>
          <p:nvPr/>
        </p:nvSpPr>
        <p:spPr>
          <a:xfrm>
            <a:off x="827088" y="981075"/>
            <a:ext cx="863441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5.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成果形式（一）：科技论文</a:t>
            </a:r>
          </a:p>
        </p:txBody>
      </p:sp>
      <p:sp>
        <p:nvSpPr>
          <p:cNvPr id="5" name="矩形 4"/>
          <p:cNvSpPr/>
          <p:nvPr>
            <p:custDataLst>
              <p:tags r:id="rId2"/>
            </p:custDataLst>
          </p:nvPr>
        </p:nvSpPr>
        <p:spPr>
          <a:xfrm>
            <a:off x="827088" y="1557338"/>
            <a:ext cx="8208963" cy="503238"/>
          </a:xfrm>
          <a:prstGeom prst="rect">
            <a:avLst/>
          </a:prstGeom>
          <a:solidFill>
            <a:schemeClr val="accent1"/>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科技论文写作格式标准化：</a:t>
            </a:r>
          </a:p>
        </p:txBody>
      </p:sp>
      <p:sp>
        <p:nvSpPr>
          <p:cNvPr id="12" name="Rectangle 15"/>
          <p:cNvSpPr/>
          <p:nvPr/>
        </p:nvSpPr>
        <p:spPr>
          <a:xfrm>
            <a:off x="871538" y="2085975"/>
            <a:ext cx="7889875" cy="460375"/>
          </a:xfrm>
          <a:prstGeom prst="rect">
            <a:avLst/>
          </a:prstGeom>
          <a:noFill/>
          <a:ln w="9525">
            <a:noFill/>
          </a:ln>
        </p:spPr>
        <p:txBody>
          <a:bodyPr wrap="square" anchor="t">
            <a:spAutoFit/>
          </a:body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charset="0"/>
              <a:buNone/>
            </a:pPr>
            <a:r>
              <a:rPr kumimoji="0" lang="zh-CN" altLang="en-US" sz="24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sym typeface="+mn-ea"/>
              </a:rPr>
              <a:t>引言的结构</a:t>
            </a:r>
          </a:p>
        </p:txBody>
      </p:sp>
      <p:pic>
        <p:nvPicPr>
          <p:cNvPr id="24583" name="图片 1"/>
          <p:cNvPicPr>
            <a:picLocks noChangeAspect="1"/>
          </p:cNvPicPr>
          <p:nvPr/>
        </p:nvPicPr>
        <p:blipFill>
          <a:blip r:embed="rId4"/>
          <a:stretch>
            <a:fillRect/>
          </a:stretch>
        </p:blipFill>
        <p:spPr>
          <a:xfrm>
            <a:off x="2484438" y="2141538"/>
            <a:ext cx="5049837" cy="4584700"/>
          </a:xfrm>
          <a:prstGeom prst="rect">
            <a:avLst/>
          </a:prstGeom>
          <a:noFill/>
          <a:ln w="9525">
            <a:noFill/>
          </a:ln>
        </p:spPr>
      </p:pic>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500"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4583"/>
                                        </p:tgtEl>
                                        <p:attrNameLst>
                                          <p:attrName>style.visibility</p:attrName>
                                        </p:attrNameLst>
                                      </p:cBhvr>
                                      <p:to>
                                        <p:strVal val="visible"/>
                                      </p:to>
                                    </p:set>
                                    <p:animEffect transition="in" filter="blinds(horizontal)">
                                      <p:cBhvr>
                                        <p:cTn id="12" dur="500"/>
                                        <p:tgtEl>
                                          <p:spTgt spid="245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5604" name="矩形 3"/>
          <p:cNvSpPr/>
          <p:nvPr/>
        </p:nvSpPr>
        <p:spPr>
          <a:xfrm>
            <a:off x="827088" y="981075"/>
            <a:ext cx="863441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5.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成果形式（一）：科技论文</a:t>
            </a:r>
          </a:p>
        </p:txBody>
      </p:sp>
      <p:sp>
        <p:nvSpPr>
          <p:cNvPr id="5" name="矩形 4"/>
          <p:cNvSpPr/>
          <p:nvPr>
            <p:custDataLst>
              <p:tags r:id="rId2"/>
            </p:custDataLst>
          </p:nvPr>
        </p:nvSpPr>
        <p:spPr>
          <a:xfrm>
            <a:off x="827088" y="1557338"/>
            <a:ext cx="8208963" cy="503238"/>
          </a:xfrm>
          <a:prstGeom prst="rect">
            <a:avLst/>
          </a:prstGeom>
          <a:solidFill>
            <a:schemeClr val="accent1"/>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科技论文写作格式标准化：</a:t>
            </a:r>
          </a:p>
        </p:txBody>
      </p:sp>
      <p:sp>
        <p:nvSpPr>
          <p:cNvPr id="8" name="Rectangle 15"/>
          <p:cNvSpPr/>
          <p:nvPr/>
        </p:nvSpPr>
        <p:spPr>
          <a:xfrm>
            <a:off x="833438" y="2060575"/>
            <a:ext cx="7889875" cy="1814830"/>
          </a:xfrm>
          <a:prstGeom prst="rect">
            <a:avLst/>
          </a:prstGeom>
          <a:noFill/>
          <a:ln w="9525">
            <a:noFill/>
          </a:ln>
        </p:spPr>
        <p:txBody>
          <a:bodyPr wrap="square" anchor="t">
            <a:spAutoFit/>
          </a:body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Ø"/>
            </a:pPr>
            <a:r>
              <a:rPr kumimoji="0" lang="zh-CN" altLang="en-US" sz="2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sym typeface="+mn-ea"/>
              </a:rPr>
              <a:t>正文：可以包括调查对象、实验和观测方法、仪器设备、材料原料、实验和观测结果、计算方法和编程原理、数据资料、未经加工整理的图表、形成的论点和导出的结论等。</a:t>
            </a:r>
          </a:p>
        </p:txBody>
      </p:sp>
      <p:sp>
        <p:nvSpPr>
          <p:cNvPr id="10" name="文本框 9"/>
          <p:cNvSpPr txBox="1"/>
          <p:nvPr/>
        </p:nvSpPr>
        <p:spPr>
          <a:xfrm>
            <a:off x="1102360" y="3875088"/>
            <a:ext cx="7934325" cy="1568450"/>
          </a:xfrm>
          <a:prstGeom prst="rect">
            <a:avLst/>
          </a:prstGeom>
          <a:noFill/>
        </p:spPr>
        <p:txBody>
          <a:bodyPr wrap="square" rtlCol="0">
            <a:spAutoFit/>
          </a:bodyPr>
          <a:lstStyle/>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Times New Roman" panose="02020603050405020304" pitchFamily="18" charset="0"/>
                <a:sym typeface="+mn-ea"/>
              </a:rPr>
              <a:t>正文的特点：由于研究工作千差万别，所以正文内容无法统一要求，但必须实事求是，客观真实，准确完备，合乎逻辑，层次分明，简练可读。</a:t>
            </a: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Times New Roman" panose="02020603050405020304" pitchFamily="18" charset="0"/>
                <a:sym typeface="+mn-ea"/>
              </a:rPr>
              <a:t>正文的内容：</a:t>
            </a:r>
          </a:p>
        </p:txBody>
      </p:sp>
      <p:sp>
        <p:nvSpPr>
          <p:cNvPr id="11" name="文本框 10"/>
          <p:cNvSpPr txBox="1"/>
          <p:nvPr/>
        </p:nvSpPr>
        <p:spPr>
          <a:xfrm>
            <a:off x="1061720" y="5443538"/>
            <a:ext cx="7869238" cy="1198880"/>
          </a:xfrm>
          <a:prstGeom prst="rect">
            <a:avLst/>
          </a:prstGeom>
          <a:noFill/>
        </p:spPr>
        <p:txBody>
          <a:bodyPr wrap="square" rtlCol="0">
            <a:spAutoFit/>
          </a:bodyPr>
          <a:lstStyle/>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1</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）理论型论文</a:t>
            </a: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2</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）理论</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实验型论文</a:t>
            </a: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3</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）技术型论文</a:t>
            </a:r>
          </a:p>
        </p:txBody>
      </p:sp>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500"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500" fill="hold">
                                          <p:stCondLst>
                                            <p:cond delay="0"/>
                                          </p:stCondLst>
                                        </p:cTn>
                                        <p:tgtEl>
                                          <p:spTgt spid="11"/>
                                        </p:tgtEl>
                                        <p:attrNameLst>
                                          <p:attrName>style.visibility</p:attrName>
                                        </p:attrNameLst>
                                      </p:cBhvr>
                                      <p:to>
                                        <p:strVal val="visible"/>
                                      </p:to>
                                    </p:set>
                                    <p:animEffect transition="in" filter="blinds(horizontal)">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Lst>
  </p:timing>
</p:sld>
</file>

<file path=ppt/slides/slide4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6628" name="矩形 3"/>
          <p:cNvSpPr/>
          <p:nvPr/>
        </p:nvSpPr>
        <p:spPr>
          <a:xfrm>
            <a:off x="827088" y="912495"/>
            <a:ext cx="8634412" cy="64516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sz="3600" b="1" dirty="0">
                <a:solidFill>
                  <a:srgbClr val="000000"/>
                </a:solidFill>
                <a:latin typeface="微软雅黑" panose="020B0503020204020204" charset="-122"/>
                <a:ea typeface="微软雅黑" panose="020B0503020204020204" charset="-122"/>
                <a:cs typeface="微软雅黑" panose="020B0503020204020204" charset="-122"/>
              </a:rPr>
              <a:t>5. </a:t>
            </a:r>
            <a:r>
              <a:rPr lang="zh-CN" altLang="en-US" sz="3600" b="1" dirty="0">
                <a:solidFill>
                  <a:srgbClr val="000000"/>
                </a:solidFill>
                <a:latin typeface="微软雅黑" panose="020B0503020204020204" charset="-122"/>
                <a:ea typeface="微软雅黑" panose="020B0503020204020204" charset="-122"/>
                <a:cs typeface="微软雅黑" panose="020B0503020204020204" charset="-122"/>
              </a:rPr>
              <a:t>成果形式（一）：科技论文</a:t>
            </a:r>
          </a:p>
        </p:txBody>
      </p:sp>
      <p:sp>
        <p:nvSpPr>
          <p:cNvPr id="5" name="矩形 4"/>
          <p:cNvSpPr/>
          <p:nvPr>
            <p:custDataLst>
              <p:tags r:id="rId2"/>
            </p:custDataLst>
          </p:nvPr>
        </p:nvSpPr>
        <p:spPr>
          <a:xfrm>
            <a:off x="827088" y="1557338"/>
            <a:ext cx="8208963" cy="503238"/>
          </a:xfrm>
          <a:prstGeom prst="rect">
            <a:avLst/>
          </a:prstGeom>
          <a:solidFill>
            <a:schemeClr val="accent1"/>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科技论文写作格式标准化：</a:t>
            </a:r>
          </a:p>
        </p:txBody>
      </p:sp>
      <p:sp>
        <p:nvSpPr>
          <p:cNvPr id="12" name="Rectangle 15"/>
          <p:cNvSpPr/>
          <p:nvPr/>
        </p:nvSpPr>
        <p:spPr>
          <a:xfrm>
            <a:off x="696913" y="2084388"/>
            <a:ext cx="7889875" cy="460375"/>
          </a:xfrm>
          <a:prstGeom prst="rect">
            <a:avLst/>
          </a:prstGeom>
          <a:noFill/>
          <a:ln w="9525">
            <a:noFill/>
          </a:ln>
        </p:spPr>
        <p:txBody>
          <a:bodyPr wrap="square" anchor="t">
            <a:spAutoFit/>
          </a:body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charset="0"/>
              <a:buNone/>
            </a:pPr>
            <a:r>
              <a:rPr kumimoji="0" lang="zh-CN" altLang="en-US" sz="24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a:t>
            </a:r>
            <a:r>
              <a:rPr kumimoji="0" lang="en-US" altLang="zh-CN" sz="24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1</a:t>
            </a:r>
            <a:r>
              <a:rPr kumimoji="0" lang="zh-CN" altLang="en-US" sz="24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）理论型论文内容</a:t>
            </a:r>
          </a:p>
        </p:txBody>
      </p:sp>
      <p:sp>
        <p:nvSpPr>
          <p:cNvPr id="14" name="矩形 13"/>
          <p:cNvSpPr/>
          <p:nvPr/>
        </p:nvSpPr>
        <p:spPr>
          <a:xfrm>
            <a:off x="3684905" y="2640330"/>
            <a:ext cx="1226820" cy="334645"/>
          </a:xfrm>
          <a:prstGeom prst="rec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5" name="文本框 14"/>
          <p:cNvSpPr txBox="1"/>
          <p:nvPr/>
        </p:nvSpPr>
        <p:spPr>
          <a:xfrm>
            <a:off x="3672205" y="2639695"/>
            <a:ext cx="1190625" cy="368300"/>
          </a:xfrm>
          <a:prstGeom prst="rect">
            <a:avLst/>
          </a:prstGeom>
          <a:noFill/>
        </p:spPr>
        <p:txBody>
          <a:bodyPr wrap="square" rtlCol="0">
            <a:spAutoFit/>
          </a:bodyPr>
          <a:lstStyle/>
          <a:p>
            <a:pPr marR="0"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研究对象</a:t>
            </a:r>
          </a:p>
        </p:txBody>
      </p:sp>
      <p:sp>
        <p:nvSpPr>
          <p:cNvPr id="16" name="下箭头 19"/>
          <p:cNvSpPr/>
          <p:nvPr/>
        </p:nvSpPr>
        <p:spPr>
          <a:xfrm>
            <a:off x="4178300" y="2973388"/>
            <a:ext cx="287338" cy="581025"/>
          </a:xfrm>
          <a:prstGeom prst="downArrow">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 name="文本框 16"/>
          <p:cNvSpPr txBox="1"/>
          <p:nvPr/>
        </p:nvSpPr>
        <p:spPr>
          <a:xfrm>
            <a:off x="6249988" y="2449513"/>
            <a:ext cx="1881188" cy="368300"/>
          </a:xfrm>
          <a:prstGeom prst="rect">
            <a:avLst/>
          </a:prstGeom>
          <a:noFill/>
        </p:spPr>
        <p:txBody>
          <a:bodyPr wrap="square" rtlCol="0">
            <a:spAutoFit/>
          </a:bodyPr>
          <a:lstStyle/>
          <a:p>
            <a:pPr marR="0" defTabSz="914400" eaLnBrk="1" fontAlgn="auto" hangingPunct="1">
              <a:spcBef>
                <a:spcPts val="0"/>
              </a:spcBef>
              <a:spcAft>
                <a:spcPts val="0"/>
              </a:spcAft>
              <a:buClrTx/>
              <a:buSzTx/>
              <a:buFontTx/>
            </a:pPr>
            <a:endPar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endParaRPr>
          </a:p>
        </p:txBody>
      </p:sp>
      <p:sp>
        <p:nvSpPr>
          <p:cNvPr id="19" name="左箭头标注 23"/>
          <p:cNvSpPr/>
          <p:nvPr/>
        </p:nvSpPr>
        <p:spPr>
          <a:xfrm>
            <a:off x="4932680" y="2530475"/>
            <a:ext cx="1691640" cy="444500"/>
          </a:xfrm>
          <a:prstGeom prst="leftArrowCallou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20" name="文本框 19"/>
          <p:cNvSpPr txBox="1"/>
          <p:nvPr/>
        </p:nvSpPr>
        <p:spPr>
          <a:xfrm>
            <a:off x="5569585" y="2530475"/>
            <a:ext cx="2055495" cy="368300"/>
          </a:xfrm>
          <a:prstGeom prst="rect">
            <a:avLst/>
          </a:prstGeom>
          <a:noFill/>
        </p:spPr>
        <p:txBody>
          <a:bodyPr wrap="square" rtlCol="0">
            <a:spAutoFit/>
          </a:bodyPr>
          <a:lstStyle/>
          <a:p>
            <a:pPr marR="0"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论题</a:t>
            </a:r>
          </a:p>
        </p:txBody>
      </p:sp>
      <p:sp>
        <p:nvSpPr>
          <p:cNvPr id="22" name="左箭头标注 29"/>
          <p:cNvSpPr/>
          <p:nvPr/>
        </p:nvSpPr>
        <p:spPr>
          <a:xfrm>
            <a:off x="4899025" y="3416300"/>
            <a:ext cx="2192655" cy="655955"/>
          </a:xfrm>
          <a:prstGeom prst="leftArrowCallou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23" name="文本框 22"/>
          <p:cNvSpPr txBox="1"/>
          <p:nvPr/>
        </p:nvSpPr>
        <p:spPr>
          <a:xfrm>
            <a:off x="5680710" y="3416300"/>
            <a:ext cx="1343660" cy="645160"/>
          </a:xfrm>
          <a:prstGeom prst="rect">
            <a:avLst/>
          </a:prstGeom>
          <a:noFill/>
        </p:spPr>
        <p:txBody>
          <a:bodyPr wrap="square" rtlCol="0">
            <a:spAutoFit/>
          </a:bodyPr>
          <a:lstStyle/>
          <a:p>
            <a:pPr marR="0"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理论的思维方法（观点）</a:t>
            </a:r>
          </a:p>
        </p:txBody>
      </p:sp>
      <p:sp>
        <p:nvSpPr>
          <p:cNvPr id="25" name="矩形 24"/>
          <p:cNvSpPr/>
          <p:nvPr/>
        </p:nvSpPr>
        <p:spPr>
          <a:xfrm>
            <a:off x="3678555" y="3554730"/>
            <a:ext cx="1226820" cy="334645"/>
          </a:xfrm>
          <a:prstGeom prst="rec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26" name="文本框 25"/>
          <p:cNvSpPr txBox="1"/>
          <p:nvPr/>
        </p:nvSpPr>
        <p:spPr>
          <a:xfrm>
            <a:off x="3721100" y="3554730"/>
            <a:ext cx="1190625" cy="368300"/>
          </a:xfrm>
          <a:prstGeom prst="rect">
            <a:avLst/>
          </a:prstGeom>
          <a:noFill/>
        </p:spPr>
        <p:txBody>
          <a:bodyPr wrap="square" rtlCol="0">
            <a:spAutoFit/>
          </a:bodyPr>
          <a:lstStyle/>
          <a:p>
            <a:pPr marR="0"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研究方法</a:t>
            </a:r>
          </a:p>
        </p:txBody>
      </p:sp>
      <p:sp>
        <p:nvSpPr>
          <p:cNvPr id="28" name="矩形 27"/>
          <p:cNvSpPr/>
          <p:nvPr/>
        </p:nvSpPr>
        <p:spPr>
          <a:xfrm>
            <a:off x="3684905" y="4470400"/>
            <a:ext cx="1226820" cy="334645"/>
          </a:xfrm>
          <a:prstGeom prst="rec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29" name="文本框 28"/>
          <p:cNvSpPr txBox="1"/>
          <p:nvPr/>
        </p:nvSpPr>
        <p:spPr>
          <a:xfrm>
            <a:off x="3727450" y="4470400"/>
            <a:ext cx="1190625" cy="368300"/>
          </a:xfrm>
          <a:prstGeom prst="rect">
            <a:avLst/>
          </a:prstGeom>
          <a:noFill/>
        </p:spPr>
        <p:txBody>
          <a:bodyPr wrap="square" rtlCol="0">
            <a:spAutoFit/>
          </a:bodyPr>
          <a:lstStyle/>
          <a:p>
            <a:pPr marR="0" algn="ctr"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论证</a:t>
            </a:r>
          </a:p>
        </p:txBody>
      </p:sp>
      <p:sp>
        <p:nvSpPr>
          <p:cNvPr id="30" name="下箭头 43"/>
          <p:cNvSpPr/>
          <p:nvPr/>
        </p:nvSpPr>
        <p:spPr>
          <a:xfrm>
            <a:off x="4178300" y="3889375"/>
            <a:ext cx="287338" cy="581025"/>
          </a:xfrm>
          <a:prstGeom prst="downArrow">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31" name="下箭头 44"/>
          <p:cNvSpPr/>
          <p:nvPr/>
        </p:nvSpPr>
        <p:spPr>
          <a:xfrm>
            <a:off x="4178300" y="4805363"/>
            <a:ext cx="287338" cy="579438"/>
          </a:xfrm>
          <a:prstGeom prst="downArrow">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33" name="矩形 32"/>
          <p:cNvSpPr/>
          <p:nvPr/>
        </p:nvSpPr>
        <p:spPr>
          <a:xfrm>
            <a:off x="3672205" y="5384800"/>
            <a:ext cx="1226820" cy="334645"/>
          </a:xfrm>
          <a:prstGeom prst="rec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34" name="文本框 33"/>
          <p:cNvSpPr txBox="1"/>
          <p:nvPr/>
        </p:nvSpPr>
        <p:spPr>
          <a:xfrm>
            <a:off x="3714750" y="5384800"/>
            <a:ext cx="1190625" cy="368300"/>
          </a:xfrm>
          <a:prstGeom prst="rect">
            <a:avLst/>
          </a:prstGeom>
          <a:noFill/>
        </p:spPr>
        <p:txBody>
          <a:bodyPr wrap="square" rtlCol="0">
            <a:spAutoFit/>
          </a:bodyPr>
          <a:lstStyle/>
          <a:p>
            <a:pPr marR="0" algn="ctr"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结论</a:t>
            </a:r>
          </a:p>
        </p:txBody>
      </p:sp>
      <p:sp>
        <p:nvSpPr>
          <p:cNvPr id="36" name="矩形 35"/>
          <p:cNvSpPr/>
          <p:nvPr/>
        </p:nvSpPr>
        <p:spPr>
          <a:xfrm>
            <a:off x="3698875" y="6301105"/>
            <a:ext cx="1226820" cy="334645"/>
          </a:xfrm>
          <a:prstGeom prst="rec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37" name="文本框 36"/>
          <p:cNvSpPr txBox="1"/>
          <p:nvPr/>
        </p:nvSpPr>
        <p:spPr>
          <a:xfrm>
            <a:off x="3741420" y="6301105"/>
            <a:ext cx="1190625" cy="368300"/>
          </a:xfrm>
          <a:prstGeom prst="rect">
            <a:avLst/>
          </a:prstGeom>
          <a:noFill/>
        </p:spPr>
        <p:txBody>
          <a:bodyPr wrap="square" rtlCol="0">
            <a:spAutoFit/>
          </a:bodyPr>
          <a:lstStyle/>
          <a:p>
            <a:pPr marR="0" algn="ctr"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讨论</a:t>
            </a:r>
          </a:p>
        </p:txBody>
      </p:sp>
      <p:sp>
        <p:nvSpPr>
          <p:cNvPr id="38" name="下箭头 51"/>
          <p:cNvSpPr/>
          <p:nvPr/>
        </p:nvSpPr>
        <p:spPr>
          <a:xfrm>
            <a:off x="4178300" y="5719763"/>
            <a:ext cx="288925" cy="581025"/>
          </a:xfrm>
          <a:prstGeom prst="downArrow">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40" name="左箭头标注 53"/>
          <p:cNvSpPr/>
          <p:nvPr/>
        </p:nvSpPr>
        <p:spPr>
          <a:xfrm>
            <a:off x="4899025" y="4314825"/>
            <a:ext cx="2192655" cy="655955"/>
          </a:xfrm>
          <a:prstGeom prst="leftArrowCallou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41" name="文本框 40"/>
          <p:cNvSpPr txBox="1"/>
          <p:nvPr/>
        </p:nvSpPr>
        <p:spPr>
          <a:xfrm>
            <a:off x="5680710" y="4314825"/>
            <a:ext cx="1343660" cy="645160"/>
          </a:xfrm>
          <a:prstGeom prst="rect">
            <a:avLst/>
          </a:prstGeom>
          <a:noFill/>
        </p:spPr>
        <p:txBody>
          <a:bodyPr wrap="square" rtlCol="0">
            <a:spAutoFit/>
          </a:bodyPr>
          <a:lstStyle/>
          <a:p>
            <a:pPr marR="0"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理论的推导（观点展开）</a:t>
            </a:r>
          </a:p>
        </p:txBody>
      </p:sp>
      <p:sp>
        <p:nvSpPr>
          <p:cNvPr id="43" name="左箭头标注 56"/>
          <p:cNvSpPr/>
          <p:nvPr/>
        </p:nvSpPr>
        <p:spPr>
          <a:xfrm>
            <a:off x="4899025" y="5229225"/>
            <a:ext cx="2192655" cy="655955"/>
          </a:xfrm>
          <a:prstGeom prst="leftArrowCallou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44" name="文本框 43"/>
          <p:cNvSpPr txBox="1"/>
          <p:nvPr/>
        </p:nvSpPr>
        <p:spPr>
          <a:xfrm>
            <a:off x="5680710" y="5229225"/>
            <a:ext cx="1343660" cy="645160"/>
          </a:xfrm>
          <a:prstGeom prst="rect">
            <a:avLst/>
          </a:prstGeom>
          <a:noFill/>
        </p:spPr>
        <p:txBody>
          <a:bodyPr wrap="square" rtlCol="0">
            <a:spAutoFit/>
          </a:bodyPr>
          <a:lstStyle/>
          <a:p>
            <a:pPr marR="0"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基本观点的概括说明</a:t>
            </a:r>
          </a:p>
        </p:txBody>
      </p:sp>
      <p:sp>
        <p:nvSpPr>
          <p:cNvPr id="46" name="左箭头标注 62"/>
          <p:cNvSpPr/>
          <p:nvPr/>
        </p:nvSpPr>
        <p:spPr>
          <a:xfrm>
            <a:off x="4932680" y="6266180"/>
            <a:ext cx="1691640" cy="444500"/>
          </a:xfrm>
          <a:prstGeom prst="leftArrowCallou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47" name="文本框 46"/>
          <p:cNvSpPr txBox="1"/>
          <p:nvPr/>
        </p:nvSpPr>
        <p:spPr>
          <a:xfrm>
            <a:off x="5569585" y="6266180"/>
            <a:ext cx="2055495" cy="368300"/>
          </a:xfrm>
          <a:prstGeom prst="rect">
            <a:avLst/>
          </a:prstGeom>
          <a:noFill/>
        </p:spPr>
        <p:txBody>
          <a:bodyPr wrap="square" rtlCol="0">
            <a:spAutoFit/>
          </a:bodyPr>
          <a:lstStyle/>
          <a:p>
            <a:pPr marR="0"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问题讨论</a:t>
            </a:r>
          </a:p>
        </p:txBody>
      </p:sp>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500"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additive="base">
                                        <p:cTn id="12" dur="500" fill="hold"/>
                                        <p:tgtEl>
                                          <p:spTgt spid="17"/>
                                        </p:tgtEl>
                                        <p:attrNameLst>
                                          <p:attrName>ppt_x</p:attrName>
                                        </p:attrNameLst>
                                      </p:cBhvr>
                                      <p:tavLst>
                                        <p:tav tm="0">
                                          <p:val>
                                            <p:strVal val="#ppt_x"/>
                                          </p:val>
                                        </p:tav>
                                        <p:tav tm="100000">
                                          <p:val>
                                            <p:strVal val="#ppt_x"/>
                                          </p:val>
                                        </p:tav>
                                      </p:tavLst>
                                    </p:anim>
                                    <p:anim calcmode="lin" valueType="num">
                                      <p:cBhvr additive="base">
                                        <p:cTn id="13" dur="500" fill="hold"/>
                                        <p:tgtEl>
                                          <p:spTgt spid="17"/>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 calcmode="lin" valueType="num">
                                      <p:cBhvr additive="base">
                                        <p:cTn id="16" dur="500" fill="hold"/>
                                        <p:tgtEl>
                                          <p:spTgt spid="19"/>
                                        </p:tgtEl>
                                        <p:attrNameLst>
                                          <p:attrName>ppt_x</p:attrName>
                                        </p:attrNameLst>
                                      </p:cBhvr>
                                      <p:tavLst>
                                        <p:tav tm="0">
                                          <p:val>
                                            <p:strVal val="#ppt_x"/>
                                          </p:val>
                                        </p:tav>
                                        <p:tav tm="100000">
                                          <p:val>
                                            <p:strVal val="#ppt_x"/>
                                          </p:val>
                                        </p:tav>
                                      </p:tavLst>
                                    </p:anim>
                                    <p:anim calcmode="lin" valueType="num">
                                      <p:cBhvr additive="base">
                                        <p:cTn id="17" dur="500" fill="hold"/>
                                        <p:tgtEl>
                                          <p:spTgt spid="19"/>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20"/>
                                        </p:tgtEl>
                                        <p:attrNameLst>
                                          <p:attrName>style.visibility</p:attrName>
                                        </p:attrNameLst>
                                      </p:cBhvr>
                                      <p:to>
                                        <p:strVal val="visible"/>
                                      </p:to>
                                    </p:set>
                                    <p:anim calcmode="lin" valueType="num">
                                      <p:cBhvr additive="base">
                                        <p:cTn id="20" dur="500" fill="hold"/>
                                        <p:tgtEl>
                                          <p:spTgt spid="20"/>
                                        </p:tgtEl>
                                        <p:attrNameLst>
                                          <p:attrName>ppt_x</p:attrName>
                                        </p:attrNameLst>
                                      </p:cBhvr>
                                      <p:tavLst>
                                        <p:tav tm="0">
                                          <p:val>
                                            <p:strVal val="#ppt_x"/>
                                          </p:val>
                                        </p:tav>
                                        <p:tav tm="100000">
                                          <p:val>
                                            <p:strVal val="#ppt_x"/>
                                          </p:val>
                                        </p:tav>
                                      </p:tavLst>
                                    </p:anim>
                                    <p:anim calcmode="lin" valueType="num">
                                      <p:cBhvr additive="base">
                                        <p:cTn id="21"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blinds(horizontal)">
                                      <p:cBhvr>
                                        <p:cTn id="26" dur="500"/>
                                        <p:tgtEl>
                                          <p:spTgt spid="15"/>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blinds(horizontal)">
                                      <p:cBhvr>
                                        <p:cTn id="29" dur="500"/>
                                        <p:tgtEl>
                                          <p:spTgt spid="14"/>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blinds(horizontal)">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blinds(horizontal)">
                                      <p:cBhvr>
                                        <p:cTn id="37" dur="500"/>
                                        <p:tgtEl>
                                          <p:spTgt spid="22"/>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blinds(horizontal)">
                                      <p:cBhvr>
                                        <p:cTn id="40" dur="500"/>
                                        <p:tgtEl>
                                          <p:spTgt spid="23"/>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blinds(horizontal)">
                                      <p:cBhvr>
                                        <p:cTn id="43" dur="500"/>
                                        <p:tgtEl>
                                          <p:spTgt spid="25"/>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blinds(horizontal)">
                                      <p:cBhvr>
                                        <p:cTn id="46" dur="500"/>
                                        <p:tgtEl>
                                          <p:spTgt spid="26"/>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blinds(horizontal)">
                                      <p:cBhvr>
                                        <p:cTn id="51" dur="500"/>
                                        <p:tgtEl>
                                          <p:spTgt spid="30"/>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blinds(horizontal)">
                                      <p:cBhvr>
                                        <p:cTn id="54" dur="500"/>
                                        <p:tgtEl>
                                          <p:spTgt spid="28"/>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blinds(horizontal)">
                                      <p:cBhvr>
                                        <p:cTn id="57" dur="500"/>
                                        <p:tgtEl>
                                          <p:spTgt spid="29"/>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40"/>
                                        </p:tgtEl>
                                        <p:attrNameLst>
                                          <p:attrName>style.visibility</p:attrName>
                                        </p:attrNameLst>
                                      </p:cBhvr>
                                      <p:to>
                                        <p:strVal val="visible"/>
                                      </p:to>
                                    </p:set>
                                    <p:animEffect transition="in" filter="blinds(horizontal)">
                                      <p:cBhvr>
                                        <p:cTn id="60" dur="500"/>
                                        <p:tgtEl>
                                          <p:spTgt spid="40"/>
                                        </p:tgtEl>
                                      </p:cBhvr>
                                    </p:animEffect>
                                  </p:childTnLst>
                                </p:cTn>
                              </p:par>
                              <p:par>
                                <p:cTn id="61" presetID="3" presetClass="entr" presetSubtype="10" fill="hold" grpId="0" nodeType="with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blinds(horizontal)">
                                      <p:cBhvr>
                                        <p:cTn id="63" dur="500"/>
                                        <p:tgtEl>
                                          <p:spTgt spid="41"/>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31"/>
                                        </p:tgtEl>
                                        <p:attrNameLst>
                                          <p:attrName>style.visibility</p:attrName>
                                        </p:attrNameLst>
                                      </p:cBhvr>
                                      <p:to>
                                        <p:strVal val="visible"/>
                                      </p:to>
                                    </p:set>
                                    <p:animEffect transition="in" filter="blinds(horizontal)">
                                      <p:cBhvr>
                                        <p:cTn id="68" dur="500"/>
                                        <p:tgtEl>
                                          <p:spTgt spid="31"/>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33"/>
                                        </p:tgtEl>
                                        <p:attrNameLst>
                                          <p:attrName>style.visibility</p:attrName>
                                        </p:attrNameLst>
                                      </p:cBhvr>
                                      <p:to>
                                        <p:strVal val="visible"/>
                                      </p:to>
                                    </p:set>
                                    <p:animEffect transition="in" filter="blinds(horizontal)">
                                      <p:cBhvr>
                                        <p:cTn id="73" dur="500"/>
                                        <p:tgtEl>
                                          <p:spTgt spid="33"/>
                                        </p:tgtEl>
                                      </p:cBhvr>
                                    </p:animEffect>
                                  </p:childTnLst>
                                </p:cTn>
                              </p:par>
                              <p:par>
                                <p:cTn id="74" presetID="3" presetClass="entr" presetSubtype="10" fill="hold" grpId="0" nodeType="withEffect">
                                  <p:stCondLst>
                                    <p:cond delay="0"/>
                                  </p:stCondLst>
                                  <p:childTnLst>
                                    <p:set>
                                      <p:cBhvr>
                                        <p:cTn id="75" dur="1" fill="hold">
                                          <p:stCondLst>
                                            <p:cond delay="0"/>
                                          </p:stCondLst>
                                        </p:cTn>
                                        <p:tgtEl>
                                          <p:spTgt spid="34"/>
                                        </p:tgtEl>
                                        <p:attrNameLst>
                                          <p:attrName>style.visibility</p:attrName>
                                        </p:attrNameLst>
                                      </p:cBhvr>
                                      <p:to>
                                        <p:strVal val="visible"/>
                                      </p:to>
                                    </p:set>
                                    <p:animEffect transition="in" filter="blinds(horizontal)">
                                      <p:cBhvr>
                                        <p:cTn id="76" dur="500"/>
                                        <p:tgtEl>
                                          <p:spTgt spid="34"/>
                                        </p:tgtEl>
                                      </p:cBhvr>
                                    </p:animEffect>
                                  </p:childTnLst>
                                </p:cTn>
                              </p:par>
                              <p:par>
                                <p:cTn id="77" presetID="3" presetClass="entr" presetSubtype="10" fill="hold" grpId="0" nodeType="withEffect">
                                  <p:stCondLst>
                                    <p:cond delay="0"/>
                                  </p:stCondLst>
                                  <p:childTnLst>
                                    <p:set>
                                      <p:cBhvr>
                                        <p:cTn id="78" dur="1" fill="hold">
                                          <p:stCondLst>
                                            <p:cond delay="0"/>
                                          </p:stCondLst>
                                        </p:cTn>
                                        <p:tgtEl>
                                          <p:spTgt spid="43"/>
                                        </p:tgtEl>
                                        <p:attrNameLst>
                                          <p:attrName>style.visibility</p:attrName>
                                        </p:attrNameLst>
                                      </p:cBhvr>
                                      <p:to>
                                        <p:strVal val="visible"/>
                                      </p:to>
                                    </p:set>
                                    <p:animEffect transition="in" filter="blinds(horizontal)">
                                      <p:cBhvr>
                                        <p:cTn id="79" dur="500"/>
                                        <p:tgtEl>
                                          <p:spTgt spid="43"/>
                                        </p:tgtEl>
                                      </p:cBhvr>
                                    </p:animEffect>
                                  </p:childTnLst>
                                </p:cTn>
                              </p:par>
                              <p:par>
                                <p:cTn id="80" presetID="3" presetClass="entr" presetSubtype="10" fill="hold" grpId="0" nodeType="withEffect">
                                  <p:stCondLst>
                                    <p:cond delay="0"/>
                                  </p:stCondLst>
                                  <p:childTnLst>
                                    <p:set>
                                      <p:cBhvr>
                                        <p:cTn id="81" dur="1" fill="hold">
                                          <p:stCondLst>
                                            <p:cond delay="0"/>
                                          </p:stCondLst>
                                        </p:cTn>
                                        <p:tgtEl>
                                          <p:spTgt spid="44"/>
                                        </p:tgtEl>
                                        <p:attrNameLst>
                                          <p:attrName>style.visibility</p:attrName>
                                        </p:attrNameLst>
                                      </p:cBhvr>
                                      <p:to>
                                        <p:strVal val="visible"/>
                                      </p:to>
                                    </p:set>
                                    <p:animEffect transition="in" filter="blinds(horizontal)">
                                      <p:cBhvr>
                                        <p:cTn id="82" dur="500"/>
                                        <p:tgtEl>
                                          <p:spTgt spid="44"/>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38"/>
                                        </p:tgtEl>
                                        <p:attrNameLst>
                                          <p:attrName>style.visibility</p:attrName>
                                        </p:attrNameLst>
                                      </p:cBhvr>
                                      <p:to>
                                        <p:strVal val="visible"/>
                                      </p:to>
                                    </p:set>
                                    <p:animEffect transition="in" filter="blinds(horizontal)">
                                      <p:cBhvr>
                                        <p:cTn id="87" dur="500"/>
                                        <p:tgtEl>
                                          <p:spTgt spid="38"/>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36"/>
                                        </p:tgtEl>
                                        <p:attrNameLst>
                                          <p:attrName>style.visibility</p:attrName>
                                        </p:attrNameLst>
                                      </p:cBhvr>
                                      <p:to>
                                        <p:strVal val="visible"/>
                                      </p:to>
                                    </p:set>
                                    <p:animEffect transition="in" filter="blinds(horizontal)">
                                      <p:cBhvr>
                                        <p:cTn id="92" dur="500"/>
                                        <p:tgtEl>
                                          <p:spTgt spid="36"/>
                                        </p:tgtEl>
                                      </p:cBhvr>
                                    </p:animEffect>
                                  </p:childTnLst>
                                </p:cTn>
                              </p:par>
                              <p:par>
                                <p:cTn id="93" presetID="3" presetClass="entr" presetSubtype="10" fill="hold" grpId="0" nodeType="withEffect">
                                  <p:stCondLst>
                                    <p:cond delay="0"/>
                                  </p:stCondLst>
                                  <p:childTnLst>
                                    <p:set>
                                      <p:cBhvr>
                                        <p:cTn id="94" dur="1" fill="hold">
                                          <p:stCondLst>
                                            <p:cond delay="0"/>
                                          </p:stCondLst>
                                        </p:cTn>
                                        <p:tgtEl>
                                          <p:spTgt spid="37"/>
                                        </p:tgtEl>
                                        <p:attrNameLst>
                                          <p:attrName>style.visibility</p:attrName>
                                        </p:attrNameLst>
                                      </p:cBhvr>
                                      <p:to>
                                        <p:strVal val="visible"/>
                                      </p:to>
                                    </p:set>
                                    <p:animEffect transition="in" filter="blinds(horizontal)">
                                      <p:cBhvr>
                                        <p:cTn id="95" dur="500"/>
                                        <p:tgtEl>
                                          <p:spTgt spid="37"/>
                                        </p:tgtEl>
                                      </p:cBhvr>
                                    </p:animEffect>
                                  </p:childTnLst>
                                </p:cTn>
                              </p:par>
                              <p:par>
                                <p:cTn id="96" presetID="3" presetClass="entr" presetSubtype="10" fill="hold" grpId="0" nodeType="withEffect">
                                  <p:stCondLst>
                                    <p:cond delay="0"/>
                                  </p:stCondLst>
                                  <p:childTnLst>
                                    <p:set>
                                      <p:cBhvr>
                                        <p:cTn id="97" dur="1" fill="hold">
                                          <p:stCondLst>
                                            <p:cond delay="0"/>
                                          </p:stCondLst>
                                        </p:cTn>
                                        <p:tgtEl>
                                          <p:spTgt spid="46"/>
                                        </p:tgtEl>
                                        <p:attrNameLst>
                                          <p:attrName>style.visibility</p:attrName>
                                        </p:attrNameLst>
                                      </p:cBhvr>
                                      <p:to>
                                        <p:strVal val="visible"/>
                                      </p:to>
                                    </p:set>
                                    <p:animEffect transition="in" filter="blinds(horizontal)">
                                      <p:cBhvr>
                                        <p:cTn id="98" dur="500"/>
                                        <p:tgtEl>
                                          <p:spTgt spid="46"/>
                                        </p:tgtEl>
                                      </p:cBhvr>
                                    </p:animEffect>
                                  </p:childTnLst>
                                </p:cTn>
                              </p:par>
                              <p:par>
                                <p:cTn id="99" presetID="3" presetClass="entr" presetSubtype="10" fill="hold" grpId="0" nodeType="withEffect">
                                  <p:stCondLst>
                                    <p:cond delay="0"/>
                                  </p:stCondLst>
                                  <p:childTnLst>
                                    <p:set>
                                      <p:cBhvr>
                                        <p:cTn id="100" dur="1" fill="hold">
                                          <p:stCondLst>
                                            <p:cond delay="0"/>
                                          </p:stCondLst>
                                        </p:cTn>
                                        <p:tgtEl>
                                          <p:spTgt spid="47"/>
                                        </p:tgtEl>
                                        <p:attrNameLst>
                                          <p:attrName>style.visibility</p:attrName>
                                        </p:attrNameLst>
                                      </p:cBhvr>
                                      <p:to>
                                        <p:strVal val="visible"/>
                                      </p:to>
                                    </p:set>
                                    <p:animEffect transition="in" filter="blinds(horizontal)">
                                      <p:cBhvr>
                                        <p:cTn id="101"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animBg="1"/>
      <p:bldP spid="14" grpId="1" animBg="1"/>
      <p:bldP spid="15" grpId="0"/>
      <p:bldP spid="15" grpId="1"/>
      <p:bldP spid="16" grpId="0" bldLvl="0" animBg="1"/>
      <p:bldP spid="17" grpId="0"/>
      <p:bldP spid="17" grpId="1"/>
      <p:bldP spid="19" grpId="0" animBg="1"/>
      <p:bldP spid="19" grpId="1" animBg="1"/>
      <p:bldP spid="20" grpId="0"/>
      <p:bldP spid="20" grpId="1"/>
      <p:bldP spid="22" grpId="0" animBg="1"/>
      <p:bldP spid="22" grpId="1" animBg="1"/>
      <p:bldP spid="23" grpId="0"/>
      <p:bldP spid="23" grpId="1"/>
      <p:bldP spid="25" grpId="0" animBg="1"/>
      <p:bldP spid="25" grpId="1" animBg="1"/>
      <p:bldP spid="26" grpId="0"/>
      <p:bldP spid="26" grpId="1"/>
      <p:bldP spid="28" grpId="0" animBg="1"/>
      <p:bldP spid="28" grpId="1" animBg="1"/>
      <p:bldP spid="29" grpId="0"/>
      <p:bldP spid="29" grpId="1"/>
      <p:bldP spid="30" grpId="0" bldLvl="0" animBg="1"/>
      <p:bldP spid="31" grpId="0" bldLvl="0" animBg="1"/>
      <p:bldP spid="33" grpId="0" animBg="1"/>
      <p:bldP spid="33" grpId="1" animBg="1"/>
      <p:bldP spid="34" grpId="0"/>
      <p:bldP spid="34" grpId="1"/>
      <p:bldP spid="36" grpId="0" animBg="1"/>
      <p:bldP spid="36" grpId="1" animBg="1"/>
      <p:bldP spid="37" grpId="0"/>
      <p:bldP spid="37" grpId="1"/>
      <p:bldP spid="38" grpId="0" bldLvl="0" animBg="1"/>
      <p:bldP spid="40" grpId="0" animBg="1"/>
      <p:bldP spid="40" grpId="1" animBg="1"/>
      <p:bldP spid="41" grpId="0"/>
      <p:bldP spid="41" grpId="1"/>
      <p:bldP spid="43" grpId="0" animBg="1"/>
      <p:bldP spid="43" grpId="1" animBg="1"/>
      <p:bldP spid="44" grpId="0"/>
      <p:bldP spid="44" grpId="1"/>
      <p:bldP spid="46" grpId="0" animBg="1"/>
      <p:bldP spid="46" grpId="1" animBg="1"/>
      <p:bldP spid="47" grpId="0"/>
      <p:bldP spid="47" grpId="1"/>
    </p:bldLst>
  </p:timing>
</p:sld>
</file>

<file path=ppt/slides/slide4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7652" name="矩形 3"/>
          <p:cNvSpPr/>
          <p:nvPr/>
        </p:nvSpPr>
        <p:spPr>
          <a:xfrm>
            <a:off x="827088" y="981075"/>
            <a:ext cx="863441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5.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成果形式（一）：科技论文</a:t>
            </a:r>
          </a:p>
        </p:txBody>
      </p:sp>
      <p:sp>
        <p:nvSpPr>
          <p:cNvPr id="5" name="矩形 4"/>
          <p:cNvSpPr/>
          <p:nvPr>
            <p:custDataLst>
              <p:tags r:id="rId2"/>
            </p:custDataLst>
          </p:nvPr>
        </p:nvSpPr>
        <p:spPr>
          <a:xfrm>
            <a:off x="827088" y="1557338"/>
            <a:ext cx="8208963" cy="503238"/>
          </a:xfrm>
          <a:prstGeom prst="rect">
            <a:avLst/>
          </a:prstGeom>
          <a:solidFill>
            <a:schemeClr val="accent1"/>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科技论文写作格式标准化：</a:t>
            </a:r>
          </a:p>
        </p:txBody>
      </p:sp>
      <p:sp>
        <p:nvSpPr>
          <p:cNvPr id="48" name="Rectangle 15"/>
          <p:cNvSpPr/>
          <p:nvPr/>
        </p:nvSpPr>
        <p:spPr>
          <a:xfrm>
            <a:off x="644525" y="2055813"/>
            <a:ext cx="7889875" cy="460375"/>
          </a:xfrm>
          <a:prstGeom prst="rect">
            <a:avLst/>
          </a:prstGeom>
          <a:noFill/>
          <a:ln w="9525">
            <a:noFill/>
          </a:ln>
        </p:spPr>
        <p:txBody>
          <a:bodyPr wrap="square" anchor="t">
            <a:spAutoFit/>
          </a:body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charset="0"/>
              <a:buNone/>
            </a:pPr>
            <a:r>
              <a:rPr kumimoji="0" lang="zh-CN" altLang="en-US" sz="24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a:t>
            </a:r>
            <a:r>
              <a:rPr kumimoji="0" lang="en-US" altLang="zh-CN" sz="24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2</a:t>
            </a:r>
            <a:r>
              <a:rPr kumimoji="0" lang="zh-CN" altLang="en-US" sz="24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）理论</a:t>
            </a:r>
            <a:r>
              <a:rPr kumimoji="0" lang="en-US" altLang="zh-CN" sz="24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a:t>
            </a:r>
            <a:r>
              <a:rPr kumimoji="0" lang="zh-CN" altLang="en-US" sz="24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实验型论文内容</a:t>
            </a:r>
          </a:p>
        </p:txBody>
      </p:sp>
      <p:sp>
        <p:nvSpPr>
          <p:cNvPr id="50" name="矩形 49"/>
          <p:cNvSpPr/>
          <p:nvPr/>
        </p:nvSpPr>
        <p:spPr>
          <a:xfrm>
            <a:off x="3333115" y="2463800"/>
            <a:ext cx="1598930" cy="334645"/>
          </a:xfrm>
          <a:prstGeom prst="rec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51" name="文本框 50"/>
          <p:cNvSpPr txBox="1"/>
          <p:nvPr/>
        </p:nvSpPr>
        <p:spPr>
          <a:xfrm>
            <a:off x="3230880" y="2463800"/>
            <a:ext cx="1709420" cy="368300"/>
          </a:xfrm>
          <a:prstGeom prst="rect">
            <a:avLst/>
          </a:prstGeom>
          <a:noFill/>
        </p:spPr>
        <p:txBody>
          <a:bodyPr wrap="square" rtlCol="0">
            <a:spAutoFit/>
          </a:bodyPr>
          <a:lstStyle/>
          <a:p>
            <a:pPr marR="0"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理论前提介绍</a:t>
            </a:r>
          </a:p>
        </p:txBody>
      </p:sp>
      <p:sp>
        <p:nvSpPr>
          <p:cNvPr id="52" name="下箭头 19"/>
          <p:cNvSpPr/>
          <p:nvPr/>
        </p:nvSpPr>
        <p:spPr>
          <a:xfrm>
            <a:off x="3930650" y="2797175"/>
            <a:ext cx="287338" cy="444500"/>
          </a:xfrm>
          <a:prstGeom prst="downArrow">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53" name="文本框 52"/>
          <p:cNvSpPr txBox="1"/>
          <p:nvPr/>
        </p:nvSpPr>
        <p:spPr>
          <a:xfrm>
            <a:off x="6002338" y="2273300"/>
            <a:ext cx="1881188" cy="368300"/>
          </a:xfrm>
          <a:prstGeom prst="rect">
            <a:avLst/>
          </a:prstGeom>
          <a:noFill/>
        </p:spPr>
        <p:txBody>
          <a:bodyPr wrap="square" rtlCol="0">
            <a:spAutoFit/>
          </a:bodyPr>
          <a:lstStyle/>
          <a:p>
            <a:pPr marR="0" defTabSz="914400" eaLnBrk="1" fontAlgn="auto" hangingPunct="1">
              <a:spcBef>
                <a:spcPts val="0"/>
              </a:spcBef>
              <a:spcAft>
                <a:spcPts val="0"/>
              </a:spcAft>
              <a:buClrTx/>
              <a:buSzTx/>
              <a:buFontTx/>
            </a:pPr>
            <a:endPar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endParaRPr>
          </a:p>
        </p:txBody>
      </p:sp>
      <p:sp>
        <p:nvSpPr>
          <p:cNvPr id="55" name="左箭头标注 23"/>
          <p:cNvSpPr/>
          <p:nvPr/>
        </p:nvSpPr>
        <p:spPr>
          <a:xfrm>
            <a:off x="4932680" y="2360930"/>
            <a:ext cx="2298700" cy="444500"/>
          </a:xfrm>
          <a:prstGeom prst="leftArrowCallou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56" name="文本框 55"/>
          <p:cNvSpPr txBox="1"/>
          <p:nvPr/>
        </p:nvSpPr>
        <p:spPr>
          <a:xfrm>
            <a:off x="5732780" y="2360930"/>
            <a:ext cx="2055495" cy="368300"/>
          </a:xfrm>
          <a:prstGeom prst="rect">
            <a:avLst/>
          </a:prstGeom>
          <a:noFill/>
        </p:spPr>
        <p:txBody>
          <a:bodyPr wrap="square" rtlCol="0">
            <a:spAutoFit/>
          </a:bodyPr>
          <a:lstStyle/>
          <a:p>
            <a:pPr marR="0"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理论的解说</a:t>
            </a:r>
          </a:p>
        </p:txBody>
      </p:sp>
      <p:sp>
        <p:nvSpPr>
          <p:cNvPr id="58" name="左箭头标注 29"/>
          <p:cNvSpPr/>
          <p:nvPr/>
        </p:nvSpPr>
        <p:spPr>
          <a:xfrm>
            <a:off x="4656455" y="3097530"/>
            <a:ext cx="2719070" cy="655320"/>
          </a:xfrm>
          <a:prstGeom prst="leftArrowCallou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59" name="文本框 58"/>
          <p:cNvSpPr txBox="1"/>
          <p:nvPr/>
        </p:nvSpPr>
        <p:spPr>
          <a:xfrm>
            <a:off x="5626100" y="3097530"/>
            <a:ext cx="1666875" cy="645160"/>
          </a:xfrm>
          <a:prstGeom prst="rect">
            <a:avLst/>
          </a:prstGeom>
          <a:noFill/>
        </p:spPr>
        <p:txBody>
          <a:bodyPr wrap="square" rtlCol="0">
            <a:spAutoFit/>
          </a:bodyPr>
          <a:lstStyle/>
          <a:p>
            <a:pPr marR="0"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理论与实验的关联、结合</a:t>
            </a:r>
          </a:p>
        </p:txBody>
      </p:sp>
      <p:sp>
        <p:nvSpPr>
          <p:cNvPr id="61" name="矩形 60"/>
          <p:cNvSpPr/>
          <p:nvPr/>
        </p:nvSpPr>
        <p:spPr>
          <a:xfrm>
            <a:off x="3444875" y="3241675"/>
            <a:ext cx="1225550" cy="334645"/>
          </a:xfrm>
          <a:prstGeom prst="rec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62" name="文本框 61"/>
          <p:cNvSpPr txBox="1"/>
          <p:nvPr/>
        </p:nvSpPr>
        <p:spPr>
          <a:xfrm>
            <a:off x="3487420" y="3241675"/>
            <a:ext cx="1189355" cy="368300"/>
          </a:xfrm>
          <a:prstGeom prst="rect">
            <a:avLst/>
          </a:prstGeom>
          <a:noFill/>
        </p:spPr>
        <p:txBody>
          <a:bodyPr wrap="square" rtlCol="0">
            <a:spAutoFit/>
          </a:bodyPr>
          <a:lstStyle/>
          <a:p>
            <a:pPr marR="0"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实验目的</a:t>
            </a:r>
          </a:p>
        </p:txBody>
      </p:sp>
      <p:sp>
        <p:nvSpPr>
          <p:cNvPr id="64" name="矩形 63"/>
          <p:cNvSpPr/>
          <p:nvPr/>
        </p:nvSpPr>
        <p:spPr>
          <a:xfrm>
            <a:off x="2824480" y="4041775"/>
            <a:ext cx="2383155" cy="334645"/>
          </a:xfrm>
          <a:prstGeom prst="rec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65" name="文本框 64"/>
          <p:cNvSpPr txBox="1"/>
          <p:nvPr/>
        </p:nvSpPr>
        <p:spPr>
          <a:xfrm>
            <a:off x="2907030" y="4041775"/>
            <a:ext cx="2366645" cy="368300"/>
          </a:xfrm>
          <a:prstGeom prst="rect">
            <a:avLst/>
          </a:prstGeom>
          <a:noFill/>
        </p:spPr>
        <p:txBody>
          <a:bodyPr wrap="square" rtlCol="0">
            <a:spAutoFit/>
          </a:bodyPr>
          <a:lstStyle/>
          <a:p>
            <a:pPr marR="0" algn="ctr"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实验方法、操作程序</a:t>
            </a:r>
          </a:p>
        </p:txBody>
      </p:sp>
      <p:sp>
        <p:nvSpPr>
          <p:cNvPr id="66" name="下箭头 43"/>
          <p:cNvSpPr/>
          <p:nvPr/>
        </p:nvSpPr>
        <p:spPr>
          <a:xfrm>
            <a:off x="3930650" y="3575050"/>
            <a:ext cx="287338" cy="466725"/>
          </a:xfrm>
          <a:prstGeom prst="downArrow">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67" name="下箭头 44"/>
          <p:cNvSpPr/>
          <p:nvPr/>
        </p:nvSpPr>
        <p:spPr>
          <a:xfrm>
            <a:off x="3938588" y="4375150"/>
            <a:ext cx="287338" cy="406400"/>
          </a:xfrm>
          <a:prstGeom prst="downArrow">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69" name="矩形 68"/>
          <p:cNvSpPr/>
          <p:nvPr/>
        </p:nvSpPr>
        <p:spPr>
          <a:xfrm>
            <a:off x="3453130" y="4781550"/>
            <a:ext cx="1225550" cy="334645"/>
          </a:xfrm>
          <a:prstGeom prst="rec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70" name="文本框 69"/>
          <p:cNvSpPr txBox="1"/>
          <p:nvPr/>
        </p:nvSpPr>
        <p:spPr>
          <a:xfrm>
            <a:off x="3495040" y="4781550"/>
            <a:ext cx="1189355" cy="368300"/>
          </a:xfrm>
          <a:prstGeom prst="rect">
            <a:avLst/>
          </a:prstGeom>
          <a:noFill/>
        </p:spPr>
        <p:txBody>
          <a:bodyPr wrap="square" rtlCol="0">
            <a:spAutoFit/>
          </a:bodyPr>
          <a:lstStyle/>
          <a:p>
            <a:pPr marR="0" algn="ctr"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实验过程</a:t>
            </a:r>
          </a:p>
        </p:txBody>
      </p:sp>
      <p:sp>
        <p:nvSpPr>
          <p:cNvPr id="72" name="矩形 71"/>
          <p:cNvSpPr/>
          <p:nvPr/>
        </p:nvSpPr>
        <p:spPr>
          <a:xfrm>
            <a:off x="3424555" y="5473700"/>
            <a:ext cx="1225550" cy="334645"/>
          </a:xfrm>
          <a:prstGeom prst="rec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73" name="文本框 72"/>
          <p:cNvSpPr txBox="1"/>
          <p:nvPr/>
        </p:nvSpPr>
        <p:spPr>
          <a:xfrm>
            <a:off x="3466465" y="5473700"/>
            <a:ext cx="1189355" cy="368300"/>
          </a:xfrm>
          <a:prstGeom prst="rect">
            <a:avLst/>
          </a:prstGeom>
          <a:noFill/>
        </p:spPr>
        <p:txBody>
          <a:bodyPr wrap="square" rtlCol="0">
            <a:spAutoFit/>
          </a:bodyPr>
          <a:lstStyle/>
          <a:p>
            <a:pPr marR="0" algn="ctr"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数据</a:t>
            </a:r>
          </a:p>
        </p:txBody>
      </p:sp>
      <p:sp>
        <p:nvSpPr>
          <p:cNvPr id="74" name="下箭头 51"/>
          <p:cNvSpPr/>
          <p:nvPr/>
        </p:nvSpPr>
        <p:spPr>
          <a:xfrm>
            <a:off x="3946525" y="5075238"/>
            <a:ext cx="287338" cy="398463"/>
          </a:xfrm>
          <a:prstGeom prst="downArrow">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76" name="左箭头标注 53"/>
          <p:cNvSpPr/>
          <p:nvPr/>
        </p:nvSpPr>
        <p:spPr>
          <a:xfrm>
            <a:off x="5207000" y="3897630"/>
            <a:ext cx="3092450" cy="655320"/>
          </a:xfrm>
          <a:prstGeom prst="leftArrowCallou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77" name="文本框 76"/>
          <p:cNvSpPr txBox="1"/>
          <p:nvPr/>
        </p:nvSpPr>
        <p:spPr>
          <a:xfrm>
            <a:off x="6309995" y="3897630"/>
            <a:ext cx="1895475" cy="645160"/>
          </a:xfrm>
          <a:prstGeom prst="rect">
            <a:avLst/>
          </a:prstGeom>
          <a:noFill/>
        </p:spPr>
        <p:txBody>
          <a:bodyPr wrap="square" rtlCol="0">
            <a:spAutoFit/>
          </a:bodyPr>
          <a:lstStyle/>
          <a:p>
            <a:pPr marR="0"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确立方法、建设设想、实验器材</a:t>
            </a:r>
          </a:p>
        </p:txBody>
      </p:sp>
      <p:sp>
        <p:nvSpPr>
          <p:cNvPr id="79" name="左箭头标注 56"/>
          <p:cNvSpPr/>
          <p:nvPr/>
        </p:nvSpPr>
        <p:spPr>
          <a:xfrm>
            <a:off x="4670425" y="4748530"/>
            <a:ext cx="2193925" cy="367665"/>
          </a:xfrm>
          <a:prstGeom prst="leftArrowCallou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80" name="文本框 79"/>
          <p:cNvSpPr txBox="1"/>
          <p:nvPr/>
        </p:nvSpPr>
        <p:spPr>
          <a:xfrm>
            <a:off x="5473700" y="4765040"/>
            <a:ext cx="1344295" cy="368300"/>
          </a:xfrm>
          <a:prstGeom prst="rect">
            <a:avLst/>
          </a:prstGeom>
          <a:noFill/>
        </p:spPr>
        <p:txBody>
          <a:bodyPr wrap="square" rtlCol="0">
            <a:spAutoFit/>
          </a:bodyPr>
          <a:lstStyle/>
          <a:p>
            <a:pPr marR="0"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顺序、经过</a:t>
            </a:r>
          </a:p>
        </p:txBody>
      </p:sp>
      <p:sp>
        <p:nvSpPr>
          <p:cNvPr id="82" name="左箭头标注 62"/>
          <p:cNvSpPr/>
          <p:nvPr/>
        </p:nvSpPr>
        <p:spPr>
          <a:xfrm>
            <a:off x="4637405" y="5440680"/>
            <a:ext cx="1691640" cy="444500"/>
          </a:xfrm>
          <a:prstGeom prst="leftArrowCallou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83" name="文本框 82"/>
          <p:cNvSpPr txBox="1"/>
          <p:nvPr/>
        </p:nvSpPr>
        <p:spPr>
          <a:xfrm>
            <a:off x="5274310" y="5440680"/>
            <a:ext cx="2055495" cy="368300"/>
          </a:xfrm>
          <a:prstGeom prst="rect">
            <a:avLst/>
          </a:prstGeom>
          <a:noFill/>
        </p:spPr>
        <p:txBody>
          <a:bodyPr wrap="square" rtlCol="0">
            <a:spAutoFit/>
          </a:bodyPr>
          <a:lstStyle/>
          <a:p>
            <a:pPr marR="0"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图、表</a:t>
            </a:r>
          </a:p>
        </p:txBody>
      </p:sp>
      <p:sp>
        <p:nvSpPr>
          <p:cNvPr id="85" name="矩形 84"/>
          <p:cNvSpPr/>
          <p:nvPr/>
        </p:nvSpPr>
        <p:spPr>
          <a:xfrm>
            <a:off x="3418205" y="6210300"/>
            <a:ext cx="1225550" cy="334645"/>
          </a:xfrm>
          <a:prstGeom prst="rec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86" name="文本框 85"/>
          <p:cNvSpPr txBox="1"/>
          <p:nvPr/>
        </p:nvSpPr>
        <p:spPr>
          <a:xfrm>
            <a:off x="3460115" y="6210300"/>
            <a:ext cx="1189355" cy="368300"/>
          </a:xfrm>
          <a:prstGeom prst="rect">
            <a:avLst/>
          </a:prstGeom>
          <a:noFill/>
        </p:spPr>
        <p:txBody>
          <a:bodyPr wrap="square" rtlCol="0">
            <a:spAutoFit/>
          </a:bodyPr>
          <a:lstStyle/>
          <a:p>
            <a:pPr marR="0" algn="ctr"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数据分析</a:t>
            </a:r>
          </a:p>
        </p:txBody>
      </p:sp>
      <p:sp>
        <p:nvSpPr>
          <p:cNvPr id="87" name="下箭头 7"/>
          <p:cNvSpPr/>
          <p:nvPr/>
        </p:nvSpPr>
        <p:spPr>
          <a:xfrm>
            <a:off x="3938588" y="5810250"/>
            <a:ext cx="287338" cy="400050"/>
          </a:xfrm>
          <a:prstGeom prst="downArrow">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89" name="左箭头标注 13"/>
          <p:cNvSpPr/>
          <p:nvPr/>
        </p:nvSpPr>
        <p:spPr>
          <a:xfrm>
            <a:off x="4656455" y="6054725"/>
            <a:ext cx="2719070" cy="654050"/>
          </a:xfrm>
          <a:prstGeom prst="leftArrowCallou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90" name="文本框 89"/>
          <p:cNvSpPr txBox="1"/>
          <p:nvPr/>
        </p:nvSpPr>
        <p:spPr>
          <a:xfrm>
            <a:off x="5626100" y="6054725"/>
            <a:ext cx="1666875" cy="645160"/>
          </a:xfrm>
          <a:prstGeom prst="rect">
            <a:avLst/>
          </a:prstGeom>
          <a:noFill/>
        </p:spPr>
        <p:txBody>
          <a:bodyPr wrap="square" rtlCol="0">
            <a:spAutoFit/>
          </a:bodyPr>
          <a:lstStyle/>
          <a:p>
            <a:pPr marR="0"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观察结果的分析、误差情况</a:t>
            </a:r>
          </a:p>
        </p:txBody>
      </p:sp>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blinds(horizontal)">
                                      <p:cBhvr>
                                        <p:cTn id="7" dur="500"/>
                                        <p:tgtEl>
                                          <p:spTgt spid="5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blinds(horizontal)">
                                      <p:cBhvr>
                                        <p:cTn id="10" dur="500"/>
                                        <p:tgtEl>
                                          <p:spTgt spid="51"/>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53"/>
                                        </p:tgtEl>
                                        <p:attrNameLst>
                                          <p:attrName>style.visibility</p:attrName>
                                        </p:attrNameLst>
                                      </p:cBhvr>
                                      <p:to>
                                        <p:strVal val="visible"/>
                                      </p:to>
                                    </p:set>
                                    <p:animEffect transition="in" filter="blinds(horizontal)">
                                      <p:cBhvr>
                                        <p:cTn id="13" dur="500"/>
                                        <p:tgtEl>
                                          <p:spTgt spid="53"/>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55"/>
                                        </p:tgtEl>
                                        <p:attrNameLst>
                                          <p:attrName>style.visibility</p:attrName>
                                        </p:attrNameLst>
                                      </p:cBhvr>
                                      <p:to>
                                        <p:strVal val="visible"/>
                                      </p:to>
                                    </p:set>
                                    <p:animEffect transition="in" filter="blinds(horizontal)">
                                      <p:cBhvr>
                                        <p:cTn id="16" dur="500"/>
                                        <p:tgtEl>
                                          <p:spTgt spid="55"/>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blinds(horizontal)">
                                      <p:cBhvr>
                                        <p:cTn id="19" dur="500"/>
                                        <p:tgtEl>
                                          <p:spTgt spid="56"/>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52"/>
                                        </p:tgtEl>
                                        <p:attrNameLst>
                                          <p:attrName>style.visibility</p:attrName>
                                        </p:attrNameLst>
                                      </p:cBhvr>
                                      <p:to>
                                        <p:strVal val="visible"/>
                                      </p:to>
                                    </p:set>
                                    <p:animEffect transition="in" filter="blinds(horizontal)">
                                      <p:cBhvr>
                                        <p:cTn id="24" dur="500"/>
                                        <p:tgtEl>
                                          <p:spTgt spid="52"/>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58"/>
                                        </p:tgtEl>
                                        <p:attrNameLst>
                                          <p:attrName>style.visibility</p:attrName>
                                        </p:attrNameLst>
                                      </p:cBhvr>
                                      <p:to>
                                        <p:strVal val="visible"/>
                                      </p:to>
                                    </p:set>
                                    <p:animEffect transition="in" filter="blinds(horizontal)">
                                      <p:cBhvr>
                                        <p:cTn id="27" dur="500"/>
                                        <p:tgtEl>
                                          <p:spTgt spid="58"/>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59"/>
                                        </p:tgtEl>
                                        <p:attrNameLst>
                                          <p:attrName>style.visibility</p:attrName>
                                        </p:attrNameLst>
                                      </p:cBhvr>
                                      <p:to>
                                        <p:strVal val="visible"/>
                                      </p:to>
                                    </p:set>
                                    <p:animEffect transition="in" filter="blinds(horizontal)">
                                      <p:cBhvr>
                                        <p:cTn id="30" dur="500"/>
                                        <p:tgtEl>
                                          <p:spTgt spid="59"/>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61"/>
                                        </p:tgtEl>
                                        <p:attrNameLst>
                                          <p:attrName>style.visibility</p:attrName>
                                        </p:attrNameLst>
                                      </p:cBhvr>
                                      <p:to>
                                        <p:strVal val="visible"/>
                                      </p:to>
                                    </p:set>
                                    <p:animEffect transition="in" filter="blinds(horizontal)">
                                      <p:cBhvr>
                                        <p:cTn id="33" dur="500"/>
                                        <p:tgtEl>
                                          <p:spTgt spid="61"/>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62"/>
                                        </p:tgtEl>
                                        <p:attrNameLst>
                                          <p:attrName>style.visibility</p:attrName>
                                        </p:attrNameLst>
                                      </p:cBhvr>
                                      <p:to>
                                        <p:strVal val="visible"/>
                                      </p:to>
                                    </p:set>
                                    <p:animEffect transition="in" filter="blinds(horizontal)">
                                      <p:cBhvr>
                                        <p:cTn id="36" dur="500"/>
                                        <p:tgtEl>
                                          <p:spTgt spid="62"/>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66"/>
                                        </p:tgtEl>
                                        <p:attrNameLst>
                                          <p:attrName>style.visibility</p:attrName>
                                        </p:attrNameLst>
                                      </p:cBhvr>
                                      <p:to>
                                        <p:strVal val="visible"/>
                                      </p:to>
                                    </p:set>
                                    <p:animEffect transition="in" filter="blinds(horizontal)">
                                      <p:cBhvr>
                                        <p:cTn id="39" dur="500"/>
                                        <p:tgtEl>
                                          <p:spTgt spid="66"/>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64"/>
                                        </p:tgtEl>
                                        <p:attrNameLst>
                                          <p:attrName>style.visibility</p:attrName>
                                        </p:attrNameLst>
                                      </p:cBhvr>
                                      <p:to>
                                        <p:strVal val="visible"/>
                                      </p:to>
                                    </p:set>
                                    <p:animEffect transition="in" filter="blinds(horizontal)">
                                      <p:cBhvr>
                                        <p:cTn id="44" dur="500"/>
                                        <p:tgtEl>
                                          <p:spTgt spid="64"/>
                                        </p:tgtEl>
                                      </p:cBhvr>
                                    </p:animEffect>
                                  </p:childTnLst>
                                </p:cTn>
                              </p:par>
                              <p:par>
                                <p:cTn id="45" presetID="3" presetClass="entr" presetSubtype="10" fill="hold" grpId="0" nodeType="withEffect">
                                  <p:stCondLst>
                                    <p:cond delay="0"/>
                                  </p:stCondLst>
                                  <p:childTnLst>
                                    <p:set>
                                      <p:cBhvr>
                                        <p:cTn id="46" dur="1" fill="hold">
                                          <p:stCondLst>
                                            <p:cond delay="0"/>
                                          </p:stCondLst>
                                        </p:cTn>
                                        <p:tgtEl>
                                          <p:spTgt spid="65"/>
                                        </p:tgtEl>
                                        <p:attrNameLst>
                                          <p:attrName>style.visibility</p:attrName>
                                        </p:attrNameLst>
                                      </p:cBhvr>
                                      <p:to>
                                        <p:strVal val="visible"/>
                                      </p:to>
                                    </p:set>
                                    <p:animEffect transition="in" filter="blinds(horizontal)">
                                      <p:cBhvr>
                                        <p:cTn id="47" dur="500"/>
                                        <p:tgtEl>
                                          <p:spTgt spid="65"/>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67"/>
                                        </p:tgtEl>
                                        <p:attrNameLst>
                                          <p:attrName>style.visibility</p:attrName>
                                        </p:attrNameLst>
                                      </p:cBhvr>
                                      <p:to>
                                        <p:strVal val="visible"/>
                                      </p:to>
                                    </p:set>
                                    <p:animEffect transition="in" filter="blinds(horizontal)">
                                      <p:cBhvr>
                                        <p:cTn id="50" dur="500"/>
                                        <p:tgtEl>
                                          <p:spTgt spid="67"/>
                                        </p:tgtEl>
                                      </p:cBhvr>
                                    </p:animEffect>
                                  </p:childTnLst>
                                </p:cTn>
                              </p:par>
                              <p:par>
                                <p:cTn id="51" presetID="3" presetClass="entr" presetSubtype="10" fill="hold" grpId="0" nodeType="withEffect">
                                  <p:stCondLst>
                                    <p:cond delay="0"/>
                                  </p:stCondLst>
                                  <p:childTnLst>
                                    <p:set>
                                      <p:cBhvr>
                                        <p:cTn id="52" dur="1" fill="hold">
                                          <p:stCondLst>
                                            <p:cond delay="0"/>
                                          </p:stCondLst>
                                        </p:cTn>
                                        <p:tgtEl>
                                          <p:spTgt spid="76"/>
                                        </p:tgtEl>
                                        <p:attrNameLst>
                                          <p:attrName>style.visibility</p:attrName>
                                        </p:attrNameLst>
                                      </p:cBhvr>
                                      <p:to>
                                        <p:strVal val="visible"/>
                                      </p:to>
                                    </p:set>
                                    <p:animEffect transition="in" filter="blinds(horizontal)">
                                      <p:cBhvr>
                                        <p:cTn id="53" dur="500"/>
                                        <p:tgtEl>
                                          <p:spTgt spid="76"/>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77"/>
                                        </p:tgtEl>
                                        <p:attrNameLst>
                                          <p:attrName>style.visibility</p:attrName>
                                        </p:attrNameLst>
                                      </p:cBhvr>
                                      <p:to>
                                        <p:strVal val="visible"/>
                                      </p:to>
                                    </p:set>
                                    <p:animEffect transition="in" filter="blinds(horizontal)">
                                      <p:cBhvr>
                                        <p:cTn id="56" dur="500"/>
                                        <p:tgtEl>
                                          <p:spTgt spid="77"/>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69"/>
                                        </p:tgtEl>
                                        <p:attrNameLst>
                                          <p:attrName>style.visibility</p:attrName>
                                        </p:attrNameLst>
                                      </p:cBhvr>
                                      <p:to>
                                        <p:strVal val="visible"/>
                                      </p:to>
                                    </p:set>
                                    <p:animEffect transition="in" filter="blinds(horizontal)">
                                      <p:cBhvr>
                                        <p:cTn id="61" dur="500"/>
                                        <p:tgtEl>
                                          <p:spTgt spid="69"/>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70"/>
                                        </p:tgtEl>
                                        <p:attrNameLst>
                                          <p:attrName>style.visibility</p:attrName>
                                        </p:attrNameLst>
                                      </p:cBhvr>
                                      <p:to>
                                        <p:strVal val="visible"/>
                                      </p:to>
                                    </p:set>
                                    <p:animEffect transition="in" filter="blinds(horizontal)">
                                      <p:cBhvr>
                                        <p:cTn id="64" dur="500"/>
                                        <p:tgtEl>
                                          <p:spTgt spid="70"/>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74"/>
                                        </p:tgtEl>
                                        <p:attrNameLst>
                                          <p:attrName>style.visibility</p:attrName>
                                        </p:attrNameLst>
                                      </p:cBhvr>
                                      <p:to>
                                        <p:strVal val="visible"/>
                                      </p:to>
                                    </p:set>
                                    <p:animEffect transition="in" filter="blinds(horizontal)">
                                      <p:cBhvr>
                                        <p:cTn id="67" dur="500"/>
                                        <p:tgtEl>
                                          <p:spTgt spid="74"/>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79"/>
                                        </p:tgtEl>
                                        <p:attrNameLst>
                                          <p:attrName>style.visibility</p:attrName>
                                        </p:attrNameLst>
                                      </p:cBhvr>
                                      <p:to>
                                        <p:strVal val="visible"/>
                                      </p:to>
                                    </p:set>
                                    <p:animEffect transition="in" filter="blinds(horizontal)">
                                      <p:cBhvr>
                                        <p:cTn id="70" dur="500"/>
                                        <p:tgtEl>
                                          <p:spTgt spid="79"/>
                                        </p:tgtEl>
                                      </p:cBhvr>
                                    </p:animEffect>
                                  </p:childTnLst>
                                </p:cTn>
                              </p:par>
                              <p:par>
                                <p:cTn id="71" presetID="3" presetClass="entr" presetSubtype="10" fill="hold" grpId="0" nodeType="withEffect">
                                  <p:stCondLst>
                                    <p:cond delay="0"/>
                                  </p:stCondLst>
                                  <p:childTnLst>
                                    <p:set>
                                      <p:cBhvr>
                                        <p:cTn id="72" dur="1" fill="hold">
                                          <p:stCondLst>
                                            <p:cond delay="0"/>
                                          </p:stCondLst>
                                        </p:cTn>
                                        <p:tgtEl>
                                          <p:spTgt spid="80"/>
                                        </p:tgtEl>
                                        <p:attrNameLst>
                                          <p:attrName>style.visibility</p:attrName>
                                        </p:attrNameLst>
                                      </p:cBhvr>
                                      <p:to>
                                        <p:strVal val="visible"/>
                                      </p:to>
                                    </p:set>
                                    <p:animEffect transition="in" filter="blinds(horizontal)">
                                      <p:cBhvr>
                                        <p:cTn id="73" dur="500"/>
                                        <p:tgtEl>
                                          <p:spTgt spid="80"/>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72"/>
                                        </p:tgtEl>
                                        <p:attrNameLst>
                                          <p:attrName>style.visibility</p:attrName>
                                        </p:attrNameLst>
                                      </p:cBhvr>
                                      <p:to>
                                        <p:strVal val="visible"/>
                                      </p:to>
                                    </p:set>
                                    <p:animEffect transition="in" filter="blinds(horizontal)">
                                      <p:cBhvr>
                                        <p:cTn id="78" dur="500"/>
                                        <p:tgtEl>
                                          <p:spTgt spid="72"/>
                                        </p:tgtEl>
                                      </p:cBhvr>
                                    </p:animEffect>
                                  </p:childTnLst>
                                </p:cTn>
                              </p:par>
                              <p:par>
                                <p:cTn id="79" presetID="3" presetClass="entr" presetSubtype="10" fill="hold" grpId="0" nodeType="withEffect">
                                  <p:stCondLst>
                                    <p:cond delay="0"/>
                                  </p:stCondLst>
                                  <p:childTnLst>
                                    <p:set>
                                      <p:cBhvr>
                                        <p:cTn id="80" dur="1" fill="hold">
                                          <p:stCondLst>
                                            <p:cond delay="0"/>
                                          </p:stCondLst>
                                        </p:cTn>
                                        <p:tgtEl>
                                          <p:spTgt spid="73"/>
                                        </p:tgtEl>
                                        <p:attrNameLst>
                                          <p:attrName>style.visibility</p:attrName>
                                        </p:attrNameLst>
                                      </p:cBhvr>
                                      <p:to>
                                        <p:strVal val="visible"/>
                                      </p:to>
                                    </p:set>
                                    <p:animEffect transition="in" filter="blinds(horizontal)">
                                      <p:cBhvr>
                                        <p:cTn id="81" dur="500"/>
                                        <p:tgtEl>
                                          <p:spTgt spid="73"/>
                                        </p:tgtEl>
                                      </p:cBhvr>
                                    </p:animEffect>
                                  </p:childTnLst>
                                </p:cTn>
                              </p:par>
                              <p:par>
                                <p:cTn id="82" presetID="3" presetClass="entr" presetSubtype="10" fill="hold" grpId="0" nodeType="withEffect">
                                  <p:stCondLst>
                                    <p:cond delay="0"/>
                                  </p:stCondLst>
                                  <p:childTnLst>
                                    <p:set>
                                      <p:cBhvr>
                                        <p:cTn id="83" dur="1" fill="hold">
                                          <p:stCondLst>
                                            <p:cond delay="0"/>
                                          </p:stCondLst>
                                        </p:cTn>
                                        <p:tgtEl>
                                          <p:spTgt spid="82"/>
                                        </p:tgtEl>
                                        <p:attrNameLst>
                                          <p:attrName>style.visibility</p:attrName>
                                        </p:attrNameLst>
                                      </p:cBhvr>
                                      <p:to>
                                        <p:strVal val="visible"/>
                                      </p:to>
                                    </p:set>
                                    <p:animEffect transition="in" filter="blinds(horizontal)">
                                      <p:cBhvr>
                                        <p:cTn id="84" dur="500"/>
                                        <p:tgtEl>
                                          <p:spTgt spid="82"/>
                                        </p:tgtEl>
                                      </p:cBhvr>
                                    </p:animEffect>
                                  </p:childTnLst>
                                </p:cTn>
                              </p:par>
                              <p:par>
                                <p:cTn id="85" presetID="3" presetClass="entr" presetSubtype="10" fill="hold" grpId="0" nodeType="withEffect">
                                  <p:stCondLst>
                                    <p:cond delay="0"/>
                                  </p:stCondLst>
                                  <p:childTnLst>
                                    <p:set>
                                      <p:cBhvr>
                                        <p:cTn id="86" dur="1" fill="hold">
                                          <p:stCondLst>
                                            <p:cond delay="0"/>
                                          </p:stCondLst>
                                        </p:cTn>
                                        <p:tgtEl>
                                          <p:spTgt spid="83"/>
                                        </p:tgtEl>
                                        <p:attrNameLst>
                                          <p:attrName>style.visibility</p:attrName>
                                        </p:attrNameLst>
                                      </p:cBhvr>
                                      <p:to>
                                        <p:strVal val="visible"/>
                                      </p:to>
                                    </p:set>
                                    <p:animEffect transition="in" filter="blinds(horizontal)">
                                      <p:cBhvr>
                                        <p:cTn id="87" dur="500"/>
                                        <p:tgtEl>
                                          <p:spTgt spid="83"/>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87"/>
                                        </p:tgtEl>
                                        <p:attrNameLst>
                                          <p:attrName>style.visibility</p:attrName>
                                        </p:attrNameLst>
                                      </p:cBhvr>
                                      <p:to>
                                        <p:strVal val="visible"/>
                                      </p:to>
                                    </p:set>
                                    <p:animEffect transition="in" filter="blinds(horizontal)">
                                      <p:cBhvr>
                                        <p:cTn id="92" dur="500"/>
                                        <p:tgtEl>
                                          <p:spTgt spid="87"/>
                                        </p:tgtEl>
                                      </p:cBhvr>
                                    </p:animEffect>
                                  </p:childTnLst>
                                </p:cTn>
                              </p:par>
                              <p:par>
                                <p:cTn id="93" presetID="3" presetClass="entr" presetSubtype="10" fill="hold" grpId="0" nodeType="withEffect">
                                  <p:stCondLst>
                                    <p:cond delay="0"/>
                                  </p:stCondLst>
                                  <p:childTnLst>
                                    <p:set>
                                      <p:cBhvr>
                                        <p:cTn id="94" dur="1" fill="hold">
                                          <p:stCondLst>
                                            <p:cond delay="0"/>
                                          </p:stCondLst>
                                        </p:cTn>
                                        <p:tgtEl>
                                          <p:spTgt spid="85"/>
                                        </p:tgtEl>
                                        <p:attrNameLst>
                                          <p:attrName>style.visibility</p:attrName>
                                        </p:attrNameLst>
                                      </p:cBhvr>
                                      <p:to>
                                        <p:strVal val="visible"/>
                                      </p:to>
                                    </p:set>
                                    <p:animEffect transition="in" filter="blinds(horizontal)">
                                      <p:cBhvr>
                                        <p:cTn id="95" dur="500"/>
                                        <p:tgtEl>
                                          <p:spTgt spid="85"/>
                                        </p:tgtEl>
                                      </p:cBhvr>
                                    </p:animEffect>
                                  </p:childTnLst>
                                </p:cTn>
                              </p:par>
                              <p:par>
                                <p:cTn id="96" presetID="3" presetClass="entr" presetSubtype="10" fill="hold" grpId="0" nodeType="withEffect">
                                  <p:stCondLst>
                                    <p:cond delay="0"/>
                                  </p:stCondLst>
                                  <p:childTnLst>
                                    <p:set>
                                      <p:cBhvr>
                                        <p:cTn id="97" dur="1" fill="hold">
                                          <p:stCondLst>
                                            <p:cond delay="0"/>
                                          </p:stCondLst>
                                        </p:cTn>
                                        <p:tgtEl>
                                          <p:spTgt spid="86"/>
                                        </p:tgtEl>
                                        <p:attrNameLst>
                                          <p:attrName>style.visibility</p:attrName>
                                        </p:attrNameLst>
                                      </p:cBhvr>
                                      <p:to>
                                        <p:strVal val="visible"/>
                                      </p:to>
                                    </p:set>
                                    <p:animEffect transition="in" filter="blinds(horizontal)">
                                      <p:cBhvr>
                                        <p:cTn id="98" dur="500"/>
                                        <p:tgtEl>
                                          <p:spTgt spid="86"/>
                                        </p:tgtEl>
                                      </p:cBhvr>
                                    </p:animEffect>
                                  </p:childTnLst>
                                </p:cTn>
                              </p:par>
                              <p:par>
                                <p:cTn id="99" presetID="3" presetClass="entr" presetSubtype="10" fill="hold" grpId="0" nodeType="withEffect">
                                  <p:stCondLst>
                                    <p:cond delay="0"/>
                                  </p:stCondLst>
                                  <p:childTnLst>
                                    <p:set>
                                      <p:cBhvr>
                                        <p:cTn id="100" dur="1" fill="hold">
                                          <p:stCondLst>
                                            <p:cond delay="0"/>
                                          </p:stCondLst>
                                        </p:cTn>
                                        <p:tgtEl>
                                          <p:spTgt spid="89"/>
                                        </p:tgtEl>
                                        <p:attrNameLst>
                                          <p:attrName>style.visibility</p:attrName>
                                        </p:attrNameLst>
                                      </p:cBhvr>
                                      <p:to>
                                        <p:strVal val="visible"/>
                                      </p:to>
                                    </p:set>
                                    <p:animEffect transition="in" filter="blinds(horizontal)">
                                      <p:cBhvr>
                                        <p:cTn id="101" dur="500"/>
                                        <p:tgtEl>
                                          <p:spTgt spid="89"/>
                                        </p:tgtEl>
                                      </p:cBhvr>
                                    </p:animEffect>
                                  </p:childTnLst>
                                </p:cTn>
                              </p:par>
                              <p:par>
                                <p:cTn id="102" presetID="3" presetClass="entr" presetSubtype="10" fill="hold" grpId="0" nodeType="withEffect">
                                  <p:stCondLst>
                                    <p:cond delay="0"/>
                                  </p:stCondLst>
                                  <p:childTnLst>
                                    <p:set>
                                      <p:cBhvr>
                                        <p:cTn id="103" dur="1" fill="hold">
                                          <p:stCondLst>
                                            <p:cond delay="0"/>
                                          </p:stCondLst>
                                        </p:cTn>
                                        <p:tgtEl>
                                          <p:spTgt spid="90"/>
                                        </p:tgtEl>
                                        <p:attrNameLst>
                                          <p:attrName>style.visibility</p:attrName>
                                        </p:attrNameLst>
                                      </p:cBhvr>
                                      <p:to>
                                        <p:strVal val="visible"/>
                                      </p:to>
                                    </p:set>
                                    <p:animEffect transition="in" filter="blinds(horizontal)">
                                      <p:cBhvr>
                                        <p:cTn id="104"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1" grpId="0"/>
      <p:bldP spid="51" grpId="1"/>
      <p:bldP spid="52" grpId="0" animBg="1"/>
      <p:bldP spid="52" grpId="1" animBg="1"/>
      <p:bldP spid="53" grpId="0"/>
      <p:bldP spid="53" grpId="1"/>
      <p:bldP spid="55" grpId="0" animBg="1"/>
      <p:bldP spid="55" grpId="1" animBg="1"/>
      <p:bldP spid="56" grpId="0"/>
      <p:bldP spid="56" grpId="1"/>
      <p:bldP spid="58" grpId="0" animBg="1"/>
      <p:bldP spid="58" grpId="1" animBg="1"/>
      <p:bldP spid="59" grpId="0"/>
      <p:bldP spid="59" grpId="1"/>
      <p:bldP spid="61" grpId="0" animBg="1"/>
      <p:bldP spid="61" grpId="1" animBg="1"/>
      <p:bldP spid="62" grpId="0"/>
      <p:bldP spid="62" grpId="1"/>
      <p:bldP spid="64" grpId="0" animBg="1"/>
      <p:bldP spid="64" grpId="1" animBg="1"/>
      <p:bldP spid="65" grpId="0"/>
      <p:bldP spid="65" grpId="1"/>
      <p:bldP spid="66" grpId="0" animBg="1"/>
      <p:bldP spid="66" grpId="1" animBg="1"/>
      <p:bldP spid="67" grpId="0" animBg="1"/>
      <p:bldP spid="67" grpId="1" animBg="1"/>
      <p:bldP spid="69" grpId="0" animBg="1"/>
      <p:bldP spid="69" grpId="1" animBg="1"/>
      <p:bldP spid="70" grpId="0"/>
      <p:bldP spid="70" grpId="1"/>
      <p:bldP spid="72" grpId="0" animBg="1"/>
      <p:bldP spid="72" grpId="1" animBg="1"/>
      <p:bldP spid="73" grpId="0"/>
      <p:bldP spid="73" grpId="1"/>
      <p:bldP spid="74" grpId="0" animBg="1"/>
      <p:bldP spid="74" grpId="1" animBg="1"/>
      <p:bldP spid="76" grpId="0" animBg="1"/>
      <p:bldP spid="76" grpId="1" animBg="1"/>
      <p:bldP spid="77" grpId="0"/>
      <p:bldP spid="77" grpId="1"/>
      <p:bldP spid="79" grpId="0" animBg="1"/>
      <p:bldP spid="79" grpId="1" animBg="1"/>
      <p:bldP spid="80" grpId="0"/>
      <p:bldP spid="80" grpId="1"/>
      <p:bldP spid="82" grpId="0" animBg="1"/>
      <p:bldP spid="82" grpId="1" animBg="1"/>
      <p:bldP spid="83" grpId="0"/>
      <p:bldP spid="83" grpId="1"/>
      <p:bldP spid="85" grpId="0" animBg="1"/>
      <p:bldP spid="85" grpId="1" animBg="1"/>
      <p:bldP spid="86" grpId="0"/>
      <p:bldP spid="86" grpId="1"/>
      <p:bldP spid="87" grpId="0" animBg="1"/>
      <p:bldP spid="87" grpId="1" animBg="1"/>
      <p:bldP spid="89" grpId="0" animBg="1"/>
      <p:bldP spid="89" grpId="1" animBg="1"/>
      <p:bldP spid="90" grpId="0"/>
      <p:bldP spid="90" grpId="1"/>
    </p:bldLst>
  </p:timing>
</p:sld>
</file>

<file path=ppt/slides/slide4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8676" name="矩形 3"/>
          <p:cNvSpPr/>
          <p:nvPr/>
        </p:nvSpPr>
        <p:spPr>
          <a:xfrm>
            <a:off x="827088" y="981075"/>
            <a:ext cx="863441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5.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成果形式（一）：科技论文</a:t>
            </a:r>
          </a:p>
        </p:txBody>
      </p:sp>
      <p:sp>
        <p:nvSpPr>
          <p:cNvPr id="5" name="矩形 4"/>
          <p:cNvSpPr/>
          <p:nvPr>
            <p:custDataLst>
              <p:tags r:id="rId2"/>
            </p:custDataLst>
          </p:nvPr>
        </p:nvSpPr>
        <p:spPr>
          <a:xfrm>
            <a:off x="827088" y="1557338"/>
            <a:ext cx="8208963" cy="503238"/>
          </a:xfrm>
          <a:prstGeom prst="rect">
            <a:avLst/>
          </a:prstGeom>
          <a:solidFill>
            <a:schemeClr val="accent1"/>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科技论文写作格式标准化：</a:t>
            </a:r>
          </a:p>
        </p:txBody>
      </p:sp>
      <p:sp>
        <p:nvSpPr>
          <p:cNvPr id="91" name="Rectangle 15"/>
          <p:cNvSpPr/>
          <p:nvPr/>
        </p:nvSpPr>
        <p:spPr>
          <a:xfrm>
            <a:off x="688975" y="1992313"/>
            <a:ext cx="7889875" cy="460375"/>
          </a:xfrm>
          <a:prstGeom prst="rect">
            <a:avLst/>
          </a:prstGeom>
          <a:noFill/>
          <a:ln w="9525">
            <a:noFill/>
          </a:ln>
        </p:spPr>
        <p:txBody>
          <a:bodyPr wrap="square" anchor="t">
            <a:spAutoFit/>
          </a:bodyPr>
          <a:lstStyle/>
          <a:p>
            <a:pPr marL="0" marR="0" lvl="0" indent="0" algn="l" defTabSz="914400" rtl="0" eaLnBrk="1" fontAlgn="base" latinLnBrk="0" hangingPunct="1">
              <a:lnSpc>
                <a:spcPct val="100000"/>
              </a:lnSpc>
              <a:spcBef>
                <a:spcPct val="0"/>
              </a:spcBef>
              <a:spcAft>
                <a:spcPct val="0"/>
              </a:spcAft>
              <a:buClrTx/>
              <a:buSzTx/>
              <a:buFont typeface="Wingdings" panose="05000000000000000000" charset="0"/>
              <a:buNone/>
            </a:pPr>
            <a:r>
              <a:rPr kumimoji="0" lang="zh-CN" altLang="en-US" sz="24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a:t>
            </a:r>
            <a:r>
              <a:rPr kumimoji="0" lang="en-US" altLang="zh-CN" sz="24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3</a:t>
            </a:r>
            <a:r>
              <a:rPr kumimoji="0" lang="zh-CN" altLang="en-US" sz="24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）技术型论文内容</a:t>
            </a:r>
          </a:p>
        </p:txBody>
      </p:sp>
      <p:sp>
        <p:nvSpPr>
          <p:cNvPr id="93" name="矩形 92"/>
          <p:cNvSpPr/>
          <p:nvPr/>
        </p:nvSpPr>
        <p:spPr>
          <a:xfrm>
            <a:off x="3033395" y="2466975"/>
            <a:ext cx="1598930" cy="334645"/>
          </a:xfrm>
          <a:prstGeom prst="rec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94" name="文本框 93"/>
          <p:cNvSpPr txBox="1"/>
          <p:nvPr/>
        </p:nvSpPr>
        <p:spPr>
          <a:xfrm>
            <a:off x="2930525" y="2466975"/>
            <a:ext cx="1710055" cy="368300"/>
          </a:xfrm>
          <a:prstGeom prst="rect">
            <a:avLst/>
          </a:prstGeom>
          <a:noFill/>
        </p:spPr>
        <p:txBody>
          <a:bodyPr wrap="square" rtlCol="0">
            <a:spAutoFit/>
          </a:bodyPr>
          <a:lstStyle/>
          <a:p>
            <a:pPr marR="0" algn="ctr"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设想的提出</a:t>
            </a:r>
          </a:p>
        </p:txBody>
      </p:sp>
      <p:sp>
        <p:nvSpPr>
          <p:cNvPr id="95" name="下箭头 19"/>
          <p:cNvSpPr/>
          <p:nvPr/>
        </p:nvSpPr>
        <p:spPr>
          <a:xfrm>
            <a:off x="3629025" y="2801938"/>
            <a:ext cx="288925" cy="442913"/>
          </a:xfrm>
          <a:prstGeom prst="downArrow">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96" name="文本框 95"/>
          <p:cNvSpPr txBox="1"/>
          <p:nvPr/>
        </p:nvSpPr>
        <p:spPr>
          <a:xfrm>
            <a:off x="5702300" y="2278063"/>
            <a:ext cx="1881188" cy="368300"/>
          </a:xfrm>
          <a:prstGeom prst="rect">
            <a:avLst/>
          </a:prstGeom>
          <a:noFill/>
        </p:spPr>
        <p:txBody>
          <a:bodyPr wrap="square" rtlCol="0">
            <a:spAutoFit/>
          </a:bodyPr>
          <a:lstStyle/>
          <a:p>
            <a:pPr marR="0" defTabSz="914400" eaLnBrk="1" fontAlgn="auto" hangingPunct="1">
              <a:spcBef>
                <a:spcPts val="0"/>
              </a:spcBef>
              <a:spcAft>
                <a:spcPts val="0"/>
              </a:spcAft>
              <a:buClrTx/>
              <a:buSzTx/>
              <a:buFontTx/>
            </a:pPr>
            <a:endPar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endParaRPr>
          </a:p>
        </p:txBody>
      </p:sp>
      <p:sp>
        <p:nvSpPr>
          <p:cNvPr id="98" name="左箭头标注 23"/>
          <p:cNvSpPr/>
          <p:nvPr/>
        </p:nvSpPr>
        <p:spPr>
          <a:xfrm>
            <a:off x="4632325" y="2365375"/>
            <a:ext cx="2837180" cy="605155"/>
          </a:xfrm>
          <a:prstGeom prst="leftArrowCallou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99" name="文本框 98"/>
          <p:cNvSpPr txBox="1"/>
          <p:nvPr/>
        </p:nvSpPr>
        <p:spPr>
          <a:xfrm>
            <a:off x="5620385" y="2365375"/>
            <a:ext cx="1813560" cy="645160"/>
          </a:xfrm>
          <a:prstGeom prst="rect">
            <a:avLst/>
          </a:prstGeom>
          <a:noFill/>
        </p:spPr>
        <p:txBody>
          <a:bodyPr wrap="square" rtlCol="0">
            <a:spAutoFit/>
          </a:bodyPr>
          <a:lstStyle/>
          <a:p>
            <a:pPr marR="0"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技术的改进、实验方法说明</a:t>
            </a:r>
          </a:p>
        </p:txBody>
      </p:sp>
      <p:sp>
        <p:nvSpPr>
          <p:cNvPr id="101" name="左箭头标注 29"/>
          <p:cNvSpPr/>
          <p:nvPr/>
        </p:nvSpPr>
        <p:spPr>
          <a:xfrm>
            <a:off x="4356100" y="3101975"/>
            <a:ext cx="2719070" cy="654050"/>
          </a:xfrm>
          <a:prstGeom prst="leftArrowCallou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02" name="文本框 101"/>
          <p:cNvSpPr txBox="1"/>
          <p:nvPr/>
        </p:nvSpPr>
        <p:spPr>
          <a:xfrm>
            <a:off x="5325745" y="3101975"/>
            <a:ext cx="1897380" cy="645160"/>
          </a:xfrm>
          <a:prstGeom prst="rect">
            <a:avLst/>
          </a:prstGeom>
          <a:noFill/>
        </p:spPr>
        <p:txBody>
          <a:bodyPr wrap="square" rtlCol="0">
            <a:spAutoFit/>
          </a:bodyPr>
          <a:lstStyle/>
          <a:p>
            <a:pPr marR="0"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新设想的要点、理论依据、数据</a:t>
            </a:r>
          </a:p>
        </p:txBody>
      </p:sp>
      <p:sp>
        <p:nvSpPr>
          <p:cNvPr id="104" name="矩形 103"/>
          <p:cNvSpPr/>
          <p:nvPr/>
        </p:nvSpPr>
        <p:spPr>
          <a:xfrm>
            <a:off x="3145155" y="3244850"/>
            <a:ext cx="1225550" cy="334645"/>
          </a:xfrm>
          <a:prstGeom prst="rec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05" name="文本框 104"/>
          <p:cNvSpPr txBox="1"/>
          <p:nvPr/>
        </p:nvSpPr>
        <p:spPr>
          <a:xfrm>
            <a:off x="3187065" y="3244850"/>
            <a:ext cx="1189355" cy="368300"/>
          </a:xfrm>
          <a:prstGeom prst="rect">
            <a:avLst/>
          </a:prstGeom>
          <a:noFill/>
        </p:spPr>
        <p:txBody>
          <a:bodyPr wrap="square" rtlCol="0">
            <a:spAutoFit/>
          </a:bodyPr>
          <a:lstStyle/>
          <a:p>
            <a:pPr marR="0" algn="ctr"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展望</a:t>
            </a:r>
          </a:p>
        </p:txBody>
      </p:sp>
      <p:sp>
        <p:nvSpPr>
          <p:cNvPr id="107" name="矩形 106"/>
          <p:cNvSpPr/>
          <p:nvPr/>
        </p:nvSpPr>
        <p:spPr>
          <a:xfrm>
            <a:off x="2746375" y="4044950"/>
            <a:ext cx="2166620" cy="334645"/>
          </a:xfrm>
          <a:prstGeom prst="rec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08" name="文本框 107"/>
          <p:cNvSpPr txBox="1"/>
          <p:nvPr/>
        </p:nvSpPr>
        <p:spPr>
          <a:xfrm>
            <a:off x="2821305" y="4044950"/>
            <a:ext cx="2152015" cy="368300"/>
          </a:xfrm>
          <a:prstGeom prst="rect">
            <a:avLst/>
          </a:prstGeom>
          <a:noFill/>
        </p:spPr>
        <p:txBody>
          <a:bodyPr wrap="square" rtlCol="0">
            <a:spAutoFit/>
          </a:bodyPr>
          <a:lstStyle/>
          <a:p>
            <a:pPr marR="0" algn="ctr"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设想的实现方法</a:t>
            </a:r>
          </a:p>
        </p:txBody>
      </p:sp>
      <p:sp>
        <p:nvSpPr>
          <p:cNvPr id="109" name="下箭头 43"/>
          <p:cNvSpPr/>
          <p:nvPr/>
        </p:nvSpPr>
        <p:spPr>
          <a:xfrm>
            <a:off x="3629025" y="3579813"/>
            <a:ext cx="288925" cy="465138"/>
          </a:xfrm>
          <a:prstGeom prst="downArrow">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10" name="下箭头 44"/>
          <p:cNvSpPr/>
          <p:nvPr/>
        </p:nvSpPr>
        <p:spPr>
          <a:xfrm>
            <a:off x="3638550" y="4379913"/>
            <a:ext cx="287338" cy="404813"/>
          </a:xfrm>
          <a:prstGeom prst="downArrow">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12" name="矩形 111"/>
          <p:cNvSpPr/>
          <p:nvPr/>
        </p:nvSpPr>
        <p:spPr>
          <a:xfrm>
            <a:off x="3152775" y="4784725"/>
            <a:ext cx="1225550" cy="334645"/>
          </a:xfrm>
          <a:prstGeom prst="rec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13" name="文本框 112"/>
          <p:cNvSpPr txBox="1"/>
          <p:nvPr/>
        </p:nvSpPr>
        <p:spPr>
          <a:xfrm>
            <a:off x="3195320" y="4784725"/>
            <a:ext cx="1189355" cy="368300"/>
          </a:xfrm>
          <a:prstGeom prst="rect">
            <a:avLst/>
          </a:prstGeom>
          <a:noFill/>
        </p:spPr>
        <p:txBody>
          <a:bodyPr wrap="square" rtlCol="0">
            <a:spAutoFit/>
          </a:bodyPr>
          <a:lstStyle/>
          <a:p>
            <a:pPr marR="0" algn="ctr"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实际运用</a:t>
            </a:r>
          </a:p>
        </p:txBody>
      </p:sp>
      <p:sp>
        <p:nvSpPr>
          <p:cNvPr id="115" name="矩形 114"/>
          <p:cNvSpPr/>
          <p:nvPr/>
        </p:nvSpPr>
        <p:spPr>
          <a:xfrm>
            <a:off x="2980055" y="5478780"/>
            <a:ext cx="1506220" cy="334645"/>
          </a:xfrm>
          <a:prstGeom prst="rec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16" name="文本框 115"/>
          <p:cNvSpPr txBox="1"/>
          <p:nvPr/>
        </p:nvSpPr>
        <p:spPr>
          <a:xfrm>
            <a:off x="3032760" y="5478780"/>
            <a:ext cx="1459865" cy="368300"/>
          </a:xfrm>
          <a:prstGeom prst="rect">
            <a:avLst/>
          </a:prstGeom>
          <a:noFill/>
        </p:spPr>
        <p:txBody>
          <a:bodyPr wrap="square" rtlCol="0">
            <a:spAutoFit/>
          </a:bodyPr>
          <a:lstStyle/>
          <a:p>
            <a:pPr marR="0" algn="ctr"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结果和数据</a:t>
            </a:r>
          </a:p>
        </p:txBody>
      </p:sp>
      <p:sp>
        <p:nvSpPr>
          <p:cNvPr id="117" name="下箭头 51"/>
          <p:cNvSpPr/>
          <p:nvPr/>
        </p:nvSpPr>
        <p:spPr>
          <a:xfrm>
            <a:off x="3644900" y="5080000"/>
            <a:ext cx="288925" cy="398463"/>
          </a:xfrm>
          <a:prstGeom prst="downArrow">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19" name="左箭头标注 53"/>
          <p:cNvSpPr/>
          <p:nvPr/>
        </p:nvSpPr>
        <p:spPr>
          <a:xfrm>
            <a:off x="4907280" y="3902075"/>
            <a:ext cx="2277745" cy="654050"/>
          </a:xfrm>
          <a:prstGeom prst="leftArrowCallou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20" name="文本框 119"/>
          <p:cNvSpPr txBox="1"/>
          <p:nvPr/>
        </p:nvSpPr>
        <p:spPr>
          <a:xfrm>
            <a:off x="5727065" y="3902075"/>
            <a:ext cx="1740535" cy="645160"/>
          </a:xfrm>
          <a:prstGeom prst="rect">
            <a:avLst/>
          </a:prstGeom>
          <a:noFill/>
        </p:spPr>
        <p:txBody>
          <a:bodyPr wrap="square" rtlCol="0">
            <a:spAutoFit/>
          </a:bodyPr>
          <a:lstStyle/>
          <a:p>
            <a:pPr marR="0"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实验设备（仪器、装置）</a:t>
            </a:r>
          </a:p>
        </p:txBody>
      </p:sp>
      <p:sp>
        <p:nvSpPr>
          <p:cNvPr id="122" name="左箭头标注 56"/>
          <p:cNvSpPr/>
          <p:nvPr/>
        </p:nvSpPr>
        <p:spPr>
          <a:xfrm>
            <a:off x="4365625" y="4683125"/>
            <a:ext cx="2622550" cy="591820"/>
          </a:xfrm>
          <a:prstGeom prst="leftArrowCallou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23" name="文本框 122"/>
          <p:cNvSpPr txBox="1"/>
          <p:nvPr/>
        </p:nvSpPr>
        <p:spPr>
          <a:xfrm>
            <a:off x="5325745" y="4683125"/>
            <a:ext cx="1607185" cy="645160"/>
          </a:xfrm>
          <a:prstGeom prst="rect">
            <a:avLst/>
          </a:prstGeom>
          <a:noFill/>
        </p:spPr>
        <p:txBody>
          <a:bodyPr wrap="square" rtlCol="0">
            <a:spAutoFit/>
          </a:bodyPr>
          <a:lstStyle/>
          <a:p>
            <a:pPr marR="0"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介绍实际的运用过程</a:t>
            </a:r>
          </a:p>
        </p:txBody>
      </p:sp>
      <p:sp>
        <p:nvSpPr>
          <p:cNvPr id="125" name="左箭头标注 62"/>
          <p:cNvSpPr/>
          <p:nvPr/>
        </p:nvSpPr>
        <p:spPr>
          <a:xfrm>
            <a:off x="4492625" y="5422900"/>
            <a:ext cx="2301875" cy="540385"/>
          </a:xfrm>
          <a:prstGeom prst="leftArrowCallou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26" name="文本框 125"/>
          <p:cNvSpPr txBox="1"/>
          <p:nvPr/>
        </p:nvSpPr>
        <p:spPr>
          <a:xfrm>
            <a:off x="5287645" y="5383530"/>
            <a:ext cx="1504950" cy="645160"/>
          </a:xfrm>
          <a:prstGeom prst="rect">
            <a:avLst/>
          </a:prstGeom>
          <a:noFill/>
        </p:spPr>
        <p:txBody>
          <a:bodyPr wrap="square" rtlCol="0">
            <a:spAutoFit/>
          </a:bodyPr>
          <a:lstStyle/>
          <a:p>
            <a:pPr marR="0"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绘图列表</a:t>
            </a:r>
          </a:p>
          <a:p>
            <a:pPr marR="0"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表示结果</a:t>
            </a:r>
          </a:p>
        </p:txBody>
      </p:sp>
      <p:sp>
        <p:nvSpPr>
          <p:cNvPr id="128" name="矩形 127"/>
          <p:cNvSpPr/>
          <p:nvPr/>
        </p:nvSpPr>
        <p:spPr>
          <a:xfrm>
            <a:off x="3117850" y="6213475"/>
            <a:ext cx="1225550" cy="334645"/>
          </a:xfrm>
          <a:prstGeom prst="rec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29" name="文本框 128"/>
          <p:cNvSpPr txBox="1"/>
          <p:nvPr/>
        </p:nvSpPr>
        <p:spPr>
          <a:xfrm>
            <a:off x="3160395" y="6213475"/>
            <a:ext cx="1189355" cy="368300"/>
          </a:xfrm>
          <a:prstGeom prst="rect">
            <a:avLst/>
          </a:prstGeom>
          <a:noFill/>
        </p:spPr>
        <p:txBody>
          <a:bodyPr wrap="square" rtlCol="0">
            <a:spAutoFit/>
          </a:bodyPr>
          <a:lstStyle/>
          <a:p>
            <a:pPr marR="0" algn="ctr"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数据分析</a:t>
            </a:r>
          </a:p>
        </p:txBody>
      </p:sp>
      <p:sp>
        <p:nvSpPr>
          <p:cNvPr id="130" name="下箭头 7"/>
          <p:cNvSpPr/>
          <p:nvPr/>
        </p:nvSpPr>
        <p:spPr>
          <a:xfrm>
            <a:off x="3638550" y="5815013"/>
            <a:ext cx="287338" cy="398463"/>
          </a:xfrm>
          <a:prstGeom prst="downArrow">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32" name="左箭头标注 13"/>
          <p:cNvSpPr/>
          <p:nvPr/>
        </p:nvSpPr>
        <p:spPr>
          <a:xfrm>
            <a:off x="4356100" y="6057900"/>
            <a:ext cx="2719705" cy="655955"/>
          </a:xfrm>
          <a:prstGeom prst="leftArrowCallout">
            <a:avLst/>
          </a:prstGeom>
          <a:solidFill>
            <a:srgbClr val="BBE0E3"/>
          </a:solidFill>
          <a:ln w="9525" cap="flat" cmpd="sng" algn="ctr">
            <a:solidFill>
              <a:srgbClr val="000000"/>
            </a:solidFill>
            <a:prstDash val="solid"/>
            <a:round/>
            <a:headEnd type="none" w="med" len="med"/>
            <a:tailEnd type="none" w="med" len="med"/>
          </a:ln>
          <a:effectLst>
            <a:prstShdw prst="shdw11">
              <a:srgbClr val="808080">
                <a:alpha val="50000"/>
              </a:srgbClr>
            </a:prst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33" name="文本框 132"/>
          <p:cNvSpPr txBox="1"/>
          <p:nvPr/>
        </p:nvSpPr>
        <p:spPr>
          <a:xfrm>
            <a:off x="5326380" y="6057900"/>
            <a:ext cx="1666875" cy="645160"/>
          </a:xfrm>
          <a:prstGeom prst="rect">
            <a:avLst/>
          </a:prstGeom>
          <a:noFill/>
        </p:spPr>
        <p:txBody>
          <a:bodyPr wrap="square" rtlCol="0">
            <a:spAutoFit/>
          </a:bodyPr>
          <a:lstStyle/>
          <a:p>
            <a:pPr marR="0" defTabSz="914400" eaLnBrk="1" fontAlgn="auto" hangingPunct="1">
              <a:spcBef>
                <a:spcPts val="0"/>
              </a:spcBef>
              <a:spcAft>
                <a:spcPts val="0"/>
              </a:spcAft>
              <a:buClrTx/>
              <a:buSzTx/>
              <a:buFontTx/>
            </a:pPr>
            <a:r>
              <a:rPr kumimoji="0" lang="zh-CN" altLang="en-US" sz="1800" kern="0" cap="none" spc="0" normalizeH="0" baseline="0" noProof="0">
                <a:solidFill>
                  <a:srgbClr val="000000"/>
                </a:solidFill>
                <a:latin typeface="微软雅黑" panose="020B0503020204020204" charset="-122"/>
                <a:ea typeface="微软雅黑" panose="020B0503020204020204" charset="-122"/>
                <a:cs typeface="+mn-cs"/>
              </a:rPr>
              <a:t>结果与设想的差距对比</a:t>
            </a:r>
          </a:p>
        </p:txBody>
      </p:sp>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blinds(horizontal)">
                                      <p:cBhvr>
                                        <p:cTn id="7" dur="500"/>
                                        <p:tgtEl>
                                          <p:spTgt spid="9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93"/>
                                        </p:tgtEl>
                                        <p:attrNameLst>
                                          <p:attrName>style.visibility</p:attrName>
                                        </p:attrNameLst>
                                      </p:cBhvr>
                                      <p:to>
                                        <p:strVal val="visible"/>
                                      </p:to>
                                    </p:set>
                                    <p:animEffect transition="in" filter="blinds(horizontal)">
                                      <p:cBhvr>
                                        <p:cTn id="10" dur="500"/>
                                        <p:tgtEl>
                                          <p:spTgt spid="93"/>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94"/>
                                        </p:tgtEl>
                                        <p:attrNameLst>
                                          <p:attrName>style.visibility</p:attrName>
                                        </p:attrNameLst>
                                      </p:cBhvr>
                                      <p:to>
                                        <p:strVal val="visible"/>
                                      </p:to>
                                    </p:set>
                                    <p:animEffect transition="in" filter="blinds(horizontal)">
                                      <p:cBhvr>
                                        <p:cTn id="13" dur="500"/>
                                        <p:tgtEl>
                                          <p:spTgt spid="94"/>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95"/>
                                        </p:tgtEl>
                                        <p:attrNameLst>
                                          <p:attrName>style.visibility</p:attrName>
                                        </p:attrNameLst>
                                      </p:cBhvr>
                                      <p:to>
                                        <p:strVal val="visible"/>
                                      </p:to>
                                    </p:set>
                                    <p:animEffect transition="in" filter="blinds(horizontal)">
                                      <p:cBhvr>
                                        <p:cTn id="16" dur="500"/>
                                        <p:tgtEl>
                                          <p:spTgt spid="95"/>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96"/>
                                        </p:tgtEl>
                                        <p:attrNameLst>
                                          <p:attrName>style.visibility</p:attrName>
                                        </p:attrNameLst>
                                      </p:cBhvr>
                                      <p:to>
                                        <p:strVal val="visible"/>
                                      </p:to>
                                    </p:set>
                                    <p:animEffect transition="in" filter="blinds(horizontal)">
                                      <p:cBhvr>
                                        <p:cTn id="19" dur="500"/>
                                        <p:tgtEl>
                                          <p:spTgt spid="96"/>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98"/>
                                        </p:tgtEl>
                                        <p:attrNameLst>
                                          <p:attrName>style.visibility</p:attrName>
                                        </p:attrNameLst>
                                      </p:cBhvr>
                                      <p:to>
                                        <p:strVal val="visible"/>
                                      </p:to>
                                    </p:set>
                                    <p:animEffect transition="in" filter="blinds(horizontal)">
                                      <p:cBhvr>
                                        <p:cTn id="22" dur="500"/>
                                        <p:tgtEl>
                                          <p:spTgt spid="98"/>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99"/>
                                        </p:tgtEl>
                                        <p:attrNameLst>
                                          <p:attrName>style.visibility</p:attrName>
                                        </p:attrNameLst>
                                      </p:cBhvr>
                                      <p:to>
                                        <p:strVal val="visible"/>
                                      </p:to>
                                    </p:set>
                                    <p:animEffect transition="in" filter="blinds(horizontal)">
                                      <p:cBhvr>
                                        <p:cTn id="25" dur="500"/>
                                        <p:tgtEl>
                                          <p:spTgt spid="99"/>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01"/>
                                        </p:tgtEl>
                                        <p:attrNameLst>
                                          <p:attrName>style.visibility</p:attrName>
                                        </p:attrNameLst>
                                      </p:cBhvr>
                                      <p:to>
                                        <p:strVal val="visible"/>
                                      </p:to>
                                    </p:set>
                                    <p:animEffect transition="in" filter="blinds(horizontal)">
                                      <p:cBhvr>
                                        <p:cTn id="28" dur="500"/>
                                        <p:tgtEl>
                                          <p:spTgt spid="101"/>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02"/>
                                        </p:tgtEl>
                                        <p:attrNameLst>
                                          <p:attrName>style.visibility</p:attrName>
                                        </p:attrNameLst>
                                      </p:cBhvr>
                                      <p:to>
                                        <p:strVal val="visible"/>
                                      </p:to>
                                    </p:set>
                                    <p:animEffect transition="in" filter="blinds(horizontal)">
                                      <p:cBhvr>
                                        <p:cTn id="31" dur="500"/>
                                        <p:tgtEl>
                                          <p:spTgt spid="102"/>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04"/>
                                        </p:tgtEl>
                                        <p:attrNameLst>
                                          <p:attrName>style.visibility</p:attrName>
                                        </p:attrNameLst>
                                      </p:cBhvr>
                                      <p:to>
                                        <p:strVal val="visible"/>
                                      </p:to>
                                    </p:set>
                                    <p:animEffect transition="in" filter="blinds(horizontal)">
                                      <p:cBhvr>
                                        <p:cTn id="34" dur="500"/>
                                        <p:tgtEl>
                                          <p:spTgt spid="104"/>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105"/>
                                        </p:tgtEl>
                                        <p:attrNameLst>
                                          <p:attrName>style.visibility</p:attrName>
                                        </p:attrNameLst>
                                      </p:cBhvr>
                                      <p:to>
                                        <p:strVal val="visible"/>
                                      </p:to>
                                    </p:set>
                                    <p:animEffect transition="in" filter="blinds(horizontal)">
                                      <p:cBhvr>
                                        <p:cTn id="37" dur="500"/>
                                        <p:tgtEl>
                                          <p:spTgt spid="10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07"/>
                                        </p:tgtEl>
                                        <p:attrNameLst>
                                          <p:attrName>style.visibility</p:attrName>
                                        </p:attrNameLst>
                                      </p:cBhvr>
                                      <p:to>
                                        <p:strVal val="visible"/>
                                      </p:to>
                                    </p:set>
                                    <p:animEffect transition="in" filter="blinds(horizontal)">
                                      <p:cBhvr>
                                        <p:cTn id="42" dur="500"/>
                                        <p:tgtEl>
                                          <p:spTgt spid="107"/>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108"/>
                                        </p:tgtEl>
                                        <p:attrNameLst>
                                          <p:attrName>style.visibility</p:attrName>
                                        </p:attrNameLst>
                                      </p:cBhvr>
                                      <p:to>
                                        <p:strVal val="visible"/>
                                      </p:to>
                                    </p:set>
                                    <p:animEffect transition="in" filter="blinds(horizontal)">
                                      <p:cBhvr>
                                        <p:cTn id="45" dur="500"/>
                                        <p:tgtEl>
                                          <p:spTgt spid="108"/>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109"/>
                                        </p:tgtEl>
                                        <p:attrNameLst>
                                          <p:attrName>style.visibility</p:attrName>
                                        </p:attrNameLst>
                                      </p:cBhvr>
                                      <p:to>
                                        <p:strVal val="visible"/>
                                      </p:to>
                                    </p:set>
                                    <p:animEffect transition="in" filter="blinds(horizontal)">
                                      <p:cBhvr>
                                        <p:cTn id="48" dur="500"/>
                                        <p:tgtEl>
                                          <p:spTgt spid="109"/>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110"/>
                                        </p:tgtEl>
                                        <p:attrNameLst>
                                          <p:attrName>style.visibility</p:attrName>
                                        </p:attrNameLst>
                                      </p:cBhvr>
                                      <p:to>
                                        <p:strVal val="visible"/>
                                      </p:to>
                                    </p:set>
                                    <p:animEffect transition="in" filter="blinds(horizontal)">
                                      <p:cBhvr>
                                        <p:cTn id="51" dur="500"/>
                                        <p:tgtEl>
                                          <p:spTgt spid="110"/>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112"/>
                                        </p:tgtEl>
                                        <p:attrNameLst>
                                          <p:attrName>style.visibility</p:attrName>
                                        </p:attrNameLst>
                                      </p:cBhvr>
                                      <p:to>
                                        <p:strVal val="visible"/>
                                      </p:to>
                                    </p:set>
                                    <p:animEffect transition="in" filter="blinds(horizontal)">
                                      <p:cBhvr>
                                        <p:cTn id="54" dur="500"/>
                                        <p:tgtEl>
                                          <p:spTgt spid="112"/>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113"/>
                                        </p:tgtEl>
                                        <p:attrNameLst>
                                          <p:attrName>style.visibility</p:attrName>
                                        </p:attrNameLst>
                                      </p:cBhvr>
                                      <p:to>
                                        <p:strVal val="visible"/>
                                      </p:to>
                                    </p:set>
                                    <p:animEffect transition="in" filter="blinds(horizontal)">
                                      <p:cBhvr>
                                        <p:cTn id="57" dur="500"/>
                                        <p:tgtEl>
                                          <p:spTgt spid="113"/>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119"/>
                                        </p:tgtEl>
                                        <p:attrNameLst>
                                          <p:attrName>style.visibility</p:attrName>
                                        </p:attrNameLst>
                                      </p:cBhvr>
                                      <p:to>
                                        <p:strVal val="visible"/>
                                      </p:to>
                                    </p:set>
                                    <p:animEffect transition="in" filter="blinds(horizontal)">
                                      <p:cBhvr>
                                        <p:cTn id="60" dur="500"/>
                                        <p:tgtEl>
                                          <p:spTgt spid="119"/>
                                        </p:tgtEl>
                                      </p:cBhvr>
                                    </p:animEffect>
                                  </p:childTnLst>
                                </p:cTn>
                              </p:par>
                              <p:par>
                                <p:cTn id="61" presetID="3" presetClass="entr" presetSubtype="10" fill="hold" grpId="0" nodeType="withEffect">
                                  <p:stCondLst>
                                    <p:cond delay="0"/>
                                  </p:stCondLst>
                                  <p:childTnLst>
                                    <p:set>
                                      <p:cBhvr>
                                        <p:cTn id="62" dur="1" fill="hold">
                                          <p:stCondLst>
                                            <p:cond delay="0"/>
                                          </p:stCondLst>
                                        </p:cTn>
                                        <p:tgtEl>
                                          <p:spTgt spid="120"/>
                                        </p:tgtEl>
                                        <p:attrNameLst>
                                          <p:attrName>style.visibility</p:attrName>
                                        </p:attrNameLst>
                                      </p:cBhvr>
                                      <p:to>
                                        <p:strVal val="visible"/>
                                      </p:to>
                                    </p:set>
                                    <p:animEffect transition="in" filter="blinds(horizontal)">
                                      <p:cBhvr>
                                        <p:cTn id="63" dur="500"/>
                                        <p:tgtEl>
                                          <p:spTgt spid="120"/>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122"/>
                                        </p:tgtEl>
                                        <p:attrNameLst>
                                          <p:attrName>style.visibility</p:attrName>
                                        </p:attrNameLst>
                                      </p:cBhvr>
                                      <p:to>
                                        <p:strVal val="visible"/>
                                      </p:to>
                                    </p:set>
                                    <p:animEffect transition="in" filter="blinds(horizontal)">
                                      <p:cBhvr>
                                        <p:cTn id="66" dur="500"/>
                                        <p:tgtEl>
                                          <p:spTgt spid="122"/>
                                        </p:tgtEl>
                                      </p:cBhvr>
                                    </p:animEffect>
                                  </p:childTnLst>
                                </p:cTn>
                              </p:par>
                              <p:par>
                                <p:cTn id="67" presetID="3" presetClass="entr" presetSubtype="10" fill="hold" grpId="0" nodeType="withEffect">
                                  <p:stCondLst>
                                    <p:cond delay="0"/>
                                  </p:stCondLst>
                                  <p:childTnLst>
                                    <p:set>
                                      <p:cBhvr>
                                        <p:cTn id="68" dur="1" fill="hold">
                                          <p:stCondLst>
                                            <p:cond delay="0"/>
                                          </p:stCondLst>
                                        </p:cTn>
                                        <p:tgtEl>
                                          <p:spTgt spid="123"/>
                                        </p:tgtEl>
                                        <p:attrNameLst>
                                          <p:attrName>style.visibility</p:attrName>
                                        </p:attrNameLst>
                                      </p:cBhvr>
                                      <p:to>
                                        <p:strVal val="visible"/>
                                      </p:to>
                                    </p:set>
                                    <p:animEffect transition="in" filter="blinds(horizontal)">
                                      <p:cBhvr>
                                        <p:cTn id="69" dur="500"/>
                                        <p:tgtEl>
                                          <p:spTgt spid="123"/>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115"/>
                                        </p:tgtEl>
                                        <p:attrNameLst>
                                          <p:attrName>style.visibility</p:attrName>
                                        </p:attrNameLst>
                                      </p:cBhvr>
                                      <p:to>
                                        <p:strVal val="visible"/>
                                      </p:to>
                                    </p:set>
                                    <p:animEffect transition="in" filter="blinds(horizontal)">
                                      <p:cBhvr>
                                        <p:cTn id="74" dur="500"/>
                                        <p:tgtEl>
                                          <p:spTgt spid="115"/>
                                        </p:tgtEl>
                                      </p:cBhvr>
                                    </p:animEffect>
                                  </p:childTnLst>
                                </p:cTn>
                              </p:par>
                              <p:par>
                                <p:cTn id="75" presetID="3" presetClass="entr" presetSubtype="10" fill="hold" grpId="0" nodeType="withEffect">
                                  <p:stCondLst>
                                    <p:cond delay="0"/>
                                  </p:stCondLst>
                                  <p:childTnLst>
                                    <p:set>
                                      <p:cBhvr>
                                        <p:cTn id="76" dur="1" fill="hold">
                                          <p:stCondLst>
                                            <p:cond delay="0"/>
                                          </p:stCondLst>
                                        </p:cTn>
                                        <p:tgtEl>
                                          <p:spTgt spid="116"/>
                                        </p:tgtEl>
                                        <p:attrNameLst>
                                          <p:attrName>style.visibility</p:attrName>
                                        </p:attrNameLst>
                                      </p:cBhvr>
                                      <p:to>
                                        <p:strVal val="visible"/>
                                      </p:to>
                                    </p:set>
                                    <p:animEffect transition="in" filter="blinds(horizontal)">
                                      <p:cBhvr>
                                        <p:cTn id="77" dur="500"/>
                                        <p:tgtEl>
                                          <p:spTgt spid="116"/>
                                        </p:tgtEl>
                                      </p:cBhvr>
                                    </p:animEffect>
                                  </p:childTnLst>
                                </p:cTn>
                              </p:par>
                              <p:par>
                                <p:cTn id="78" presetID="3" presetClass="entr" presetSubtype="10" fill="hold" grpId="0" nodeType="withEffect">
                                  <p:stCondLst>
                                    <p:cond delay="0"/>
                                  </p:stCondLst>
                                  <p:childTnLst>
                                    <p:set>
                                      <p:cBhvr>
                                        <p:cTn id="79" dur="1" fill="hold">
                                          <p:stCondLst>
                                            <p:cond delay="0"/>
                                          </p:stCondLst>
                                        </p:cTn>
                                        <p:tgtEl>
                                          <p:spTgt spid="117"/>
                                        </p:tgtEl>
                                        <p:attrNameLst>
                                          <p:attrName>style.visibility</p:attrName>
                                        </p:attrNameLst>
                                      </p:cBhvr>
                                      <p:to>
                                        <p:strVal val="visible"/>
                                      </p:to>
                                    </p:set>
                                    <p:animEffect transition="in" filter="blinds(horizontal)">
                                      <p:cBhvr>
                                        <p:cTn id="80" dur="500"/>
                                        <p:tgtEl>
                                          <p:spTgt spid="117"/>
                                        </p:tgtEl>
                                      </p:cBhvr>
                                    </p:animEffect>
                                  </p:childTnLst>
                                </p:cTn>
                              </p:par>
                              <p:par>
                                <p:cTn id="81" presetID="3" presetClass="entr" presetSubtype="10" fill="hold" grpId="0" nodeType="withEffect">
                                  <p:stCondLst>
                                    <p:cond delay="0"/>
                                  </p:stCondLst>
                                  <p:childTnLst>
                                    <p:set>
                                      <p:cBhvr>
                                        <p:cTn id="82" dur="1" fill="hold">
                                          <p:stCondLst>
                                            <p:cond delay="0"/>
                                          </p:stCondLst>
                                        </p:cTn>
                                        <p:tgtEl>
                                          <p:spTgt spid="125"/>
                                        </p:tgtEl>
                                        <p:attrNameLst>
                                          <p:attrName>style.visibility</p:attrName>
                                        </p:attrNameLst>
                                      </p:cBhvr>
                                      <p:to>
                                        <p:strVal val="visible"/>
                                      </p:to>
                                    </p:set>
                                    <p:animEffect transition="in" filter="blinds(horizontal)">
                                      <p:cBhvr>
                                        <p:cTn id="83" dur="500"/>
                                        <p:tgtEl>
                                          <p:spTgt spid="125"/>
                                        </p:tgtEl>
                                      </p:cBhvr>
                                    </p:animEffect>
                                  </p:childTnLst>
                                </p:cTn>
                              </p:par>
                              <p:par>
                                <p:cTn id="84" presetID="3" presetClass="entr" presetSubtype="10" fill="hold" grpId="0" nodeType="withEffect">
                                  <p:stCondLst>
                                    <p:cond delay="0"/>
                                  </p:stCondLst>
                                  <p:childTnLst>
                                    <p:set>
                                      <p:cBhvr>
                                        <p:cTn id="85" dur="1" fill="hold">
                                          <p:stCondLst>
                                            <p:cond delay="0"/>
                                          </p:stCondLst>
                                        </p:cTn>
                                        <p:tgtEl>
                                          <p:spTgt spid="126"/>
                                        </p:tgtEl>
                                        <p:attrNameLst>
                                          <p:attrName>style.visibility</p:attrName>
                                        </p:attrNameLst>
                                      </p:cBhvr>
                                      <p:to>
                                        <p:strVal val="visible"/>
                                      </p:to>
                                    </p:set>
                                    <p:animEffect transition="in" filter="blinds(horizontal)">
                                      <p:cBhvr>
                                        <p:cTn id="86" dur="500"/>
                                        <p:tgtEl>
                                          <p:spTgt spid="126"/>
                                        </p:tgtEl>
                                      </p:cBhvr>
                                    </p:animEffect>
                                  </p:childTnLst>
                                </p:cTn>
                              </p:par>
                              <p:par>
                                <p:cTn id="87" presetID="3" presetClass="entr" presetSubtype="10" fill="hold" grpId="0" nodeType="withEffect">
                                  <p:stCondLst>
                                    <p:cond delay="0"/>
                                  </p:stCondLst>
                                  <p:childTnLst>
                                    <p:set>
                                      <p:cBhvr>
                                        <p:cTn id="88" dur="1" fill="hold">
                                          <p:stCondLst>
                                            <p:cond delay="0"/>
                                          </p:stCondLst>
                                        </p:cTn>
                                        <p:tgtEl>
                                          <p:spTgt spid="130"/>
                                        </p:tgtEl>
                                        <p:attrNameLst>
                                          <p:attrName>style.visibility</p:attrName>
                                        </p:attrNameLst>
                                      </p:cBhvr>
                                      <p:to>
                                        <p:strVal val="visible"/>
                                      </p:to>
                                    </p:set>
                                    <p:animEffect transition="in" filter="blinds(horizontal)">
                                      <p:cBhvr>
                                        <p:cTn id="89" dur="500"/>
                                        <p:tgtEl>
                                          <p:spTgt spid="130"/>
                                        </p:tgtEl>
                                      </p:cBhvr>
                                    </p:animEffect>
                                  </p:childTnLst>
                                </p:cTn>
                              </p:par>
                            </p:childTnLst>
                          </p:cTn>
                        </p:par>
                      </p:childTnLst>
                    </p:cTn>
                  </p:par>
                  <p:par>
                    <p:cTn id="90" fill="hold">
                      <p:stCondLst>
                        <p:cond delay="indefinite"/>
                      </p:stCondLst>
                      <p:childTnLst>
                        <p:par>
                          <p:cTn id="91" fill="hold">
                            <p:stCondLst>
                              <p:cond delay="0"/>
                            </p:stCondLst>
                            <p:childTnLst>
                              <p:par>
                                <p:cTn id="92" presetID="3" presetClass="entr" presetSubtype="10" fill="hold" grpId="0" nodeType="clickEffect">
                                  <p:stCondLst>
                                    <p:cond delay="0"/>
                                  </p:stCondLst>
                                  <p:childTnLst>
                                    <p:set>
                                      <p:cBhvr>
                                        <p:cTn id="93" dur="1" fill="hold">
                                          <p:stCondLst>
                                            <p:cond delay="0"/>
                                          </p:stCondLst>
                                        </p:cTn>
                                        <p:tgtEl>
                                          <p:spTgt spid="128"/>
                                        </p:tgtEl>
                                        <p:attrNameLst>
                                          <p:attrName>style.visibility</p:attrName>
                                        </p:attrNameLst>
                                      </p:cBhvr>
                                      <p:to>
                                        <p:strVal val="visible"/>
                                      </p:to>
                                    </p:set>
                                    <p:animEffect transition="in" filter="blinds(horizontal)">
                                      <p:cBhvr>
                                        <p:cTn id="94" dur="500"/>
                                        <p:tgtEl>
                                          <p:spTgt spid="128"/>
                                        </p:tgtEl>
                                      </p:cBhvr>
                                    </p:animEffect>
                                  </p:childTnLst>
                                </p:cTn>
                              </p:par>
                              <p:par>
                                <p:cTn id="95" presetID="3" presetClass="entr" presetSubtype="10" fill="hold" grpId="0" nodeType="withEffect">
                                  <p:stCondLst>
                                    <p:cond delay="0"/>
                                  </p:stCondLst>
                                  <p:childTnLst>
                                    <p:set>
                                      <p:cBhvr>
                                        <p:cTn id="96" dur="1" fill="hold">
                                          <p:stCondLst>
                                            <p:cond delay="0"/>
                                          </p:stCondLst>
                                        </p:cTn>
                                        <p:tgtEl>
                                          <p:spTgt spid="129"/>
                                        </p:tgtEl>
                                        <p:attrNameLst>
                                          <p:attrName>style.visibility</p:attrName>
                                        </p:attrNameLst>
                                      </p:cBhvr>
                                      <p:to>
                                        <p:strVal val="visible"/>
                                      </p:to>
                                    </p:set>
                                    <p:animEffect transition="in" filter="blinds(horizontal)">
                                      <p:cBhvr>
                                        <p:cTn id="97" dur="500"/>
                                        <p:tgtEl>
                                          <p:spTgt spid="129"/>
                                        </p:tgtEl>
                                      </p:cBhvr>
                                    </p:animEffect>
                                  </p:childTnLst>
                                </p:cTn>
                              </p:par>
                              <p:par>
                                <p:cTn id="98" presetID="3" presetClass="entr" presetSubtype="10" fill="hold" grpId="0" nodeType="withEffect">
                                  <p:stCondLst>
                                    <p:cond delay="0"/>
                                  </p:stCondLst>
                                  <p:childTnLst>
                                    <p:set>
                                      <p:cBhvr>
                                        <p:cTn id="99" dur="1" fill="hold">
                                          <p:stCondLst>
                                            <p:cond delay="0"/>
                                          </p:stCondLst>
                                        </p:cTn>
                                        <p:tgtEl>
                                          <p:spTgt spid="132"/>
                                        </p:tgtEl>
                                        <p:attrNameLst>
                                          <p:attrName>style.visibility</p:attrName>
                                        </p:attrNameLst>
                                      </p:cBhvr>
                                      <p:to>
                                        <p:strVal val="visible"/>
                                      </p:to>
                                    </p:set>
                                    <p:animEffect transition="in" filter="blinds(horizontal)">
                                      <p:cBhvr>
                                        <p:cTn id="100" dur="500"/>
                                        <p:tgtEl>
                                          <p:spTgt spid="132"/>
                                        </p:tgtEl>
                                      </p:cBhvr>
                                    </p:animEffect>
                                  </p:childTnLst>
                                </p:cTn>
                              </p:par>
                              <p:par>
                                <p:cTn id="101" presetID="3" presetClass="entr" presetSubtype="10" fill="hold" grpId="0" nodeType="withEffect">
                                  <p:stCondLst>
                                    <p:cond delay="0"/>
                                  </p:stCondLst>
                                  <p:childTnLst>
                                    <p:set>
                                      <p:cBhvr>
                                        <p:cTn id="102" dur="1" fill="hold">
                                          <p:stCondLst>
                                            <p:cond delay="0"/>
                                          </p:stCondLst>
                                        </p:cTn>
                                        <p:tgtEl>
                                          <p:spTgt spid="133"/>
                                        </p:tgtEl>
                                        <p:attrNameLst>
                                          <p:attrName>style.visibility</p:attrName>
                                        </p:attrNameLst>
                                      </p:cBhvr>
                                      <p:to>
                                        <p:strVal val="visible"/>
                                      </p:to>
                                    </p:set>
                                    <p:animEffect transition="in" filter="blinds(horizontal)">
                                      <p:cBhvr>
                                        <p:cTn id="103" dur="500"/>
                                        <p:tgtEl>
                                          <p:spTgt spid="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P spid="91" grpId="1"/>
      <p:bldP spid="93" grpId="0" animBg="1"/>
      <p:bldP spid="93" grpId="1" animBg="1"/>
      <p:bldP spid="94" grpId="0"/>
      <p:bldP spid="94" grpId="1"/>
      <p:bldP spid="95" grpId="0" animBg="1"/>
      <p:bldP spid="95" grpId="1" animBg="1"/>
      <p:bldP spid="96" grpId="0"/>
      <p:bldP spid="96" grpId="1"/>
      <p:bldP spid="98" grpId="0" animBg="1"/>
      <p:bldP spid="98" grpId="1" animBg="1"/>
      <p:bldP spid="99" grpId="0"/>
      <p:bldP spid="99" grpId="1"/>
      <p:bldP spid="101" grpId="0" animBg="1"/>
      <p:bldP spid="101" grpId="1" animBg="1"/>
      <p:bldP spid="102" grpId="0"/>
      <p:bldP spid="102" grpId="1"/>
      <p:bldP spid="104" grpId="0" animBg="1"/>
      <p:bldP spid="104" grpId="1" animBg="1"/>
      <p:bldP spid="105" grpId="0"/>
      <p:bldP spid="105" grpId="1"/>
      <p:bldP spid="107" grpId="0" animBg="1"/>
      <p:bldP spid="107" grpId="1" animBg="1"/>
      <p:bldP spid="108" grpId="0"/>
      <p:bldP spid="108" grpId="1"/>
      <p:bldP spid="109" grpId="0" animBg="1"/>
      <p:bldP spid="109" grpId="1" animBg="1"/>
      <p:bldP spid="110" grpId="0" animBg="1"/>
      <p:bldP spid="110" grpId="1" animBg="1"/>
      <p:bldP spid="112" grpId="0" animBg="1"/>
      <p:bldP spid="112" grpId="1" animBg="1"/>
      <p:bldP spid="113" grpId="0"/>
      <p:bldP spid="113" grpId="1"/>
      <p:bldP spid="115" grpId="0" animBg="1"/>
      <p:bldP spid="115" grpId="1" animBg="1"/>
      <p:bldP spid="116" grpId="0"/>
      <p:bldP spid="116" grpId="1"/>
      <p:bldP spid="117" grpId="0" animBg="1"/>
      <p:bldP spid="117" grpId="1" animBg="1"/>
      <p:bldP spid="119" grpId="0" animBg="1"/>
      <p:bldP spid="119" grpId="1" animBg="1"/>
      <p:bldP spid="120" grpId="0"/>
      <p:bldP spid="120" grpId="1"/>
      <p:bldP spid="122" grpId="0" animBg="1"/>
      <p:bldP spid="122" grpId="1" animBg="1"/>
      <p:bldP spid="123" grpId="0"/>
      <p:bldP spid="123" grpId="1"/>
      <p:bldP spid="125" grpId="0" animBg="1"/>
      <p:bldP spid="125" grpId="1" animBg="1"/>
      <p:bldP spid="126" grpId="0"/>
      <p:bldP spid="126" grpId="1"/>
      <p:bldP spid="128" grpId="0" animBg="1"/>
      <p:bldP spid="128" grpId="1" animBg="1"/>
      <p:bldP spid="129" grpId="0"/>
      <p:bldP spid="129" grpId="1"/>
      <p:bldP spid="130" grpId="0" animBg="1"/>
      <p:bldP spid="130" grpId="1" animBg="1"/>
      <p:bldP spid="132" grpId="0" animBg="1"/>
      <p:bldP spid="132" grpId="1" animBg="1"/>
      <p:bldP spid="133" grpId="0"/>
      <p:bldP spid="133" grpId="1"/>
    </p:bldLst>
  </p:timing>
</p:sld>
</file>

<file path=ppt/slides/slide4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9700" name="矩形 3"/>
          <p:cNvSpPr/>
          <p:nvPr/>
        </p:nvSpPr>
        <p:spPr>
          <a:xfrm>
            <a:off x="827088" y="981075"/>
            <a:ext cx="863441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5.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成果形式（一）：科技论文</a:t>
            </a:r>
          </a:p>
        </p:txBody>
      </p:sp>
      <p:sp>
        <p:nvSpPr>
          <p:cNvPr id="5" name="矩形 4"/>
          <p:cNvSpPr/>
          <p:nvPr>
            <p:custDataLst>
              <p:tags r:id="rId2"/>
            </p:custDataLst>
          </p:nvPr>
        </p:nvSpPr>
        <p:spPr>
          <a:xfrm>
            <a:off x="827088" y="1557338"/>
            <a:ext cx="8208963" cy="503238"/>
          </a:xfrm>
          <a:prstGeom prst="rect">
            <a:avLst/>
          </a:prstGeom>
          <a:solidFill>
            <a:schemeClr val="accent1"/>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科技论文写作格式标准化：</a:t>
            </a:r>
          </a:p>
        </p:txBody>
      </p:sp>
      <p:sp>
        <p:nvSpPr>
          <p:cNvPr id="51" name="Rectangle 15"/>
          <p:cNvSpPr/>
          <p:nvPr/>
        </p:nvSpPr>
        <p:spPr>
          <a:xfrm>
            <a:off x="827088" y="2120900"/>
            <a:ext cx="7889875" cy="1383665"/>
          </a:xfrm>
          <a:prstGeom prst="rect">
            <a:avLst/>
          </a:prstGeom>
          <a:noFill/>
          <a:ln w="9525">
            <a:noFill/>
          </a:ln>
        </p:spPr>
        <p:txBody>
          <a:bodyPr wrap="square" anchor="t">
            <a:spAutoFit/>
          </a:body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Ø"/>
            </a:pPr>
            <a:r>
              <a:rPr kumimoji="0" lang="zh-CN" altLang="en-US" sz="2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sym typeface="+mn-ea"/>
              </a:rPr>
              <a:t>结论：报告、论文的结论是最终的、总体的结论，不是正文中各段的小结的简单重复。结论应该准确，完整，明确、精炼。</a:t>
            </a:r>
          </a:p>
        </p:txBody>
      </p:sp>
      <p:sp>
        <p:nvSpPr>
          <p:cNvPr id="52" name="文本框 51"/>
          <p:cNvSpPr txBox="1"/>
          <p:nvPr/>
        </p:nvSpPr>
        <p:spPr>
          <a:xfrm>
            <a:off x="1099503" y="4939665"/>
            <a:ext cx="7847013" cy="2306955"/>
          </a:xfrm>
          <a:prstGeom prst="rect">
            <a:avLst/>
          </a:prstGeom>
          <a:noFill/>
        </p:spPr>
        <p:txBody>
          <a:bodyPr wrap="square" rtlCol="0">
            <a:spAutoFit/>
          </a:bodyPr>
          <a:lstStyle/>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结论的写法：</a:t>
            </a: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1</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）分析综合法</a:t>
            </a: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2</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）展望法</a:t>
            </a: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3</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）对比法</a:t>
            </a: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4</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）解释法</a:t>
            </a:r>
          </a:p>
          <a:p>
            <a:pPr marR="0" defTabSz="914400" eaLnBrk="1" fontAlgn="auto" hangingPunct="1">
              <a:spcBef>
                <a:spcPts val="0"/>
              </a:spcBef>
              <a:spcAft>
                <a:spcPts val="0"/>
              </a:spcAft>
              <a:buClrTx/>
              <a:buSzTx/>
              <a:buFontTx/>
            </a:pPr>
            <a:endPar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endParaRPr>
          </a:p>
        </p:txBody>
      </p:sp>
      <p:sp>
        <p:nvSpPr>
          <p:cNvPr id="53" name="文本框 52"/>
          <p:cNvSpPr txBox="1"/>
          <p:nvPr/>
        </p:nvSpPr>
        <p:spPr>
          <a:xfrm>
            <a:off x="1112838" y="3504248"/>
            <a:ext cx="7820025" cy="1568450"/>
          </a:xfrm>
          <a:prstGeom prst="rect">
            <a:avLst/>
          </a:prstGeom>
          <a:noFill/>
        </p:spPr>
        <p:txBody>
          <a:bodyPr wrap="square" rtlCol="0">
            <a:spAutoFit/>
          </a:bodyPr>
          <a:lstStyle/>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结论的作用：</a:t>
            </a: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1</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）结论是思维的聚光。</a:t>
            </a: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2</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）结论是知识的曝光。</a:t>
            </a: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3</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）结论应该是语言的闪光。</a:t>
            </a:r>
          </a:p>
        </p:txBody>
      </p:sp>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500" fill="hold">
                                          <p:stCondLst>
                                            <p:cond delay="0"/>
                                          </p:stCondLst>
                                        </p:cTn>
                                        <p:tgtEl>
                                          <p:spTgt spid="51"/>
                                        </p:tgtEl>
                                        <p:attrNameLst>
                                          <p:attrName>style.visibility</p:attrName>
                                        </p:attrNameLst>
                                      </p:cBhvr>
                                      <p:to>
                                        <p:strVal val="visible"/>
                                      </p:to>
                                    </p:set>
                                    <p:animEffect transition="in" filter="blinds(horizontal)">
                                      <p:cBhvr>
                                        <p:cTn id="7" dur="500"/>
                                        <p:tgtEl>
                                          <p:spTgt spid="5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3"/>
                                        </p:tgtEl>
                                        <p:attrNameLst>
                                          <p:attrName>style.visibility</p:attrName>
                                        </p:attrNameLst>
                                      </p:cBhvr>
                                      <p:to>
                                        <p:strVal val="visible"/>
                                      </p:to>
                                    </p:set>
                                    <p:animEffect transition="in" filter="blinds(horizontal)">
                                      <p:cBhvr>
                                        <p:cTn id="12" dur="500"/>
                                        <p:tgtEl>
                                          <p:spTgt spid="5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blinds(horizontal)">
                                      <p:cBhvr>
                                        <p:cTn id="17"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2" grpId="0"/>
      <p:bldP spid="53" grpId="0"/>
    </p:bldLst>
  </p:timing>
</p:sld>
</file>

<file path=ppt/slides/slide4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0724" name="矩形 3"/>
          <p:cNvSpPr/>
          <p:nvPr/>
        </p:nvSpPr>
        <p:spPr>
          <a:xfrm>
            <a:off x="827088" y="981075"/>
            <a:ext cx="863441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5.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成果形式（一）：科技论文</a:t>
            </a:r>
          </a:p>
        </p:txBody>
      </p:sp>
      <p:sp>
        <p:nvSpPr>
          <p:cNvPr id="5" name="矩形 4"/>
          <p:cNvSpPr/>
          <p:nvPr>
            <p:custDataLst>
              <p:tags r:id="rId2"/>
            </p:custDataLst>
          </p:nvPr>
        </p:nvSpPr>
        <p:spPr>
          <a:xfrm>
            <a:off x="827088" y="1557338"/>
            <a:ext cx="8208963" cy="503238"/>
          </a:xfrm>
          <a:prstGeom prst="rect">
            <a:avLst/>
          </a:prstGeom>
          <a:solidFill>
            <a:schemeClr val="accent1"/>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科技论文写作格式标准化：</a:t>
            </a:r>
          </a:p>
        </p:txBody>
      </p:sp>
      <p:sp>
        <p:nvSpPr>
          <p:cNvPr id="10" name="Rectangle 15"/>
          <p:cNvSpPr/>
          <p:nvPr/>
        </p:nvSpPr>
        <p:spPr>
          <a:xfrm>
            <a:off x="889000" y="2117725"/>
            <a:ext cx="7889875" cy="953135"/>
          </a:xfrm>
          <a:prstGeom prst="rect">
            <a:avLst/>
          </a:prstGeom>
          <a:noFill/>
          <a:ln w="9525">
            <a:noFill/>
          </a:ln>
        </p:spPr>
        <p:txBody>
          <a:bodyPr wrap="square" anchor="t">
            <a:spAutoFit/>
          </a:body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charset="0"/>
              <a:buChar char="Ø"/>
            </a:pPr>
            <a:r>
              <a:rPr kumimoji="0" lang="zh-CN" altLang="en-US" sz="2800"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Times New Roman" panose="02020603050405020304" pitchFamily="18" charset="0"/>
                <a:sym typeface="+mn-ea"/>
              </a:rPr>
              <a:t>参考文献：科技论文写作过程中必须查阅资料、翻阅文献以验证我们的理论、观点。</a:t>
            </a:r>
          </a:p>
        </p:txBody>
      </p:sp>
      <p:sp>
        <p:nvSpPr>
          <p:cNvPr id="11" name="文本框 10"/>
          <p:cNvSpPr txBox="1"/>
          <p:nvPr/>
        </p:nvSpPr>
        <p:spPr>
          <a:xfrm>
            <a:off x="1012508" y="3070860"/>
            <a:ext cx="7839075" cy="2306955"/>
          </a:xfrm>
          <a:prstGeom prst="rect">
            <a:avLst/>
          </a:prstGeom>
          <a:noFill/>
        </p:spPr>
        <p:txBody>
          <a:bodyPr wrap="square" rtlCol="0">
            <a:spAutoFit/>
          </a:bodyPr>
          <a:lstStyle/>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著录参考文献的意义：</a:t>
            </a: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1</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）反映出真实的科学依据；</a:t>
            </a: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2</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）一般地说，凡引用的参考文献都要标注，以反映出作者的严肃科学态度。</a:t>
            </a: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3</a:t>
            </a: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）著录后的参考文献表示作者对前人（或他人）科研成果的尊重。</a:t>
            </a:r>
          </a:p>
        </p:txBody>
      </p:sp>
      <p:sp>
        <p:nvSpPr>
          <p:cNvPr id="12" name="文本框 11"/>
          <p:cNvSpPr txBox="1"/>
          <p:nvPr/>
        </p:nvSpPr>
        <p:spPr>
          <a:xfrm>
            <a:off x="983933" y="5377815"/>
            <a:ext cx="7699375" cy="829945"/>
          </a:xfrm>
          <a:prstGeom prst="rect">
            <a:avLst/>
          </a:prstGeom>
          <a:noFill/>
        </p:spPr>
        <p:txBody>
          <a:bodyPr wrap="square" rtlCol="0">
            <a:spAutoFit/>
          </a:bodyPr>
          <a:lstStyle/>
          <a:p>
            <a:pPr marR="0" defTabSz="914400" eaLnBrk="1" hangingPunct="1">
              <a:buClrTx/>
              <a:buSzTx/>
              <a:buFontTx/>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Times New Roman" panose="02020603050405020304" pitchFamily="18" charset="0"/>
                <a:sym typeface="+mn-ea"/>
              </a:rPr>
              <a:t>著录参考文献，必须注意：所著录的文献一定是作者亲自阅读过的，而且是最主要。最新和最关键的文献。</a:t>
            </a:r>
          </a:p>
        </p:txBody>
      </p:sp>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500"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linds(horizontal)">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19250" y="1988185"/>
            <a:ext cx="5905500" cy="1555115"/>
          </a:xfrm>
        </p:spPr>
        <p:txBody>
          <a:bodyPr>
            <a:normAutofit fontScale="90000"/>
          </a:bodyPr>
          <a:lstStyle/>
          <a:p>
            <a:r>
              <a:rPr lang="zh-CN" altLang="en-US">
                <a:solidFill>
                  <a:srgbClr val="0033CC"/>
                </a:solidFill>
              </a:rPr>
              <a:t>写作的核心要素是什么？</a:t>
            </a:r>
          </a:p>
        </p:txBody>
      </p:sp>
      <p:sp>
        <p:nvSpPr>
          <p:cNvPr id="3" name="文本占位符 2"/>
          <p:cNvSpPr>
            <a:spLocks noGrp="1"/>
          </p:cNvSpPr>
          <p:nvPr>
            <p:ph type="body" idx="1"/>
          </p:nvPr>
        </p:nvSpPr>
        <p:spPr>
          <a:xfrm>
            <a:off x="2915920" y="3933190"/>
            <a:ext cx="2911475" cy="1492885"/>
          </a:xfrm>
        </p:spPr>
        <p:txBody>
          <a:bodyPr>
            <a:noAutofit/>
          </a:bodyPr>
          <a:lstStyle/>
          <a:p>
            <a:r>
              <a:rPr lang="zh-CN" altLang="en-US" sz="3200" b="1">
                <a:solidFill>
                  <a:srgbClr val="FF0000"/>
                </a:solidFill>
                <a:latin typeface="华文楷体" panose="02010600040101010101" pitchFamily="2" charset="-122"/>
                <a:ea typeface="华文楷体" panose="02010600040101010101" pitchFamily="2" charset="-122"/>
              </a:rPr>
              <a:t>逻辑</a:t>
            </a:r>
          </a:p>
        </p:txBody>
      </p:sp>
      <p:pic>
        <p:nvPicPr>
          <p:cNvPr id="4" name="图片 3"/>
          <p:cNvPicPr>
            <a:picLocks noChangeAspect="1"/>
          </p:cNvPicPr>
          <p:nvPr/>
        </p:nvPicPr>
        <p:blipFill>
          <a:blip r:embed="rId2"/>
          <a:stretch>
            <a:fillRect/>
          </a:stretch>
        </p:blipFill>
        <p:spPr>
          <a:xfrm>
            <a:off x="-396240" y="3136900"/>
            <a:ext cx="5834380" cy="32950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linds(horizontal)">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5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1748" name="矩形 3"/>
          <p:cNvSpPr/>
          <p:nvPr/>
        </p:nvSpPr>
        <p:spPr>
          <a:xfrm>
            <a:off x="827088" y="981075"/>
            <a:ext cx="863441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5.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成果形式（一）：科技论文</a:t>
            </a:r>
          </a:p>
        </p:txBody>
      </p:sp>
      <p:sp>
        <p:nvSpPr>
          <p:cNvPr id="5" name="矩形 4"/>
          <p:cNvSpPr/>
          <p:nvPr>
            <p:custDataLst>
              <p:tags r:id="rId2"/>
            </p:custDataLst>
          </p:nvPr>
        </p:nvSpPr>
        <p:spPr>
          <a:xfrm>
            <a:off x="827088" y="1557338"/>
            <a:ext cx="8208963" cy="503238"/>
          </a:xfrm>
          <a:prstGeom prst="rect">
            <a:avLst/>
          </a:prstGeom>
          <a:solidFill>
            <a:schemeClr val="accent1"/>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学术论文发表：</a:t>
            </a:r>
          </a:p>
        </p:txBody>
      </p:sp>
      <p:sp>
        <p:nvSpPr>
          <p:cNvPr id="13" name="文本框 12"/>
          <p:cNvSpPr txBox="1"/>
          <p:nvPr/>
        </p:nvSpPr>
        <p:spPr>
          <a:xfrm>
            <a:off x="814388" y="2074863"/>
            <a:ext cx="7775575" cy="953135"/>
          </a:xfrm>
          <a:prstGeom prst="rect">
            <a:avLst/>
          </a:prstGeom>
          <a:noFill/>
        </p:spPr>
        <p:txBody>
          <a:bodyPr wrap="square" rtlCol="0">
            <a:spAutoFit/>
          </a:bodyPr>
          <a:lstStyle/>
          <a:p>
            <a:pPr marR="0" defTabSz="914400" eaLnBrk="1" fontAlgn="auto" hangingPunct="1">
              <a:spcBef>
                <a:spcPts val="0"/>
              </a:spcBef>
              <a:spcAft>
                <a:spcPts val="0"/>
              </a:spcAft>
              <a:buClrTx/>
              <a:buSzTx/>
              <a:buFont typeface="Wingdings" panose="05000000000000000000" charset="0"/>
            </a:pPr>
            <a:r>
              <a:rPr kumimoji="0" lang="zh-CN" altLang="en-US" sz="28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8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1</a:t>
            </a:r>
            <a:r>
              <a:rPr kumimoji="0" lang="zh-CN" altLang="en-US" sz="28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）形式：学术会议发表、期刊发表和网络发表。</a:t>
            </a:r>
          </a:p>
        </p:txBody>
      </p:sp>
      <p:sp>
        <p:nvSpPr>
          <p:cNvPr id="14" name="文本框 13"/>
          <p:cNvSpPr txBox="1"/>
          <p:nvPr/>
        </p:nvSpPr>
        <p:spPr>
          <a:xfrm>
            <a:off x="827088" y="3028315"/>
            <a:ext cx="7826375" cy="3538220"/>
          </a:xfrm>
          <a:prstGeom prst="rect">
            <a:avLst/>
          </a:prstGeom>
          <a:noFill/>
        </p:spPr>
        <p:txBody>
          <a:bodyPr wrap="square" rtlCol="0">
            <a:spAutoFit/>
          </a:bodyPr>
          <a:lstStyle/>
          <a:p>
            <a:pPr marR="0" defTabSz="914400" eaLnBrk="1" hangingPunct="1">
              <a:buClrTx/>
              <a:buSzTx/>
              <a:buFont typeface="Wingdings" panose="05000000000000000000" charset="0"/>
            </a:pPr>
            <a:r>
              <a:rPr kumimoji="0" lang="zh-CN" altLang="en-US" sz="28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8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2</a:t>
            </a:r>
            <a:r>
              <a:rPr kumimoji="0" lang="zh-CN" altLang="en-US" sz="28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）评审与发表要求：</a:t>
            </a:r>
          </a:p>
          <a:p>
            <a:pPr marR="0" defTabSz="914400" eaLnBrk="1" hangingPunct="1">
              <a:buClrTx/>
              <a:buSzTx/>
              <a:buFont typeface="Wingdings" panose="05000000000000000000" charset="0"/>
            </a:pPr>
            <a:r>
              <a:rPr kumimoji="0" lang="zh-CN" altLang="en-US" sz="2800" b="1" kern="120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rPr>
              <a:t>科技论文的评审条件：</a:t>
            </a:r>
          </a:p>
          <a:p>
            <a:pPr marL="457200" marR="0" indent="-457200" defTabSz="914400" eaLnBrk="1" hangingPunct="1">
              <a:buClrTx/>
              <a:buSzTx/>
              <a:buFont typeface="Wingdings" panose="05000000000000000000" charset="0"/>
              <a:buChar char="Ø"/>
            </a:pPr>
            <a:r>
              <a:rPr kumimoji="0" lang="zh-CN" altLang="en-US" sz="2800" b="1" kern="120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rPr>
              <a:t>论文应具有较高的学术水平，理论上有所创新</a:t>
            </a:r>
          </a:p>
          <a:p>
            <a:pPr marL="457200" marR="0" indent="-457200" defTabSz="914400" eaLnBrk="1" hangingPunct="1">
              <a:buClrTx/>
              <a:buSzTx/>
              <a:buFont typeface="Wingdings" panose="05000000000000000000" charset="0"/>
              <a:buChar char="Ø"/>
            </a:pPr>
            <a:r>
              <a:rPr kumimoji="0" lang="zh-CN" altLang="en-US" sz="2800" b="1" kern="120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rPr>
              <a:t>对某学科的技术和生产建设的发展有实际指导意义，具有较好的经济效益和社会效益</a:t>
            </a:r>
          </a:p>
          <a:p>
            <a:pPr marL="457200" marR="0" indent="-457200" defTabSz="914400" eaLnBrk="1" hangingPunct="1">
              <a:buClrTx/>
              <a:buSzTx/>
              <a:buFont typeface="Wingdings" panose="05000000000000000000" charset="0"/>
              <a:buChar char="Ø"/>
            </a:pPr>
            <a:r>
              <a:rPr kumimoji="0" lang="zh-CN" altLang="en-US" sz="2800" b="1" kern="120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rPr>
              <a:t>主题明确、推论清楚、数据可靠、结论严密、逻辑性强、文字简洁、流畅</a:t>
            </a:r>
          </a:p>
          <a:p>
            <a:pPr marL="457200" marR="0" indent="-457200" defTabSz="914400" eaLnBrk="1" hangingPunct="1">
              <a:buClrTx/>
              <a:buSzTx/>
              <a:buFont typeface="Wingdings" panose="05000000000000000000" charset="0"/>
              <a:buChar char="Ø"/>
            </a:pPr>
            <a:r>
              <a:rPr kumimoji="0" lang="zh-CN" altLang="en-US" sz="2800" b="1" kern="120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rPr>
              <a:t>论文涉及的范围有一定深度、广度和难度</a:t>
            </a:r>
          </a:p>
        </p:txBody>
      </p:sp>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748"/>
                                        </p:tgtEl>
                                        <p:attrNameLst>
                                          <p:attrName>style.visibility</p:attrName>
                                        </p:attrNameLst>
                                      </p:cBhvr>
                                      <p:to>
                                        <p:strVal val="visible"/>
                                      </p:to>
                                    </p:set>
                                    <p:animEffect transition="in" filter="blinds(horizontal)">
                                      <p:cBhvr>
                                        <p:cTn id="7" dur="500"/>
                                        <p:tgtEl>
                                          <p:spTgt spid="3174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linds(horizontal)">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500" fill="hold">
                                          <p:stCondLst>
                                            <p:cond delay="0"/>
                                          </p:stCondLst>
                                        </p:cTn>
                                        <p:tgtEl>
                                          <p:spTgt spid="14"/>
                                        </p:tgtEl>
                                        <p:attrNameLst>
                                          <p:attrName>style.visibility</p:attrName>
                                        </p:attrNameLst>
                                      </p:cBhvr>
                                      <p:to>
                                        <p:strVal val="visible"/>
                                      </p:to>
                                    </p:set>
                                    <p:animEffect transition="in" filter="blinds(horizontal)">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8" grpId="0"/>
      <p:bldP spid="5" grpId="0" bldLvl="0" animBg="1"/>
      <p:bldP spid="13" grpId="0"/>
      <p:bldP spid="14" grpId="0"/>
    </p:bldLst>
  </p:timing>
</p:sld>
</file>

<file path=ppt/slides/slide5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2772" name="矩形 3"/>
          <p:cNvSpPr/>
          <p:nvPr/>
        </p:nvSpPr>
        <p:spPr>
          <a:xfrm>
            <a:off x="827088" y="981075"/>
            <a:ext cx="863441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5.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成果形式（一）：科技论文</a:t>
            </a:r>
          </a:p>
        </p:txBody>
      </p:sp>
      <p:sp>
        <p:nvSpPr>
          <p:cNvPr id="5" name="矩形 4"/>
          <p:cNvSpPr/>
          <p:nvPr>
            <p:custDataLst>
              <p:tags r:id="rId2"/>
            </p:custDataLst>
          </p:nvPr>
        </p:nvSpPr>
        <p:spPr>
          <a:xfrm>
            <a:off x="827088" y="1557338"/>
            <a:ext cx="8208963" cy="503238"/>
          </a:xfrm>
          <a:prstGeom prst="rect">
            <a:avLst/>
          </a:prstGeom>
          <a:solidFill>
            <a:schemeClr val="accent1"/>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学术论文发表：</a:t>
            </a:r>
          </a:p>
        </p:txBody>
      </p:sp>
      <p:sp>
        <p:nvSpPr>
          <p:cNvPr id="8" name="文本框 7"/>
          <p:cNvSpPr txBox="1"/>
          <p:nvPr/>
        </p:nvSpPr>
        <p:spPr>
          <a:xfrm>
            <a:off x="819150" y="2071688"/>
            <a:ext cx="7826375" cy="521970"/>
          </a:xfrm>
          <a:prstGeom prst="rect">
            <a:avLst/>
          </a:prstGeom>
          <a:noFill/>
        </p:spPr>
        <p:txBody>
          <a:bodyPr wrap="square" rtlCol="0">
            <a:spAutoFit/>
          </a:bodyPr>
          <a:lstStyle/>
          <a:p>
            <a:pPr marR="0" defTabSz="914400" eaLnBrk="1" hangingPunct="1">
              <a:buClrTx/>
              <a:buSzTx/>
              <a:buFont typeface="Wingdings" panose="05000000000000000000" charset="0"/>
            </a:pPr>
            <a:r>
              <a:rPr kumimoji="0" lang="zh-CN" altLang="en-US" sz="28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8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2</a:t>
            </a:r>
            <a:r>
              <a:rPr kumimoji="0" lang="zh-CN" altLang="en-US" sz="28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）评审与发表要求：</a:t>
            </a:r>
          </a:p>
        </p:txBody>
      </p:sp>
      <p:sp>
        <p:nvSpPr>
          <p:cNvPr id="10" name="文本框 9"/>
          <p:cNvSpPr txBox="1"/>
          <p:nvPr/>
        </p:nvSpPr>
        <p:spPr>
          <a:xfrm>
            <a:off x="1036320" y="2593975"/>
            <a:ext cx="7791450" cy="4154170"/>
          </a:xfrm>
          <a:prstGeom prst="rect">
            <a:avLst/>
          </a:prstGeom>
          <a:noFill/>
        </p:spPr>
        <p:txBody>
          <a:bodyPr wrap="square" rtlCol="0">
            <a:spAutoFit/>
          </a:bodyPr>
          <a:lstStyle/>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a:solidFill>
                  <a:srgbClr val="000000"/>
                </a:solidFill>
                <a:latin typeface="微软雅黑" panose="020B0503020204020204" charset="-122"/>
                <a:ea typeface="微软雅黑" panose="020B0503020204020204" charset="-122"/>
                <a:cs typeface="+mn-cs"/>
                <a:sym typeface="+mn-ea"/>
              </a:rPr>
              <a:t>科技论文的发表要求：</a:t>
            </a:r>
            <a:endParaRPr kumimoji="0" lang="zh-CN" altLang="en-US" sz="2400" b="1" kern="0" cap="none" spc="0" normalizeH="0" baseline="0" noProof="0">
              <a:solidFill>
                <a:srgbClr val="000000"/>
              </a:solidFill>
              <a:latin typeface="微软雅黑" panose="020B0503020204020204" charset="-122"/>
              <a:ea typeface="微软雅黑" panose="020B0503020204020204" charset="-122"/>
              <a:cs typeface="+mn-cs"/>
            </a:endParaRPr>
          </a:p>
          <a:p>
            <a:pPr marL="457200" marR="0" indent="-457200" defTabSz="914400" eaLnBrk="1" fontAlgn="auto" hangingPunct="1">
              <a:spcBef>
                <a:spcPts val="0"/>
              </a:spcBef>
              <a:spcAft>
                <a:spcPts val="0"/>
              </a:spcAft>
              <a:buClrTx/>
              <a:buSzTx/>
              <a:buFont typeface="Wingdings" panose="05000000000000000000" charset="0"/>
              <a:buChar char="Ø"/>
            </a:pPr>
            <a:r>
              <a:rPr kumimoji="0" lang="zh-CN" altLang="en-US" sz="2400" b="1" kern="0" cap="none" spc="0" normalizeH="0" baseline="0" noProof="0">
                <a:solidFill>
                  <a:srgbClr val="000000"/>
                </a:solidFill>
                <a:latin typeface="微软雅黑" panose="020B0503020204020204" charset="-122"/>
                <a:ea typeface="微软雅黑" panose="020B0503020204020204" charset="-122"/>
                <a:cs typeface="+mn-cs"/>
                <a:sym typeface="+mn-ea"/>
              </a:rPr>
              <a:t>对科技论文正文内容的要求</a:t>
            </a:r>
            <a:endParaRPr kumimoji="0" lang="zh-CN" altLang="en-US" sz="2400" b="1" kern="0" cap="none" spc="0" normalizeH="0" baseline="0" noProof="0">
              <a:solidFill>
                <a:srgbClr val="000000"/>
              </a:solidFill>
              <a:latin typeface="微软雅黑" panose="020B0503020204020204" charset="-122"/>
              <a:ea typeface="微软雅黑" panose="020B0503020204020204" charset="-122"/>
              <a:cs typeface="+mn-cs"/>
            </a:endParaRP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a:solidFill>
                  <a:srgbClr val="000000"/>
                </a:solidFill>
                <a:latin typeface="微软雅黑" panose="020B0503020204020204" charset="-122"/>
                <a:ea typeface="微软雅黑" panose="020B0503020204020204" charset="-122"/>
                <a:cs typeface="+mn-cs"/>
                <a:sym typeface="+mn-ea"/>
              </a:rPr>
              <a:t>政治性；社会价值；科学性</a:t>
            </a:r>
            <a:endParaRPr kumimoji="0" lang="zh-CN" altLang="en-US" sz="2400" b="1" kern="0" cap="none" spc="0" normalizeH="0" baseline="0" noProof="0">
              <a:solidFill>
                <a:srgbClr val="000000"/>
              </a:solidFill>
              <a:latin typeface="微软雅黑" panose="020B0503020204020204" charset="-122"/>
              <a:ea typeface="微软雅黑" panose="020B0503020204020204" charset="-122"/>
              <a:cs typeface="+mn-cs"/>
            </a:endParaRPr>
          </a:p>
          <a:p>
            <a:pPr marL="457200" marR="0" indent="-457200" defTabSz="914400" eaLnBrk="1" fontAlgn="auto" hangingPunct="1">
              <a:spcBef>
                <a:spcPts val="0"/>
              </a:spcBef>
              <a:spcAft>
                <a:spcPts val="0"/>
              </a:spcAft>
              <a:buClrTx/>
              <a:buSzTx/>
              <a:buFont typeface="Wingdings" panose="05000000000000000000" charset="0"/>
              <a:buChar char="Ø"/>
            </a:pPr>
            <a:r>
              <a:rPr kumimoji="0" lang="zh-CN" altLang="en-US" sz="2400" b="1" kern="0" cap="none" spc="0" normalizeH="0" baseline="0" noProof="0">
                <a:solidFill>
                  <a:srgbClr val="000000"/>
                </a:solidFill>
                <a:latin typeface="微软雅黑" panose="020B0503020204020204" charset="-122"/>
                <a:ea typeface="微软雅黑" panose="020B0503020204020204" charset="-122"/>
                <a:cs typeface="+mn-cs"/>
                <a:sym typeface="+mn-ea"/>
              </a:rPr>
              <a:t>对正文表达形式的要求</a:t>
            </a:r>
            <a:endParaRPr kumimoji="0" lang="zh-CN" altLang="en-US" sz="2400" b="1" kern="0" cap="none" spc="0" normalizeH="0" baseline="0" noProof="0">
              <a:solidFill>
                <a:srgbClr val="000000"/>
              </a:solidFill>
              <a:latin typeface="微软雅黑" panose="020B0503020204020204" charset="-122"/>
              <a:ea typeface="微软雅黑" panose="020B0503020204020204" charset="-122"/>
              <a:cs typeface="+mn-cs"/>
            </a:endParaRP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a:solidFill>
                  <a:srgbClr val="000000"/>
                </a:solidFill>
                <a:latin typeface="微软雅黑" panose="020B0503020204020204" charset="-122"/>
                <a:ea typeface="微软雅黑" panose="020B0503020204020204" charset="-122"/>
                <a:cs typeface="+mn-cs"/>
                <a:sym typeface="+mn-ea"/>
              </a:rPr>
              <a:t>论述；小标题；名词术语和物理量符号；表格；数字的用法</a:t>
            </a:r>
            <a:endParaRPr kumimoji="0" lang="zh-CN" altLang="en-US" sz="2400" b="1" kern="0" cap="none" spc="0" normalizeH="0" baseline="0" noProof="0">
              <a:solidFill>
                <a:srgbClr val="000000"/>
              </a:solidFill>
              <a:latin typeface="微软雅黑" panose="020B0503020204020204" charset="-122"/>
              <a:ea typeface="微软雅黑" panose="020B0503020204020204" charset="-122"/>
              <a:cs typeface="+mn-cs"/>
            </a:endParaRPr>
          </a:p>
          <a:p>
            <a:pPr marL="457200" marR="0" indent="-457200" defTabSz="914400" eaLnBrk="1" fontAlgn="auto" hangingPunct="1">
              <a:spcBef>
                <a:spcPts val="0"/>
              </a:spcBef>
              <a:spcAft>
                <a:spcPts val="0"/>
              </a:spcAft>
              <a:buClrTx/>
              <a:buSzTx/>
              <a:buFont typeface="Wingdings" panose="05000000000000000000" charset="0"/>
              <a:buChar char="Ø"/>
            </a:pPr>
            <a:r>
              <a:rPr kumimoji="0" lang="zh-CN" altLang="en-US" sz="2400" b="1" kern="0" cap="none" spc="0" normalizeH="0" baseline="0" noProof="0">
                <a:solidFill>
                  <a:srgbClr val="000000"/>
                </a:solidFill>
                <a:latin typeface="微软雅黑" panose="020B0503020204020204" charset="-122"/>
                <a:ea typeface="微软雅黑" panose="020B0503020204020204" charset="-122"/>
                <a:cs typeface="+mn-cs"/>
                <a:sym typeface="+mn-ea"/>
              </a:rPr>
              <a:t>对正文书写格式的要求</a:t>
            </a:r>
            <a:endParaRPr kumimoji="0" lang="zh-CN" altLang="en-US" sz="2400" b="1" kern="0" cap="none" spc="0" normalizeH="0" baseline="0" noProof="0">
              <a:solidFill>
                <a:srgbClr val="000000"/>
              </a:solidFill>
              <a:latin typeface="微软雅黑" panose="020B0503020204020204" charset="-122"/>
              <a:ea typeface="微软雅黑" panose="020B0503020204020204" charset="-122"/>
              <a:cs typeface="+mn-cs"/>
            </a:endParaRP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a:solidFill>
                  <a:srgbClr val="000000"/>
                </a:solidFill>
                <a:latin typeface="微软雅黑" panose="020B0503020204020204" charset="-122"/>
                <a:ea typeface="微软雅黑" panose="020B0503020204020204" charset="-122"/>
                <a:cs typeface="+mn-cs"/>
                <a:sym typeface="+mn-ea"/>
              </a:rPr>
              <a:t>汉字书写规范；正文中的注释</a:t>
            </a:r>
            <a:endParaRPr kumimoji="0" lang="zh-CN" altLang="en-US" sz="2400" b="1" kern="0" cap="none" spc="0" normalizeH="0" baseline="0" noProof="0">
              <a:solidFill>
                <a:srgbClr val="000000"/>
              </a:solidFill>
              <a:latin typeface="微软雅黑" panose="020B0503020204020204" charset="-122"/>
              <a:ea typeface="微软雅黑" panose="020B0503020204020204" charset="-122"/>
              <a:cs typeface="+mn-cs"/>
            </a:endParaRPr>
          </a:p>
          <a:p>
            <a:pPr marL="457200" marR="0" indent="-457200" defTabSz="914400" eaLnBrk="1" fontAlgn="auto" hangingPunct="1">
              <a:spcBef>
                <a:spcPts val="0"/>
              </a:spcBef>
              <a:spcAft>
                <a:spcPts val="0"/>
              </a:spcAft>
              <a:buClrTx/>
              <a:buSzTx/>
              <a:buFont typeface="Wingdings" panose="05000000000000000000" charset="0"/>
              <a:buChar char="Ø"/>
            </a:pPr>
            <a:r>
              <a:rPr kumimoji="0" lang="zh-CN" altLang="en-US" sz="2400" b="1" kern="0" cap="none" spc="0" normalizeH="0" baseline="0" noProof="0">
                <a:solidFill>
                  <a:srgbClr val="000000"/>
                </a:solidFill>
                <a:latin typeface="微软雅黑" panose="020B0503020204020204" charset="-122"/>
                <a:ea typeface="微软雅黑" panose="020B0503020204020204" charset="-122"/>
                <a:cs typeface="+mn-cs"/>
                <a:sym typeface="+mn-ea"/>
              </a:rPr>
              <a:t>对论文插图的基本要求</a:t>
            </a:r>
            <a:endParaRPr kumimoji="0" lang="zh-CN" altLang="en-US" sz="2400" b="1" kern="0" cap="none" spc="0" normalizeH="0" baseline="0" noProof="0">
              <a:solidFill>
                <a:srgbClr val="000000"/>
              </a:solidFill>
              <a:latin typeface="微软雅黑" panose="020B0503020204020204" charset="-122"/>
              <a:ea typeface="微软雅黑" panose="020B0503020204020204" charset="-122"/>
              <a:cs typeface="+mn-cs"/>
            </a:endParaRP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a:solidFill>
                  <a:srgbClr val="000000"/>
                </a:solidFill>
                <a:latin typeface="微软雅黑" panose="020B0503020204020204" charset="-122"/>
                <a:ea typeface="微软雅黑" panose="020B0503020204020204" charset="-122"/>
                <a:cs typeface="+mn-cs"/>
                <a:sym typeface="+mn-ea"/>
              </a:rPr>
              <a:t>线条图；照片图；坐标图；结构图</a:t>
            </a:r>
            <a:endParaRPr kumimoji="0" lang="zh-CN" altLang="en-US" sz="2400" b="1" kern="0" cap="none" spc="0" normalizeH="0" baseline="0" noProof="0">
              <a:solidFill>
                <a:srgbClr val="000000"/>
              </a:solidFill>
              <a:latin typeface="微软雅黑" panose="020B0503020204020204" charset="-122"/>
              <a:ea typeface="微软雅黑" panose="020B0503020204020204" charset="-122"/>
              <a:cs typeface="+mn-cs"/>
            </a:endParaRPr>
          </a:p>
          <a:p>
            <a:pPr marR="0" defTabSz="914400" eaLnBrk="1" fontAlgn="auto" hangingPunct="1">
              <a:spcBef>
                <a:spcPts val="0"/>
              </a:spcBef>
              <a:spcAft>
                <a:spcPts val="0"/>
              </a:spcAft>
              <a:buClrTx/>
              <a:buSzTx/>
              <a:buFontTx/>
            </a:pPr>
            <a:endParaRPr kumimoji="0" lang="zh-CN" altLang="en-US" sz="2400" b="1" kern="0" cap="none" spc="0" normalizeH="0" baseline="0" noProof="0">
              <a:solidFill>
                <a:srgbClr val="000000"/>
              </a:solidFill>
              <a:latin typeface="微软雅黑" panose="020B0503020204020204" charset="-122"/>
              <a:ea typeface="微软雅黑" panose="020B0503020204020204" charset="-122"/>
              <a:cs typeface="+mn-cs"/>
            </a:endParaRPr>
          </a:p>
        </p:txBody>
      </p:sp>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500"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5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3796" name="矩形 3"/>
          <p:cNvSpPr/>
          <p:nvPr/>
        </p:nvSpPr>
        <p:spPr>
          <a:xfrm>
            <a:off x="827088" y="981075"/>
            <a:ext cx="863441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5.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成果形式（一）：科技论文</a:t>
            </a:r>
          </a:p>
        </p:txBody>
      </p:sp>
      <p:sp>
        <p:nvSpPr>
          <p:cNvPr id="5" name="矩形 4"/>
          <p:cNvSpPr/>
          <p:nvPr>
            <p:custDataLst>
              <p:tags r:id="rId2"/>
            </p:custDataLst>
          </p:nvPr>
        </p:nvSpPr>
        <p:spPr>
          <a:xfrm>
            <a:off x="827088" y="1557338"/>
            <a:ext cx="8208963" cy="503238"/>
          </a:xfrm>
          <a:prstGeom prst="rect">
            <a:avLst/>
          </a:prstGeom>
          <a:solidFill>
            <a:schemeClr val="accent1"/>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学术论文发表：</a:t>
            </a:r>
          </a:p>
        </p:txBody>
      </p:sp>
      <p:sp>
        <p:nvSpPr>
          <p:cNvPr id="11" name="文本框 10"/>
          <p:cNvSpPr txBox="1"/>
          <p:nvPr/>
        </p:nvSpPr>
        <p:spPr>
          <a:xfrm>
            <a:off x="922338" y="2000250"/>
            <a:ext cx="7826375" cy="521970"/>
          </a:xfrm>
          <a:prstGeom prst="rect">
            <a:avLst/>
          </a:prstGeom>
          <a:noFill/>
        </p:spPr>
        <p:txBody>
          <a:bodyPr wrap="square" rtlCol="0">
            <a:spAutoFit/>
          </a:bodyPr>
          <a:lstStyle/>
          <a:p>
            <a:pPr marR="0" defTabSz="914400" eaLnBrk="1" hangingPunct="1">
              <a:buClrTx/>
              <a:buSzTx/>
              <a:buFont typeface="Wingdings" panose="05000000000000000000" charset="0"/>
            </a:pPr>
            <a:r>
              <a:rPr kumimoji="0" lang="zh-CN" altLang="en-US" sz="28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8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3</a:t>
            </a:r>
            <a:r>
              <a:rPr kumimoji="0" lang="zh-CN" altLang="en-US" sz="28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）常见的语法修辞问题：</a:t>
            </a:r>
          </a:p>
        </p:txBody>
      </p:sp>
      <p:sp>
        <p:nvSpPr>
          <p:cNvPr id="12" name="文本框 11"/>
          <p:cNvSpPr txBox="1"/>
          <p:nvPr/>
        </p:nvSpPr>
        <p:spPr>
          <a:xfrm>
            <a:off x="912813" y="3784600"/>
            <a:ext cx="7881938" cy="829945"/>
          </a:xfrm>
          <a:prstGeom prst="rect">
            <a:avLst/>
          </a:prstGeom>
          <a:noFill/>
        </p:spPr>
        <p:txBody>
          <a:bodyPr wrap="square" rtlCol="0">
            <a:spAutoFit/>
          </a:bodyPr>
          <a:lstStyle/>
          <a:p>
            <a:pPr marL="457200" marR="0" indent="-457200" defTabSz="914400" eaLnBrk="1" fontAlgn="auto" hangingPunct="1">
              <a:spcBef>
                <a:spcPts val="0"/>
              </a:spcBef>
              <a:spcAft>
                <a:spcPts val="0"/>
              </a:spcAft>
              <a:buClrTx/>
              <a:buSzTx/>
              <a:buFont typeface="Wingdings" panose="05000000000000000000" charset="0"/>
              <a:buChar char="Ø"/>
            </a:pPr>
            <a:r>
              <a:rPr kumimoji="0" lang="zh-CN" altLang="en-US" sz="2400" b="1" kern="0" cap="none" spc="0" normalizeH="0" baseline="0" noProof="0">
                <a:solidFill>
                  <a:srgbClr val="000000"/>
                </a:solidFill>
                <a:latin typeface="微软雅黑" panose="020B0503020204020204" charset="-122"/>
                <a:ea typeface="微软雅黑" panose="020B0503020204020204" charset="-122"/>
                <a:cs typeface="+mn-cs"/>
                <a:sym typeface="+mn-ea"/>
              </a:rPr>
              <a:t>常见修辞问题</a:t>
            </a:r>
            <a:endParaRPr kumimoji="0" lang="zh-CN" altLang="en-US" sz="2400" b="1" kern="0" cap="none" spc="0" normalizeH="0" baseline="0" noProof="0">
              <a:solidFill>
                <a:srgbClr val="000000"/>
              </a:solidFill>
              <a:latin typeface="微软雅黑" panose="020B0503020204020204" charset="-122"/>
              <a:ea typeface="微软雅黑" panose="020B0503020204020204" charset="-122"/>
              <a:cs typeface="+mn-cs"/>
            </a:endParaRP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a:solidFill>
                  <a:srgbClr val="000000"/>
                </a:solidFill>
                <a:latin typeface="微软雅黑" panose="020B0503020204020204" charset="-122"/>
                <a:ea typeface="微软雅黑" panose="020B0503020204020204" charset="-122"/>
                <a:cs typeface="+mn-cs"/>
                <a:sym typeface="+mn-ea"/>
              </a:rPr>
              <a:t>不合逻辑；费解；层次不明；累赘</a:t>
            </a:r>
          </a:p>
        </p:txBody>
      </p:sp>
      <p:sp>
        <p:nvSpPr>
          <p:cNvPr id="13" name="文本框 12"/>
          <p:cNvSpPr txBox="1"/>
          <p:nvPr/>
        </p:nvSpPr>
        <p:spPr>
          <a:xfrm>
            <a:off x="900113" y="4738688"/>
            <a:ext cx="7894638" cy="1198880"/>
          </a:xfrm>
          <a:prstGeom prst="rect">
            <a:avLst/>
          </a:prstGeom>
          <a:noFill/>
        </p:spPr>
        <p:txBody>
          <a:bodyPr wrap="square" rtlCol="0">
            <a:spAutoFit/>
          </a:bodyPr>
          <a:lstStyle/>
          <a:p>
            <a:pPr marL="457200" marR="0" indent="-457200" defTabSz="914400" eaLnBrk="1" fontAlgn="auto" hangingPunct="1">
              <a:spcBef>
                <a:spcPts val="0"/>
              </a:spcBef>
              <a:spcAft>
                <a:spcPts val="0"/>
              </a:spcAft>
              <a:buClrTx/>
              <a:buSzTx/>
              <a:buFont typeface="Wingdings" panose="05000000000000000000" charset="0"/>
              <a:buChar char="Ø"/>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mn-cs"/>
                <a:sym typeface="+mn-ea"/>
              </a:rPr>
              <a:t>常用而又容易用错的词</a:t>
            </a:r>
            <a:endPar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mn-cs"/>
            </a:endParaRP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mn-cs"/>
                <a:sym typeface="+mn-ea"/>
              </a:rPr>
              <a:t>因为、所以、由于、因而、因此</a:t>
            </a:r>
            <a:endPar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mn-cs"/>
            </a:endParaRP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dirty="0">
                <a:solidFill>
                  <a:srgbClr val="000000"/>
                </a:solidFill>
                <a:latin typeface="微软雅黑" panose="020B0503020204020204" charset="-122"/>
                <a:ea typeface="微软雅黑" panose="020B0503020204020204" charset="-122"/>
                <a:cs typeface="+mn-cs"/>
                <a:sym typeface="+mn-ea"/>
              </a:rPr>
              <a:t>的，地，得，所</a:t>
            </a:r>
          </a:p>
        </p:txBody>
      </p:sp>
      <p:sp>
        <p:nvSpPr>
          <p:cNvPr id="14" name="文本框 13"/>
          <p:cNvSpPr txBox="1"/>
          <p:nvPr/>
        </p:nvSpPr>
        <p:spPr>
          <a:xfrm>
            <a:off x="900113" y="2520950"/>
            <a:ext cx="7829550" cy="1198880"/>
          </a:xfrm>
          <a:prstGeom prst="rect">
            <a:avLst/>
          </a:prstGeom>
          <a:noFill/>
        </p:spPr>
        <p:txBody>
          <a:bodyPr wrap="square" rtlCol="0">
            <a:spAutoFit/>
          </a:bodyPr>
          <a:lstStyle/>
          <a:p>
            <a:pPr marL="457200" marR="0" indent="-457200" defTabSz="914400" eaLnBrk="1" fontAlgn="auto" hangingPunct="1">
              <a:spcBef>
                <a:spcPts val="0"/>
              </a:spcBef>
              <a:spcAft>
                <a:spcPts val="0"/>
              </a:spcAft>
              <a:buClrTx/>
              <a:buSzTx/>
              <a:buFont typeface="Wingdings" panose="05000000000000000000" charset="0"/>
              <a:buChar char="Ø"/>
            </a:pPr>
            <a:r>
              <a:rPr kumimoji="0" lang="zh-CN" altLang="en-US" sz="2400" b="1" kern="0" cap="none" spc="0" normalizeH="0" baseline="0" noProof="0">
                <a:solidFill>
                  <a:srgbClr val="000000"/>
                </a:solidFill>
                <a:latin typeface="微软雅黑" panose="020B0503020204020204" charset="-122"/>
                <a:ea typeface="微软雅黑" panose="020B0503020204020204" charset="-122"/>
                <a:cs typeface="+mn-cs"/>
                <a:sym typeface="+mn-ea"/>
              </a:rPr>
              <a:t>常见语法错误</a:t>
            </a:r>
            <a:endParaRPr kumimoji="0" lang="zh-CN" altLang="en-US" sz="2400" b="1" kern="0" cap="none" spc="0" normalizeH="0" baseline="0" noProof="0">
              <a:solidFill>
                <a:srgbClr val="000000"/>
              </a:solidFill>
              <a:latin typeface="微软雅黑" panose="020B0503020204020204" charset="-122"/>
              <a:ea typeface="微软雅黑" panose="020B0503020204020204" charset="-122"/>
              <a:cs typeface="+mn-cs"/>
            </a:endParaRPr>
          </a:p>
          <a:p>
            <a:pPr marR="0" defTabSz="914400" eaLnBrk="1" fontAlgn="auto" hangingPunct="1">
              <a:spcBef>
                <a:spcPts val="0"/>
              </a:spcBef>
              <a:spcAft>
                <a:spcPts val="0"/>
              </a:spcAft>
              <a:buClrTx/>
              <a:buSzTx/>
              <a:buFont typeface="Wingdings" panose="05000000000000000000" charset="0"/>
            </a:pPr>
            <a:r>
              <a:rPr kumimoji="0" lang="zh-CN" altLang="en-US" sz="2400" b="1" kern="0" cap="none" spc="0" normalizeH="0" baseline="0" noProof="0">
                <a:solidFill>
                  <a:srgbClr val="000000"/>
                </a:solidFill>
                <a:latin typeface="微软雅黑" panose="020B0503020204020204" charset="-122"/>
                <a:ea typeface="微软雅黑" panose="020B0503020204020204" charset="-122"/>
                <a:cs typeface="+mn-cs"/>
                <a:sym typeface="+mn-ea"/>
              </a:rPr>
              <a:t>语句搭配不当；句子成分残缺；语序颠倒；非类并列；主语偷换；词性滥用；指代不明；语序混乱</a:t>
            </a:r>
          </a:p>
        </p:txBody>
      </p:sp>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500"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linds(horizontal)">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linds(horizontal)">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500" fill="hold">
                                          <p:stCondLst>
                                            <p:cond delay="0"/>
                                          </p:stCondLst>
                                        </p:cTn>
                                        <p:tgtEl>
                                          <p:spTgt spid="13"/>
                                        </p:tgtEl>
                                        <p:attrNameLst>
                                          <p:attrName>style.visibility</p:attrName>
                                        </p:attrNameLst>
                                      </p:cBhvr>
                                      <p:to>
                                        <p:strVal val="visible"/>
                                      </p:to>
                                    </p:set>
                                    <p:animEffect transition="in" filter="blinds(horizontal)">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B1EB219D-1EFC-8039-6472-099DBB375E05}"/>
              </a:ext>
            </a:extLst>
          </p:cNvPr>
          <p:cNvPicPr>
            <a:picLocks noChangeAspect="1"/>
          </p:cNvPicPr>
          <p:nvPr/>
        </p:nvPicPr>
        <p:blipFill>
          <a:blip r:embed="rId2"/>
          <a:stretch>
            <a:fillRect/>
          </a:stretch>
        </p:blipFill>
        <p:spPr>
          <a:xfrm>
            <a:off x="0" y="868532"/>
            <a:ext cx="9144000" cy="5120935"/>
          </a:xfrm>
          <a:prstGeom prst="rect">
            <a:avLst/>
          </a:prstGeom>
        </p:spPr>
      </p:pic>
    </p:spTree>
    <p:extLst>
      <p:ext uri="{BB962C8B-B14F-4D97-AF65-F5344CB8AC3E}">
        <p14:creationId xmlns:p14="http://schemas.microsoft.com/office/powerpoint/2010/main" val="19571828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4820" name="矩形 3"/>
          <p:cNvSpPr/>
          <p:nvPr/>
        </p:nvSpPr>
        <p:spPr>
          <a:xfrm>
            <a:off x="827088" y="981075"/>
            <a:ext cx="863441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5.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成果形式（一）：科技论文</a:t>
            </a:r>
          </a:p>
        </p:txBody>
      </p:sp>
      <p:sp>
        <p:nvSpPr>
          <p:cNvPr id="5" name="矩形 4"/>
          <p:cNvSpPr/>
          <p:nvPr>
            <p:custDataLst>
              <p:tags r:id="rId2"/>
            </p:custDataLst>
          </p:nvPr>
        </p:nvSpPr>
        <p:spPr>
          <a:xfrm>
            <a:off x="827088" y="1557338"/>
            <a:ext cx="8208963" cy="503238"/>
          </a:xfrm>
          <a:prstGeom prst="rect">
            <a:avLst/>
          </a:prstGeom>
          <a:solidFill>
            <a:schemeClr val="accent1"/>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学术论文投稿：</a:t>
            </a:r>
          </a:p>
        </p:txBody>
      </p:sp>
      <p:sp>
        <p:nvSpPr>
          <p:cNvPr id="15" name="文本框 14"/>
          <p:cNvSpPr txBox="1"/>
          <p:nvPr/>
        </p:nvSpPr>
        <p:spPr>
          <a:xfrm>
            <a:off x="984250" y="2262188"/>
            <a:ext cx="8047038" cy="1383665"/>
          </a:xfrm>
          <a:prstGeom prst="rect">
            <a:avLst/>
          </a:prstGeom>
          <a:noFill/>
        </p:spPr>
        <p:txBody>
          <a:bodyPr wrap="square" rtlCol="0">
            <a:spAutoFit/>
          </a:bodyPr>
          <a:lstStyle/>
          <a:p>
            <a:pPr marR="0" defTabSz="914400" eaLnBrk="1" hangingPunct="1">
              <a:buClrTx/>
              <a:buSzTx/>
              <a:buFont typeface="Wingdings" panose="05000000000000000000" charset="0"/>
            </a:pPr>
            <a:r>
              <a:rPr kumimoji="0" lang="zh-CN" altLang="en-US" sz="28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国外</a:t>
            </a:r>
            <a:r>
              <a:rPr kumimoji="0" lang="en-US" altLang="zh-CN" sz="28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SCI</a:t>
            </a:r>
            <a:r>
              <a:rPr kumimoji="0" lang="zh-CN" altLang="en-US" sz="28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a:t>
            </a:r>
            <a:r>
              <a:rPr kumimoji="0" lang="en-US" altLang="zh-CN" sz="28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EI</a:t>
            </a:r>
            <a:r>
              <a:rPr kumimoji="0" lang="zh-CN" altLang="en-US" sz="28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期刊投稿经验</a:t>
            </a:r>
          </a:p>
          <a:p>
            <a:pPr marR="0" defTabSz="914400" eaLnBrk="1" hangingPunct="1">
              <a:buClrTx/>
              <a:buSzTx/>
              <a:buFont typeface="Wingdings" panose="05000000000000000000" charset="0"/>
            </a:pPr>
            <a:r>
              <a:rPr kumimoji="0" lang="zh-CN" altLang="en-US" sz="28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什么是</a:t>
            </a:r>
            <a:r>
              <a:rPr kumimoji="0" lang="en-US" altLang="zh-CN" sz="28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SCI</a:t>
            </a:r>
            <a:r>
              <a:rPr kumimoji="0" lang="zh-CN" altLang="en-US" sz="28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：美国的科学引文数据库</a:t>
            </a:r>
          </a:p>
          <a:p>
            <a:pPr marR="0" defTabSz="914400" eaLnBrk="1" hangingPunct="1">
              <a:buClrTx/>
              <a:buSzTx/>
              <a:buFont typeface="Wingdings" panose="05000000000000000000" charset="0"/>
            </a:pPr>
            <a:r>
              <a:rPr kumimoji="0" lang="zh-CN" altLang="en-US" sz="28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什么是</a:t>
            </a:r>
            <a:r>
              <a:rPr kumimoji="0" lang="en-US" altLang="zh-CN" sz="28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EI</a:t>
            </a:r>
            <a:r>
              <a:rPr kumimoji="0" lang="zh-CN" altLang="en-US" sz="28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：爱思唯尔（</a:t>
            </a:r>
            <a:r>
              <a:rPr kumimoji="0" lang="en-US" altLang="zh-CN" sz="28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Elsevier</a:t>
            </a:r>
            <a:r>
              <a:rPr kumimoji="0" lang="zh-CN" altLang="en-US" sz="2800" b="1" kern="0" cap="none" spc="0" normalizeH="0" baseline="0" noProof="0" dirty="0">
                <a:solidFill>
                  <a:srgbClr val="000000"/>
                </a:solidFill>
                <a:latin typeface="微软雅黑" panose="020B0503020204020204" charset="-122"/>
                <a:ea typeface="微软雅黑" panose="020B0503020204020204" charset="-122"/>
                <a:cs typeface="微软雅黑" panose="020B0503020204020204" charset="-122"/>
                <a:sym typeface="+mn-ea"/>
              </a:rPr>
              <a:t>）公司的工程索引</a:t>
            </a:r>
          </a:p>
        </p:txBody>
      </p:sp>
      <p:sp>
        <p:nvSpPr>
          <p:cNvPr id="16" name="文本框 15"/>
          <p:cNvSpPr txBox="1"/>
          <p:nvPr/>
        </p:nvSpPr>
        <p:spPr>
          <a:xfrm>
            <a:off x="984250" y="3645853"/>
            <a:ext cx="7826375" cy="521970"/>
          </a:xfrm>
          <a:prstGeom prst="rect">
            <a:avLst/>
          </a:prstGeom>
          <a:noFill/>
          <a:ln w="9525">
            <a:noFill/>
          </a:ln>
        </p:spPr>
        <p:txBody>
          <a:bodyPr>
            <a:spAutoFit/>
          </a:bodyPr>
          <a:lstStyle/>
          <a:p>
            <a:pPr eaLnBrk="1" hangingPunct="1">
              <a:buFont typeface="Wingdings" panose="05000000000000000000" pitchFamily="2" charset="2"/>
            </a:pP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如何在国外</a:t>
            </a:r>
            <a:r>
              <a:rPr lang="en-US" altLang="zh-CN" sz="2800" b="1" dirty="0">
                <a:solidFill>
                  <a:srgbClr val="000000"/>
                </a:solidFill>
                <a:latin typeface="微软雅黑" panose="020B0503020204020204" charset="-122"/>
                <a:ea typeface="微软雅黑" panose="020B0503020204020204" charset="-122"/>
                <a:cs typeface="微软雅黑" panose="020B0503020204020204" charset="-122"/>
              </a:rPr>
              <a:t>SCI</a:t>
            </a: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800" b="1" dirty="0">
                <a:solidFill>
                  <a:srgbClr val="000000"/>
                </a:solidFill>
                <a:latin typeface="微软雅黑" panose="020B0503020204020204" charset="-122"/>
                <a:ea typeface="微软雅黑" panose="020B0503020204020204" charset="-122"/>
                <a:cs typeface="微软雅黑" panose="020B0503020204020204" charset="-122"/>
              </a:rPr>
              <a:t>EI</a:t>
            </a: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期刊上发表论文？</a:t>
            </a:r>
          </a:p>
        </p:txBody>
      </p:sp>
      <p:sp>
        <p:nvSpPr>
          <p:cNvPr id="17" name="文本框 16"/>
          <p:cNvSpPr txBox="1"/>
          <p:nvPr/>
        </p:nvSpPr>
        <p:spPr>
          <a:xfrm>
            <a:off x="984250" y="4238625"/>
            <a:ext cx="7826375" cy="1568450"/>
          </a:xfrm>
          <a:prstGeom prst="rect">
            <a:avLst/>
          </a:prstGeom>
          <a:noFill/>
          <a:ln w="9525">
            <a:noFill/>
          </a:ln>
        </p:spPr>
        <p:txBody>
          <a:bodyPr>
            <a:spAutoFit/>
          </a:bodyPr>
          <a:lstStyle/>
          <a:p>
            <a:pPr eaLnBrk="1" hangingPunct="1">
              <a:buFont typeface="Wingdings" panose="05000000000000000000" pitchFamily="2" charset="2"/>
            </a:pP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rPr>
              <a:t>1</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）查找和筛选适合自己论文的国外学术期刊</a:t>
            </a:r>
          </a:p>
          <a:p>
            <a:pPr eaLnBrk="1" hangingPunct="1">
              <a:buFont typeface="Wingdings" panose="05000000000000000000" pitchFamily="2" charset="2"/>
            </a:pP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rPr>
              <a:t>2</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）了解向国外学术期刊投稿的具体过程</a:t>
            </a:r>
          </a:p>
          <a:p>
            <a:pPr eaLnBrk="1" hangingPunct="1">
              <a:buFont typeface="Wingdings" panose="05000000000000000000" pitchFamily="2" charset="2"/>
            </a:pP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rPr>
              <a:t>3</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）投稿后续事项：</a:t>
            </a:r>
          </a:p>
          <a:p>
            <a:pPr eaLnBrk="1" hangingPunct="1">
              <a:buFont typeface="Wingdings" panose="05000000000000000000" pitchFamily="2" charset="2"/>
            </a:pP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稿件追踪；签署版权协议等</a:t>
            </a:r>
          </a:p>
        </p:txBody>
      </p:sp>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500" fill="hold">
                                          <p:stCondLst>
                                            <p:cond delay="0"/>
                                          </p:stCondLst>
                                        </p:cTn>
                                        <p:tgtEl>
                                          <p:spTgt spid="16"/>
                                        </p:tgtEl>
                                        <p:attrNameLst>
                                          <p:attrName>style.visibility</p:attrName>
                                        </p:attrNameLst>
                                      </p:cBhvr>
                                      <p:to>
                                        <p:strVal val="visible"/>
                                      </p:to>
                                    </p:set>
                                    <p:animEffect transition="in" filter="blinds(horizontal)">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500" fill="hold">
                                          <p:stCondLst>
                                            <p:cond delay="0"/>
                                          </p:stCondLst>
                                        </p:cTn>
                                        <p:tgtEl>
                                          <p:spTgt spid="17"/>
                                        </p:tgtEl>
                                        <p:attrNameLst>
                                          <p:attrName>style.visibility</p:attrName>
                                        </p:attrNameLst>
                                      </p:cBhvr>
                                      <p:to>
                                        <p:strVal val="visible"/>
                                      </p:to>
                                    </p:set>
                                    <p:animEffect transition="in" filter="blinds(horizontal)">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15" grpId="0"/>
      <p:bldP spid="16" grpId="0"/>
      <p:bldP spid="17" grpId="0"/>
    </p:bldLst>
  </p:timing>
</p:sld>
</file>

<file path=ppt/slides/slide5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5844" name="矩形 3"/>
          <p:cNvSpPr/>
          <p:nvPr/>
        </p:nvSpPr>
        <p:spPr>
          <a:xfrm>
            <a:off x="827088" y="981075"/>
            <a:ext cx="863441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5.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成果形式（一）：科技论文</a:t>
            </a:r>
          </a:p>
        </p:txBody>
      </p:sp>
      <p:sp>
        <p:nvSpPr>
          <p:cNvPr id="5" name="矩形 4"/>
          <p:cNvSpPr/>
          <p:nvPr>
            <p:custDataLst>
              <p:tags r:id="rId2"/>
            </p:custDataLst>
          </p:nvPr>
        </p:nvSpPr>
        <p:spPr>
          <a:xfrm>
            <a:off x="827088" y="1557338"/>
            <a:ext cx="8208963" cy="503238"/>
          </a:xfrm>
          <a:prstGeom prst="rect">
            <a:avLst/>
          </a:prstGeom>
          <a:solidFill>
            <a:schemeClr val="accent1"/>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学术论文投稿：</a:t>
            </a:r>
          </a:p>
        </p:txBody>
      </p:sp>
      <p:sp>
        <p:nvSpPr>
          <p:cNvPr id="10" name="文本框 9"/>
          <p:cNvSpPr txBox="1"/>
          <p:nvPr/>
        </p:nvSpPr>
        <p:spPr>
          <a:xfrm>
            <a:off x="852488" y="2060575"/>
            <a:ext cx="7826375" cy="521970"/>
          </a:xfrm>
          <a:prstGeom prst="rect">
            <a:avLst/>
          </a:prstGeom>
          <a:noFill/>
          <a:ln w="9525">
            <a:noFill/>
          </a:ln>
        </p:spPr>
        <p:txBody>
          <a:bodyPr>
            <a:spAutoFit/>
          </a:bodyPr>
          <a:lstStyle/>
          <a:p>
            <a:pPr eaLnBrk="1" hangingPunct="1">
              <a:buFont typeface="Wingdings" panose="05000000000000000000" pitchFamily="2" charset="2"/>
            </a:pP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如何提高</a:t>
            </a:r>
            <a:r>
              <a:rPr lang="en-US" altLang="zh-CN" sz="2800" b="1" dirty="0">
                <a:solidFill>
                  <a:srgbClr val="000000"/>
                </a:solidFill>
                <a:latin typeface="微软雅黑" panose="020B0503020204020204" charset="-122"/>
                <a:ea typeface="微软雅黑" panose="020B0503020204020204" charset="-122"/>
                <a:cs typeface="微软雅黑" panose="020B0503020204020204" charset="-122"/>
              </a:rPr>
              <a:t>SCI</a:t>
            </a: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800" b="1" dirty="0">
                <a:solidFill>
                  <a:srgbClr val="000000"/>
                </a:solidFill>
                <a:latin typeface="微软雅黑" panose="020B0503020204020204" charset="-122"/>
                <a:ea typeface="微软雅黑" panose="020B0503020204020204" charset="-122"/>
                <a:cs typeface="微软雅黑" panose="020B0503020204020204" charset="-122"/>
              </a:rPr>
              <a:t>EI</a:t>
            </a:r>
            <a:r>
              <a:rPr lang="zh-CN" altLang="en-US" sz="2800" b="1" dirty="0">
                <a:solidFill>
                  <a:srgbClr val="000000"/>
                </a:solidFill>
                <a:latin typeface="微软雅黑" panose="020B0503020204020204" charset="-122"/>
                <a:ea typeface="微软雅黑" panose="020B0503020204020204" charset="-122"/>
                <a:cs typeface="微软雅黑" panose="020B0503020204020204" charset="-122"/>
              </a:rPr>
              <a:t>期刊录用论文的可能性</a:t>
            </a:r>
          </a:p>
        </p:txBody>
      </p:sp>
      <p:sp>
        <p:nvSpPr>
          <p:cNvPr id="11" name="文本框 10"/>
          <p:cNvSpPr txBox="1"/>
          <p:nvPr/>
        </p:nvSpPr>
        <p:spPr>
          <a:xfrm>
            <a:off x="963613" y="2559050"/>
            <a:ext cx="8007350" cy="3415030"/>
          </a:xfrm>
          <a:prstGeom prst="rect">
            <a:avLst/>
          </a:prstGeom>
          <a:noFill/>
          <a:ln w="9525">
            <a:noFill/>
          </a:ln>
        </p:spPr>
        <p:txBody>
          <a:bodyPr>
            <a:spAutoFit/>
          </a:bodyPr>
          <a:lstStyle/>
          <a:p>
            <a:pPr eaLnBrk="1" hangingPunct="1">
              <a:buFont typeface="Wingdings" panose="05000000000000000000" pitchFamily="2" charset="2"/>
            </a:pP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rPr>
              <a:t>1</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）文章质量是根本。</a:t>
            </a:r>
          </a:p>
          <a:p>
            <a:pPr eaLnBrk="1" hangingPunct="1">
              <a:buFont typeface="Wingdings" panose="05000000000000000000" pitchFamily="2" charset="2"/>
            </a:pP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rPr>
              <a:t>2</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）选题对口，并符合期刊所设栏目。</a:t>
            </a:r>
          </a:p>
          <a:p>
            <a:pPr eaLnBrk="1" hangingPunct="1">
              <a:buFont typeface="Wingdings" panose="05000000000000000000" pitchFamily="2" charset="2"/>
            </a:pP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rPr>
              <a:t>3</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）根据自己论文水平来选择适当级别的期刊投稿。</a:t>
            </a:r>
          </a:p>
          <a:p>
            <a:pPr eaLnBrk="1" hangingPunct="1">
              <a:buFont typeface="Wingdings" panose="05000000000000000000" pitchFamily="2" charset="2"/>
            </a:pP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rPr>
              <a:t>4</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）针对所要投稿的</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rPr>
              <a:t>SCI</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收录期刊，首先要认真阅读其撰稿要求和该刊近期文章，并严格按要求认真修改自己的论文。</a:t>
            </a:r>
          </a:p>
          <a:p>
            <a:pPr eaLnBrk="1" hangingPunct="1">
              <a:buFont typeface="Wingdings" panose="05000000000000000000" pitchFamily="2" charset="2"/>
            </a:pP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rPr>
              <a:t>5</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）重视参考文献。</a:t>
            </a:r>
          </a:p>
          <a:p>
            <a:pPr eaLnBrk="1" hangingPunct="1">
              <a:buFont typeface="Wingdings" panose="05000000000000000000" pitchFamily="2" charset="2"/>
            </a:pP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rPr>
              <a:t>6</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）良好的英文水平可提高被</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rPr>
              <a:t>SCI</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录用率。</a:t>
            </a:r>
          </a:p>
          <a:p>
            <a:pPr eaLnBrk="1" hangingPunct="1">
              <a:buFont typeface="Wingdings" panose="05000000000000000000" pitchFamily="2" charset="2"/>
            </a:pP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a:t>
            </a:r>
            <a:r>
              <a:rPr lang="en-US" altLang="zh-CN" sz="2400" b="1" dirty="0">
                <a:solidFill>
                  <a:srgbClr val="000000"/>
                </a:solidFill>
                <a:latin typeface="微软雅黑" panose="020B0503020204020204" charset="-122"/>
                <a:ea typeface="微软雅黑" panose="020B0503020204020204" charset="-122"/>
                <a:cs typeface="微软雅黑" panose="020B0503020204020204" charset="-122"/>
              </a:rPr>
              <a:t>7</a:t>
            </a:r>
            <a:r>
              <a:rPr lang="zh-CN" altLang="en-US" sz="2400" b="1" dirty="0">
                <a:solidFill>
                  <a:srgbClr val="000000"/>
                </a:solidFill>
                <a:latin typeface="微软雅黑" panose="020B0503020204020204" charset="-122"/>
                <a:ea typeface="微软雅黑" panose="020B0503020204020204" charset="-122"/>
                <a:cs typeface="微软雅黑" panose="020B0503020204020204" charset="-122"/>
              </a:rPr>
              <a:t>）认真阅读和理解国际期刊的撰稿、投稿要求。</a:t>
            </a:r>
          </a:p>
        </p:txBody>
      </p:sp>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500"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500"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5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6868" name="矩形 3"/>
          <p:cNvSpPr/>
          <p:nvPr/>
        </p:nvSpPr>
        <p:spPr>
          <a:xfrm>
            <a:off x="827088" y="981075"/>
            <a:ext cx="863441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5.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成果形式（一）：科技论文</a:t>
            </a:r>
          </a:p>
        </p:txBody>
      </p:sp>
      <p:sp>
        <p:nvSpPr>
          <p:cNvPr id="5" name="矩形 4"/>
          <p:cNvSpPr/>
          <p:nvPr>
            <p:custDataLst>
              <p:tags r:id="rId2"/>
            </p:custDataLst>
          </p:nvPr>
        </p:nvSpPr>
        <p:spPr>
          <a:xfrm>
            <a:off x="827088" y="1557338"/>
            <a:ext cx="8208963" cy="503238"/>
          </a:xfrm>
          <a:prstGeom prst="rect">
            <a:avLst/>
          </a:prstGeom>
          <a:solidFill>
            <a:schemeClr val="accent1"/>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如果你有一个研究成果，如何准备一篇论文？</a:t>
            </a:r>
          </a:p>
        </p:txBody>
      </p:sp>
      <p:sp>
        <p:nvSpPr>
          <p:cNvPr id="36870" name="矩形 5"/>
          <p:cNvSpPr/>
          <p:nvPr>
            <p:custDataLst>
              <p:tags r:id="rId3"/>
            </p:custDataLst>
          </p:nvPr>
        </p:nvSpPr>
        <p:spPr>
          <a:xfrm>
            <a:off x="998220" y="2106930"/>
            <a:ext cx="8038465" cy="82994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buNone/>
            </a:pPr>
            <a:r>
              <a:rPr lang="zh-CN" altLang="en-US" sz="2400" b="1" dirty="0">
                <a:solidFill>
                  <a:schemeClr val="dk1"/>
                </a:solidFill>
                <a:latin typeface="微软雅黑" panose="020B0503020204020204" charset="-122"/>
                <a:ea typeface="微软雅黑" panose="020B0503020204020204" charset="-122"/>
              </a:rPr>
              <a:t>在综述撰写中，相信大家已经读过不少小论文了。</a:t>
            </a:r>
            <a:endParaRPr lang="en-US" altLang="zh-CN" sz="2400" b="1" dirty="0">
              <a:solidFill>
                <a:schemeClr val="dk1"/>
              </a:solidFill>
              <a:latin typeface="微软雅黑" panose="020B0503020204020204" charset="-122"/>
              <a:ea typeface="微软雅黑" panose="020B0503020204020204" charset="-122"/>
            </a:endParaRPr>
          </a:p>
          <a:p>
            <a:pPr marL="0" lvl="0" indent="0" defTabSz="457200" eaLnBrk="1" hangingPunct="1">
              <a:spcBef>
                <a:spcPct val="0"/>
              </a:spcBef>
              <a:buNone/>
            </a:pPr>
            <a:r>
              <a:rPr lang="zh-CN" altLang="en-US" sz="2400" b="1" dirty="0">
                <a:solidFill>
                  <a:schemeClr val="dk1"/>
                </a:solidFill>
                <a:latin typeface="微软雅黑" panose="020B0503020204020204" charset="-122"/>
                <a:ea typeface="微软雅黑" panose="020B0503020204020204" charset="-122"/>
              </a:rPr>
              <a:t>大家会发现，原创性论文的组织架构是靠图表来串联的。</a:t>
            </a:r>
          </a:p>
        </p:txBody>
      </p:sp>
      <p:sp>
        <p:nvSpPr>
          <p:cNvPr id="7" name="矩形 6"/>
          <p:cNvSpPr/>
          <p:nvPr>
            <p:custDataLst>
              <p:tags r:id="rId4"/>
            </p:custDataLst>
          </p:nvPr>
        </p:nvSpPr>
        <p:spPr>
          <a:xfrm>
            <a:off x="1191260" y="3029585"/>
            <a:ext cx="7481888" cy="503238"/>
          </a:xfrm>
          <a:prstGeom prst="rect">
            <a:avLst/>
          </a:prstGeom>
          <a:solidFill>
            <a:schemeClr val="accent1"/>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en-US" altLang="zh-CN"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Figure List</a:t>
            </a:r>
          </a:p>
        </p:txBody>
      </p:sp>
      <p:sp>
        <p:nvSpPr>
          <p:cNvPr id="8" name="矩形 7"/>
          <p:cNvSpPr/>
          <p:nvPr/>
        </p:nvSpPr>
        <p:spPr>
          <a:xfrm>
            <a:off x="1116013" y="4076700"/>
            <a:ext cx="1439863" cy="2520950"/>
          </a:xfrm>
          <a:prstGeom prst="rect">
            <a:avLst/>
          </a:prstGeom>
          <a:solidFill>
            <a:srgbClr val="ED7D31">
              <a:lumMod val="75000"/>
            </a:srgbClr>
          </a:solidFill>
          <a:ln w="12700"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pPr>
            <a:r>
              <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概念图</a:t>
            </a:r>
          </a:p>
        </p:txBody>
      </p:sp>
      <p:sp>
        <p:nvSpPr>
          <p:cNvPr id="10" name="矩形 9"/>
          <p:cNvSpPr/>
          <p:nvPr/>
        </p:nvSpPr>
        <p:spPr>
          <a:xfrm>
            <a:off x="2771775" y="4076700"/>
            <a:ext cx="2879725" cy="2520950"/>
          </a:xfrm>
          <a:prstGeom prst="rect">
            <a:avLst/>
          </a:prstGeom>
          <a:solidFill>
            <a:srgbClr val="ED7D31">
              <a:lumMod val="75000"/>
            </a:srgbClr>
          </a:solidFill>
          <a:ln w="12700"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pPr>
            <a:r>
              <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流程图</a:t>
            </a:r>
            <a:endParaRPr kumimoji="0" lang="en-US" altLang="zh-CN"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a:p>
            <a:pPr marL="0" marR="0" lvl="0" indent="0" algn="ctr" defTabSz="457200" rtl="0" eaLnBrk="1" fontAlgn="auto" latinLnBrk="0" hangingPunct="1">
              <a:lnSpc>
                <a:spcPct val="100000"/>
              </a:lnSpc>
              <a:spcBef>
                <a:spcPts val="0"/>
              </a:spcBef>
              <a:spcAft>
                <a:spcPts val="0"/>
              </a:spcAft>
              <a:buClrTx/>
              <a:buSzTx/>
              <a:buFontTx/>
              <a:buNone/>
            </a:pPr>
            <a:r>
              <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系统图</a:t>
            </a:r>
            <a:endParaRPr kumimoji="0" lang="en-US" altLang="zh-CN"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a:p>
            <a:pPr marL="0" marR="0" lvl="0" indent="0" algn="ctr" defTabSz="457200" rtl="0" eaLnBrk="1" fontAlgn="auto" latinLnBrk="0" hangingPunct="1">
              <a:lnSpc>
                <a:spcPct val="100000"/>
              </a:lnSpc>
              <a:spcBef>
                <a:spcPts val="0"/>
              </a:spcBef>
              <a:spcAft>
                <a:spcPts val="0"/>
              </a:spcAft>
              <a:buClrTx/>
              <a:buSzTx/>
              <a:buFontTx/>
              <a:buNone/>
            </a:pPr>
            <a:r>
              <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数据图</a:t>
            </a:r>
          </a:p>
        </p:txBody>
      </p:sp>
      <p:sp>
        <p:nvSpPr>
          <p:cNvPr id="11" name="矩形 10"/>
          <p:cNvSpPr/>
          <p:nvPr/>
        </p:nvSpPr>
        <p:spPr>
          <a:xfrm>
            <a:off x="5867400" y="4076700"/>
            <a:ext cx="1728788" cy="2520950"/>
          </a:xfrm>
          <a:prstGeom prst="rect">
            <a:avLst/>
          </a:prstGeom>
          <a:solidFill>
            <a:srgbClr val="ED7D31">
              <a:lumMod val="75000"/>
            </a:srgbClr>
          </a:solidFill>
          <a:ln w="12700"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pPr>
            <a:r>
              <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mn-cs"/>
              </a:rPr>
              <a:t>分析图</a:t>
            </a: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2" name="矩形 11"/>
          <p:cNvSpPr/>
          <p:nvPr/>
        </p:nvSpPr>
        <p:spPr>
          <a:xfrm>
            <a:off x="7812088" y="4076700"/>
            <a:ext cx="1223963" cy="2520950"/>
          </a:xfrm>
          <a:prstGeom prst="rect">
            <a:avLst/>
          </a:prstGeom>
          <a:solidFill>
            <a:srgbClr val="ED7D31">
              <a:lumMod val="75000"/>
            </a:srgbClr>
          </a:solidFill>
          <a:ln w="12700" cap="flat" cmpd="sng" algn="ctr">
            <a:noFill/>
            <a:prstDash val="solid"/>
            <a:miter lim="800000"/>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pPr>
            <a:r>
              <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总结表</a:t>
            </a:r>
          </a:p>
        </p:txBody>
      </p:sp>
      <p:sp>
        <p:nvSpPr>
          <p:cNvPr id="36876" name="矩形 12"/>
          <p:cNvSpPr/>
          <p:nvPr/>
        </p:nvSpPr>
        <p:spPr>
          <a:xfrm>
            <a:off x="1116013" y="3716338"/>
            <a:ext cx="640080" cy="368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buNone/>
            </a:pPr>
            <a:r>
              <a:rPr lang="zh-CN" altLang="en-US" sz="1800" dirty="0">
                <a:solidFill>
                  <a:srgbClr val="000000"/>
                </a:solidFill>
                <a:latin typeface="微软雅黑" panose="020B0503020204020204" charset="-122"/>
                <a:ea typeface="微软雅黑" panose="020B0503020204020204" charset="-122"/>
              </a:rPr>
              <a:t>引言</a:t>
            </a:r>
          </a:p>
        </p:txBody>
      </p:sp>
      <p:sp>
        <p:nvSpPr>
          <p:cNvPr id="36877" name="矩形 13"/>
          <p:cNvSpPr/>
          <p:nvPr/>
        </p:nvSpPr>
        <p:spPr>
          <a:xfrm>
            <a:off x="2773363" y="3716338"/>
            <a:ext cx="640080" cy="368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buNone/>
            </a:pPr>
            <a:r>
              <a:rPr lang="zh-CN" altLang="en-US" sz="1800" dirty="0">
                <a:solidFill>
                  <a:srgbClr val="000000"/>
                </a:solidFill>
                <a:latin typeface="微软雅黑" panose="020B0503020204020204" charset="-122"/>
                <a:ea typeface="微软雅黑" panose="020B0503020204020204" charset="-122"/>
              </a:rPr>
              <a:t>正文</a:t>
            </a:r>
          </a:p>
        </p:txBody>
      </p:sp>
      <p:sp>
        <p:nvSpPr>
          <p:cNvPr id="36878" name="矩形 14"/>
          <p:cNvSpPr/>
          <p:nvPr/>
        </p:nvSpPr>
        <p:spPr>
          <a:xfrm>
            <a:off x="5867400" y="3716338"/>
            <a:ext cx="640080" cy="368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buNone/>
            </a:pPr>
            <a:r>
              <a:rPr lang="zh-CN" altLang="en-US" sz="1800" dirty="0">
                <a:solidFill>
                  <a:srgbClr val="000000"/>
                </a:solidFill>
                <a:latin typeface="微软雅黑" panose="020B0503020204020204" charset="-122"/>
                <a:ea typeface="微软雅黑" panose="020B0503020204020204" charset="-122"/>
              </a:rPr>
              <a:t>讨论</a:t>
            </a:r>
          </a:p>
        </p:txBody>
      </p:sp>
      <p:sp>
        <p:nvSpPr>
          <p:cNvPr id="36879" name="矩形 15"/>
          <p:cNvSpPr/>
          <p:nvPr/>
        </p:nvSpPr>
        <p:spPr>
          <a:xfrm>
            <a:off x="7813675" y="3716338"/>
            <a:ext cx="640080" cy="368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buNone/>
            </a:pPr>
            <a:r>
              <a:rPr lang="zh-CN" altLang="en-US" sz="1800" dirty="0">
                <a:solidFill>
                  <a:srgbClr val="000000"/>
                </a:solidFill>
                <a:latin typeface="微软雅黑" panose="020B0503020204020204" charset="-122"/>
                <a:ea typeface="微软雅黑" panose="020B0503020204020204" charset="-122"/>
              </a:rPr>
              <a:t>结论</a:t>
            </a:r>
          </a:p>
        </p:txBody>
      </p:sp>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6870"/>
                                        </p:tgtEl>
                                        <p:attrNameLst>
                                          <p:attrName>style.visibility</p:attrName>
                                        </p:attrNameLst>
                                      </p:cBhvr>
                                      <p:to>
                                        <p:strVal val="visible"/>
                                      </p:to>
                                    </p:set>
                                    <p:animEffect transition="in" filter="blinds(horizontal)">
                                      <p:cBhvr>
                                        <p:cTn id="12" dur="500"/>
                                        <p:tgtEl>
                                          <p:spTgt spid="3687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6876"/>
                                        </p:tgtEl>
                                        <p:attrNameLst>
                                          <p:attrName>style.visibility</p:attrName>
                                        </p:attrNameLst>
                                      </p:cBhvr>
                                      <p:to>
                                        <p:strVal val="visible"/>
                                      </p:to>
                                    </p:set>
                                    <p:animEffect transition="in" filter="blinds(horizontal)">
                                      <p:cBhvr>
                                        <p:cTn id="22" dur="500"/>
                                        <p:tgtEl>
                                          <p:spTgt spid="36876"/>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linds(horizontal)">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6877"/>
                                        </p:tgtEl>
                                        <p:attrNameLst>
                                          <p:attrName>style.visibility</p:attrName>
                                        </p:attrNameLst>
                                      </p:cBhvr>
                                      <p:to>
                                        <p:strVal val="visible"/>
                                      </p:to>
                                    </p:set>
                                    <p:animEffect transition="in" filter="blinds(horizontal)">
                                      <p:cBhvr>
                                        <p:cTn id="30" dur="500"/>
                                        <p:tgtEl>
                                          <p:spTgt spid="36877"/>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blinds(horizontal)">
                                      <p:cBhvr>
                                        <p:cTn id="33" dur="50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36878"/>
                                        </p:tgtEl>
                                        <p:attrNameLst>
                                          <p:attrName>style.visibility</p:attrName>
                                        </p:attrNameLst>
                                      </p:cBhvr>
                                      <p:to>
                                        <p:strVal val="visible"/>
                                      </p:to>
                                    </p:set>
                                    <p:animEffect transition="in" filter="blinds(horizontal)">
                                      <p:cBhvr>
                                        <p:cTn id="38" dur="500"/>
                                        <p:tgtEl>
                                          <p:spTgt spid="36878"/>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blinds(horizontal)">
                                      <p:cBhvr>
                                        <p:cTn id="41" dur="500"/>
                                        <p:tgtEl>
                                          <p:spTgt spid="11"/>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36879"/>
                                        </p:tgtEl>
                                        <p:attrNameLst>
                                          <p:attrName>style.visibility</p:attrName>
                                        </p:attrNameLst>
                                      </p:cBhvr>
                                      <p:to>
                                        <p:strVal val="visible"/>
                                      </p:to>
                                    </p:set>
                                    <p:animEffect transition="in" filter="blinds(horizontal)">
                                      <p:cBhvr>
                                        <p:cTn id="46" dur="500"/>
                                        <p:tgtEl>
                                          <p:spTgt spid="36879"/>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blinds(horizontal)">
                                      <p:cBhvr>
                                        <p:cTn id="4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36870" grpId="0"/>
      <p:bldP spid="7" grpId="0" bldLvl="0" animBg="1"/>
      <p:bldP spid="8" grpId="0" bldLvl="0" animBg="1"/>
      <p:bldP spid="10" grpId="0" bldLvl="0" animBg="1"/>
      <p:bldP spid="11" grpId="0" bldLvl="0" animBg="1"/>
      <p:bldP spid="12" grpId="0" bldLvl="0" animBg="1"/>
      <p:bldP spid="36876" grpId="0"/>
      <p:bldP spid="36877" grpId="0"/>
      <p:bldP spid="36878" grpId="0"/>
      <p:bldP spid="36879"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hidden="1">
            <a:extLst>
              <a:ext uri="{FF2B5EF4-FFF2-40B4-BE49-F238E27FC236}">
                <a16:creationId xmlns:a16="http://schemas.microsoft.com/office/drawing/2014/main" id="{057F67D8-1694-9780-0944-D772E1096FC2}"/>
              </a:ext>
            </a:extLst>
          </p:cNvPr>
          <p:cNvSpPr/>
          <p:nvPr>
            <p:custDataLst>
              <p:tags r:id="rId2"/>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3" name="文本框 2"/>
          <p:cNvSpPr txBox="1"/>
          <p:nvPr>
            <p:custDataLst>
              <p:tags r:id="rId3"/>
            </p:custDataLst>
          </p:nvPr>
        </p:nvSpPr>
        <p:spPr>
          <a:xfrm>
            <a:off x="914400" y="635000"/>
            <a:ext cx="7315200" cy="2143125"/>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如何发现你的研究风格？《批判性思维与说服性写作》</a:t>
            </a:r>
            <a:r>
              <a:rPr lang="en-US" altLang="zh-CN" sz="2600">
                <a:solidFill>
                  <a:srgbClr val="000000"/>
                </a:solidFill>
                <a:latin typeface="微软雅黑" panose="020B0503020204020204" charset="-122"/>
                <a:ea typeface="微软雅黑" panose="020B0503020204020204" charset="-122"/>
              </a:rPr>
              <a:t>p.119</a:t>
            </a:r>
          </a:p>
        </p:txBody>
      </p:sp>
      <p:sp>
        <p:nvSpPr>
          <p:cNvPr id="4" name="文本框 3"/>
          <p:cNvSpPr txBox="1"/>
          <p:nvPr>
            <p:custDataLst>
              <p:tags r:id="rId4"/>
            </p:custDataLst>
          </p:nvPr>
        </p:nvSpPr>
        <p:spPr>
          <a:xfrm>
            <a:off x="1828800" y="2785745"/>
            <a:ext cx="64008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感到恐慌，大脑一片空白？</a:t>
            </a:r>
            <a:r>
              <a:rPr lang="en-US" altLang="zh-CN" sz="2600">
                <a:solidFill>
                  <a:srgbClr val="000000"/>
                </a:solidFill>
                <a:latin typeface="微软雅黑" panose="020B0503020204020204" charset="-122"/>
                <a:ea typeface="微软雅黑" panose="020B0503020204020204" charset="-122"/>
              </a:rPr>
              <a:t> </a:t>
            </a:r>
          </a:p>
        </p:txBody>
      </p:sp>
      <p:sp>
        <p:nvSpPr>
          <p:cNvPr id="5" name="文本框 4"/>
          <p:cNvSpPr txBox="1"/>
          <p:nvPr>
            <p:custDataLst>
              <p:tags r:id="rId5"/>
            </p:custDataLst>
          </p:nvPr>
        </p:nvSpPr>
        <p:spPr>
          <a:xfrm>
            <a:off x="1828800" y="3642995"/>
            <a:ext cx="64008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对于要面临的大量阅读任务和各种未知，感到兴奋不已。</a:t>
            </a:r>
          </a:p>
        </p:txBody>
      </p:sp>
      <p:sp>
        <p:nvSpPr>
          <p:cNvPr id="6" name="文本框 5"/>
          <p:cNvSpPr txBox="1"/>
          <p:nvPr>
            <p:custDataLst>
              <p:tags r:id="rId6"/>
            </p:custDataLst>
          </p:nvPr>
        </p:nvSpPr>
        <p:spPr>
          <a:xfrm>
            <a:off x="1828800" y="4500245"/>
            <a:ext cx="64008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冷静地调查研究领域，然后开始阅读、做注释，期待结构浮出水面的哪一刻？</a:t>
            </a:r>
          </a:p>
        </p:txBody>
      </p:sp>
      <p:sp>
        <p:nvSpPr>
          <p:cNvPr id="7" name="文本框 6"/>
          <p:cNvSpPr txBox="1"/>
          <p:nvPr>
            <p:custDataLst>
              <p:tags r:id="rId7"/>
            </p:custDataLst>
          </p:nvPr>
        </p:nvSpPr>
        <p:spPr>
          <a:xfrm>
            <a:off x="1828800" y="5357495"/>
            <a:ext cx="6400800" cy="642620"/>
          </a:xfrm>
          <a:prstGeom prst="rect">
            <a:avLst/>
          </a:prstGeom>
          <a:noFill/>
        </p:spPr>
        <p:txBody>
          <a:bodyPr wrap="squar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以上都不是，我还是小白。</a:t>
            </a:r>
          </a:p>
        </p:txBody>
      </p:sp>
      <p:sp>
        <p:nvSpPr>
          <p:cNvPr id="8" name="椭圆 7"/>
          <p:cNvSpPr>
            <a:spLocks noChangeAspect="1"/>
          </p:cNvSpPr>
          <p:nvPr>
            <p:custDataLst>
              <p:tags r:id="rId8"/>
            </p:custDataLst>
          </p:nvPr>
        </p:nvSpPr>
        <p:spPr>
          <a:xfrm>
            <a:off x="1114425" y="2849880"/>
            <a:ext cx="514350" cy="514350"/>
          </a:xfrm>
          <a:prstGeom prst="ellipse">
            <a:avLst/>
          </a:prstGeom>
          <a:solidFill>
            <a:srgbClr val="808080"/>
          </a:solidFill>
          <a:ln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A</a:t>
            </a:r>
          </a:p>
        </p:txBody>
      </p:sp>
      <p:sp>
        <p:nvSpPr>
          <p:cNvPr id="9" name="椭圆 8"/>
          <p:cNvSpPr>
            <a:spLocks noChangeAspect="1"/>
          </p:cNvSpPr>
          <p:nvPr>
            <p:custDataLst>
              <p:tags r:id="rId9"/>
            </p:custDataLst>
          </p:nvPr>
        </p:nvSpPr>
        <p:spPr>
          <a:xfrm>
            <a:off x="1114425" y="3707130"/>
            <a:ext cx="514350" cy="514350"/>
          </a:xfrm>
          <a:prstGeom prst="ellipse">
            <a:avLst/>
          </a:prstGeom>
          <a:solidFill>
            <a:srgbClr val="808080"/>
          </a:solidFill>
          <a:ln w="127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B</a:t>
            </a:r>
          </a:p>
        </p:txBody>
      </p:sp>
      <p:sp>
        <p:nvSpPr>
          <p:cNvPr id="10" name="椭圆 9"/>
          <p:cNvSpPr>
            <a:spLocks noChangeAspect="1"/>
          </p:cNvSpPr>
          <p:nvPr>
            <p:custDataLst>
              <p:tags r:id="rId10"/>
            </p:custDataLst>
          </p:nvPr>
        </p:nvSpPr>
        <p:spPr>
          <a:xfrm>
            <a:off x="1114425" y="4564380"/>
            <a:ext cx="514350" cy="514350"/>
          </a:xfrm>
          <a:prstGeom prst="ellipse">
            <a:avLst/>
          </a:prstGeom>
          <a:solidFill>
            <a:srgbClr val="808080"/>
          </a:solidFill>
          <a:ln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C</a:t>
            </a:r>
          </a:p>
        </p:txBody>
      </p:sp>
      <p:sp>
        <p:nvSpPr>
          <p:cNvPr id="11" name="椭圆 10"/>
          <p:cNvSpPr>
            <a:spLocks noChangeAspect="1"/>
          </p:cNvSpPr>
          <p:nvPr>
            <p:custDataLst>
              <p:tags r:id="rId11"/>
            </p:custDataLst>
          </p:nvPr>
        </p:nvSpPr>
        <p:spPr>
          <a:xfrm>
            <a:off x="1114425" y="5421630"/>
            <a:ext cx="514350" cy="514350"/>
          </a:xfrm>
          <a:prstGeom prst="ellipse">
            <a:avLst/>
          </a:prstGeom>
          <a:solidFill>
            <a:srgbClr val="808080"/>
          </a:solidFill>
          <a:ln w="127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D</a:t>
            </a:r>
          </a:p>
        </p:txBody>
      </p:sp>
      <p:sp>
        <p:nvSpPr>
          <p:cNvPr id="12" name="圆角矩形 11"/>
          <p:cNvSpPr/>
          <p:nvPr>
            <p:custDataLst>
              <p:tags r:id="rId12"/>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提交</a:t>
            </a:r>
          </a:p>
        </p:txBody>
      </p:sp>
      <p:sp>
        <p:nvSpPr>
          <p:cNvPr id="23" name="文本框 22">
            <a:extLst>
              <a:ext uri="{FF2B5EF4-FFF2-40B4-BE49-F238E27FC236}">
                <a16:creationId xmlns:a16="http://schemas.microsoft.com/office/drawing/2014/main" id="{2D9EEDC3-72B1-6BD6-AABC-96180764C961}"/>
              </a:ext>
            </a:extLst>
          </p:cNvPr>
          <p:cNvSpPr txBox="1"/>
          <p:nvPr>
            <p:custDataLst>
              <p:tags r:id="rId13"/>
            </p:custDataLst>
          </p:nvPr>
        </p:nvSpPr>
        <p:spPr>
          <a:xfrm>
            <a:off x="9613900" y="6896219"/>
            <a:ext cx="3662680" cy="461665"/>
          </a:xfrm>
          <a:prstGeom prst="rect">
            <a:avLst/>
          </a:prstGeom>
          <a:solidFill>
            <a:srgbClr val="FBFAEF"/>
          </a:solidFill>
          <a:ln w="12700">
            <a:noFill/>
          </a:ln>
        </p:spPr>
        <p:txBody>
          <a:bodyPr vert="horz" rtlCol="0" anchor="ctr">
            <a:spAutoFit/>
          </a:bodyPr>
          <a:lstStyle/>
          <a:p>
            <a:r>
              <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可为此题添加文本、图片、公式等解析，且需将内容全部放在本区域内。</a:t>
            </a:r>
          </a:p>
        </p:txBody>
      </p:sp>
      <p:sp>
        <p:nvSpPr>
          <p:cNvPr id="24" name="文本框 23" hidden="1">
            <a:extLst>
              <a:ext uri="{FF2B5EF4-FFF2-40B4-BE49-F238E27FC236}">
                <a16:creationId xmlns:a16="http://schemas.microsoft.com/office/drawing/2014/main" id="{C5BDFDB5-7948-FA94-3C29-2B7EC40343FD}"/>
              </a:ext>
            </a:extLst>
          </p:cNvPr>
          <p:cNvSpPr txBox="1"/>
          <p:nvPr>
            <p:custDataLst>
              <p:tags r:id="rId14"/>
            </p:custDataLst>
          </p:nvPr>
        </p:nvSpPr>
        <p:spPr>
          <a:xfrm>
            <a:off x="9779000" y="1270000"/>
            <a:ext cx="3332480" cy="1905000"/>
          </a:xfrm>
          <a:prstGeom prst="rect">
            <a:avLst/>
          </a:prstGeom>
          <a:noFill/>
        </p:spPr>
        <p:txBody>
          <a:bodyPr vert="horz" rtlCol="0" anchor="t" anchorCtr="0">
            <a:spAutoFit/>
          </a:bodyPr>
          <a:lstStyle/>
          <a:p>
            <a:r>
              <a:rPr lang="zh-CN" altLang="en-US" sz="20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此处添加答案解析</a:t>
            </a:r>
          </a:p>
        </p:txBody>
      </p:sp>
      <p:grpSp>
        <p:nvGrpSpPr>
          <p:cNvPr id="22" name="组合 21" hidden="1">
            <a:extLst>
              <a:ext uri="{FF2B5EF4-FFF2-40B4-BE49-F238E27FC236}">
                <a16:creationId xmlns:a16="http://schemas.microsoft.com/office/drawing/2014/main" id="{72DE680D-560E-A410-9A7F-7C456E1FAB73}"/>
              </a:ext>
            </a:extLst>
          </p:cNvPr>
          <p:cNvGrpSpPr/>
          <p:nvPr>
            <p:custDataLst>
              <p:tags r:id="rId15"/>
            </p:custDataLst>
          </p:nvPr>
        </p:nvGrpSpPr>
        <p:grpSpPr>
          <a:xfrm>
            <a:off x="9537700" y="0"/>
            <a:ext cx="3815080" cy="647700"/>
            <a:chOff x="9537700" y="0"/>
            <a:chExt cx="3815080" cy="647700"/>
          </a:xfrm>
        </p:grpSpPr>
        <p:sp>
          <p:nvSpPr>
            <p:cNvPr id="19" name="RemarkBack" hidden="1">
              <a:extLst>
                <a:ext uri="{FF2B5EF4-FFF2-40B4-BE49-F238E27FC236}">
                  <a16:creationId xmlns:a16="http://schemas.microsoft.com/office/drawing/2014/main" id="{70810819-A139-28CB-A0D6-A580C59FA9D0}"/>
                </a:ext>
              </a:extLst>
            </p:cNvPr>
            <p:cNvSpPr/>
            <p:nvPr>
              <p:custDataLst>
                <p:tags r:id="rId22"/>
              </p:custDataLst>
            </p:nvPr>
          </p:nvSpPr>
          <p:spPr>
            <a:xfrm>
              <a:off x="9537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RemarkBlock" hidden="1">
              <a:extLst>
                <a:ext uri="{FF2B5EF4-FFF2-40B4-BE49-F238E27FC236}">
                  <a16:creationId xmlns:a16="http://schemas.microsoft.com/office/drawing/2014/main" id="{1820B916-0FBC-FD0F-5756-7422D8CA5B10}"/>
                </a:ext>
              </a:extLst>
            </p:cNvPr>
            <p:cNvSpPr/>
            <p:nvPr>
              <p:custDataLst>
                <p:tags r:id="rId23"/>
              </p:custDataLst>
            </p:nvPr>
          </p:nvSpPr>
          <p:spPr>
            <a:xfrm>
              <a:off x="9537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RemarkTitleText" hidden="1">
              <a:extLst>
                <a:ext uri="{FF2B5EF4-FFF2-40B4-BE49-F238E27FC236}">
                  <a16:creationId xmlns:a16="http://schemas.microsoft.com/office/drawing/2014/main" id="{2FA82362-AF94-1306-D984-72D110985E7E}"/>
                </a:ext>
              </a:extLst>
            </p:cNvPr>
            <p:cNvSpPr txBox="1"/>
            <p:nvPr>
              <p:custDataLst>
                <p:tags r:id="rId24"/>
              </p:custDataLst>
            </p:nvPr>
          </p:nvSpPr>
          <p:spPr>
            <a:xfrm>
              <a:off x="9779000" y="0"/>
              <a:ext cx="1905000" cy="635000"/>
            </a:xfrm>
            <a:prstGeom prst="rect">
              <a:avLst/>
            </a:prstGeom>
            <a:noFill/>
          </p:spPr>
          <p:txBody>
            <a:bodyPr vert="horz" wrap="none" rtlCol="0" anchor="ctr" anchorCtr="0">
              <a:noAutofit/>
            </a:bodyPr>
            <a:lstStyle/>
            <a:p>
              <a:r>
                <a:rPr lang="zh-CN" altLang="en-US" sz="18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p>
          </p:txBody>
        </p:sp>
      </p:grpSp>
      <p:grpSp>
        <p:nvGrpSpPr>
          <p:cNvPr id="26" name="组合 25">
            <a:extLst>
              <a:ext uri="{FF2B5EF4-FFF2-40B4-BE49-F238E27FC236}">
                <a16:creationId xmlns:a16="http://schemas.microsoft.com/office/drawing/2014/main" id="{E2EBB0C1-9178-E2D0-6F7F-BA56A4EA3074}"/>
              </a:ext>
            </a:extLst>
          </p:cNvPr>
          <p:cNvGrpSpPr/>
          <p:nvPr>
            <p:custDataLst>
              <p:tags r:id="rId16"/>
            </p:custDataLst>
          </p:nvPr>
        </p:nvGrpSpPr>
        <p:grpSpPr>
          <a:xfrm>
            <a:off x="0" y="0"/>
            <a:ext cx="9144000" cy="635000"/>
            <a:chOff x="0" y="0"/>
            <a:chExt cx="9144000" cy="635000"/>
          </a:xfrm>
        </p:grpSpPr>
        <p:sp>
          <p:nvSpPr>
            <p:cNvPr id="13" name="TitleBackground"/>
            <p:cNvSpPr/>
            <p:nvPr>
              <p:custDataLst>
                <p:tags r:id="rId18"/>
              </p:custDataLst>
            </p:nvPr>
          </p:nvSpPr>
          <p:spPr>
            <a:xfrm>
              <a:off x="0" y="0"/>
              <a:ext cx="9144000" cy="635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4" name="ColorBlock"/>
            <p:cNvSpPr/>
            <p:nvPr>
              <p:custDataLst>
                <p:tags r:id="rId19"/>
              </p:custDataLst>
            </p:nvPr>
          </p:nvSpPr>
          <p:spPr>
            <a:xfrm>
              <a:off x="0" y="0"/>
              <a:ext cx="190500" cy="635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TypeText"/>
            <p:cNvSpPr txBox="1"/>
            <p:nvPr>
              <p:custDataLst>
                <p:tags r:id="rId20"/>
              </p:custDataLst>
            </p:nvPr>
          </p:nvSpPr>
          <p:spPr>
            <a:xfrm>
              <a:off x="254000" y="0"/>
              <a:ext cx="1905000" cy="635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投票</a:t>
              </a:r>
            </a:p>
          </p:txBody>
        </p:sp>
        <p:sp>
          <p:nvSpPr>
            <p:cNvPr id="25" name="TipText">
              <a:extLst>
                <a:ext uri="{FF2B5EF4-FFF2-40B4-BE49-F238E27FC236}">
                  <a16:creationId xmlns:a16="http://schemas.microsoft.com/office/drawing/2014/main" id="{8B145BEB-9C91-E945-0C21-A530B5648B20}"/>
                </a:ext>
              </a:extLst>
            </p:cNvPr>
            <p:cNvSpPr txBox="1"/>
            <p:nvPr>
              <p:custDataLst>
                <p:tags r:id="rId21"/>
              </p:custDataLst>
            </p:nvPr>
          </p:nvSpPr>
          <p:spPr>
            <a:xfrm>
              <a:off x="1195705" y="109220"/>
              <a:ext cx="2286000" cy="508000"/>
            </a:xfrm>
            <a:prstGeom prst="rect">
              <a:avLst/>
            </a:prstGeom>
            <a:noFill/>
          </p:spPr>
          <p:txBody>
            <a:bodyPr vert="horz" wrap="none" rtlCol="0" anchor="ctr" anchorCtr="0">
              <a:noAutofit/>
            </a:bodyPr>
            <a:lstStyle/>
            <a:p>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最多可选</a:t>
              </a:r>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项</a:t>
              </a:r>
            </a:p>
          </p:txBody>
        </p:sp>
      </p:grpSp>
      <p:pic>
        <p:nvPicPr>
          <p:cNvPr id="2" name="图片 1" descr="tmp8744"/>
          <p:cNvPicPr>
            <a:picLocks noChangeAspect="1"/>
          </p:cNvPicPr>
          <p:nvPr>
            <p:custDataLst>
              <p:tags r:id="rId17"/>
            </p:custDataLst>
          </p:nvPr>
        </p:nvPicPr>
        <p:blipFill>
          <a:blip r:embed="rId26"/>
          <a:stretch>
            <a:fillRect/>
          </a:stretch>
        </p:blipFill>
        <p:spPr>
          <a:xfrm>
            <a:off x="7594600" y="63500"/>
            <a:ext cx="1422400" cy="508000"/>
          </a:xfrm>
          <a:prstGeom prst="rect">
            <a:avLst/>
          </a:prstGeom>
        </p:spPr>
      </p:pic>
    </p:spTree>
    <p:custDataLst>
      <p:tags r:id="rId1"/>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7892" name="矩形 4"/>
          <p:cNvSpPr/>
          <p:nvPr/>
        </p:nvSpPr>
        <p:spPr>
          <a:xfrm>
            <a:off x="755650" y="908050"/>
            <a:ext cx="8634413"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5.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成果形式（一）：期刊论文</a:t>
            </a:r>
          </a:p>
        </p:txBody>
      </p:sp>
      <p:sp>
        <p:nvSpPr>
          <p:cNvPr id="6" name="矩形 5"/>
          <p:cNvSpPr/>
          <p:nvPr>
            <p:custDataLst>
              <p:tags r:id="rId2"/>
            </p:custDataLst>
          </p:nvPr>
        </p:nvSpPr>
        <p:spPr>
          <a:xfrm>
            <a:off x="1476375" y="1484313"/>
            <a:ext cx="7559675" cy="504825"/>
          </a:xfrm>
          <a:prstGeom prst="rect">
            <a:avLst/>
          </a:prstGeom>
          <a:solidFill>
            <a:schemeClr val="accent1"/>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en-US" altLang="zh-CN"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Figure arrangement </a:t>
            </a: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示范，概念的提出</a:t>
            </a:r>
          </a:p>
        </p:txBody>
      </p:sp>
      <p:pic>
        <p:nvPicPr>
          <p:cNvPr id="37894" name="图片 6"/>
          <p:cNvPicPr>
            <a:picLocks noChangeAspect="1"/>
          </p:cNvPicPr>
          <p:nvPr/>
        </p:nvPicPr>
        <p:blipFill>
          <a:blip r:embed="rId4"/>
          <a:stretch>
            <a:fillRect/>
          </a:stretch>
        </p:blipFill>
        <p:spPr>
          <a:xfrm>
            <a:off x="1476375" y="2060575"/>
            <a:ext cx="6696075" cy="4679950"/>
          </a:xfrm>
          <a:prstGeom prst="rect">
            <a:avLst/>
          </a:prstGeom>
          <a:noFill/>
          <a:ln w="9525">
            <a:noFill/>
          </a:ln>
        </p:spPr>
      </p:pic>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7894"/>
                                        </p:tgtEl>
                                        <p:attrNameLst>
                                          <p:attrName>style.visibility</p:attrName>
                                        </p:attrNameLst>
                                      </p:cBhvr>
                                      <p:to>
                                        <p:strVal val="visible"/>
                                      </p:to>
                                    </p:set>
                                    <p:animEffect transition="in" filter="blinds(horizontal)">
                                      <p:cBhvr>
                                        <p:cTn id="12" dur="500"/>
                                        <p:tgtEl>
                                          <p:spTgt spid="378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6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8916" name="矩形 5"/>
          <p:cNvSpPr/>
          <p:nvPr/>
        </p:nvSpPr>
        <p:spPr>
          <a:xfrm>
            <a:off x="755650" y="908050"/>
            <a:ext cx="8634413"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5.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成果形式（一）：期刊论文</a:t>
            </a:r>
          </a:p>
        </p:txBody>
      </p:sp>
      <p:sp>
        <p:nvSpPr>
          <p:cNvPr id="7" name="矩形 6"/>
          <p:cNvSpPr/>
          <p:nvPr>
            <p:custDataLst>
              <p:tags r:id="rId2"/>
            </p:custDataLst>
          </p:nvPr>
        </p:nvSpPr>
        <p:spPr>
          <a:xfrm>
            <a:off x="1403350" y="1412875"/>
            <a:ext cx="7561263" cy="503238"/>
          </a:xfrm>
          <a:prstGeom prst="rect">
            <a:avLst/>
          </a:prstGeom>
          <a:solidFill>
            <a:schemeClr val="accent1"/>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en-US" altLang="zh-CN"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Figure arrangement </a:t>
            </a: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示范，思路的呈现</a:t>
            </a:r>
          </a:p>
        </p:txBody>
      </p:sp>
      <p:pic>
        <p:nvPicPr>
          <p:cNvPr id="38918" name="图片 7"/>
          <p:cNvPicPr>
            <a:picLocks noChangeAspect="1"/>
          </p:cNvPicPr>
          <p:nvPr/>
        </p:nvPicPr>
        <p:blipFill>
          <a:blip r:embed="rId4"/>
          <a:stretch>
            <a:fillRect/>
          </a:stretch>
        </p:blipFill>
        <p:spPr>
          <a:xfrm>
            <a:off x="1476375" y="1916113"/>
            <a:ext cx="6911975" cy="4916487"/>
          </a:xfrm>
          <a:prstGeom prst="rect">
            <a:avLst/>
          </a:prstGeom>
          <a:noFill/>
          <a:ln w="9525">
            <a:noFill/>
          </a:ln>
        </p:spPr>
      </p:pic>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8918"/>
                                        </p:tgtEl>
                                        <p:attrNameLst>
                                          <p:attrName>style.visibility</p:attrName>
                                        </p:attrNameLst>
                                      </p:cBhvr>
                                      <p:to>
                                        <p:strVal val="visible"/>
                                      </p:to>
                                    </p:set>
                                    <p:animEffect transition="in" filter="blinds(horizontal)">
                                      <p:cBhvr>
                                        <p:cTn id="12" dur="500"/>
                                        <p:tgtEl>
                                          <p:spTgt spid="389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6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9940" name="矩形 10"/>
          <p:cNvSpPr/>
          <p:nvPr/>
        </p:nvSpPr>
        <p:spPr>
          <a:xfrm>
            <a:off x="827088" y="908050"/>
            <a:ext cx="8634412" cy="58356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stStyle>
          <a:p>
            <a:pPr marL="0" lvl="0" indent="0" defTabSz="457200" eaLnBrk="1" hangingPunct="1">
              <a:spcBef>
                <a:spcPct val="0"/>
              </a:spcBef>
              <a:spcAft>
                <a:spcPts val="600"/>
              </a:spcAft>
              <a:buNone/>
            </a:pPr>
            <a:r>
              <a:rPr lang="en-US" altLang="zh-CN" b="1" dirty="0">
                <a:solidFill>
                  <a:srgbClr val="000000"/>
                </a:solidFill>
                <a:latin typeface="微软雅黑" panose="020B0503020204020204" charset="-122"/>
                <a:ea typeface="微软雅黑" panose="020B0503020204020204" charset="-122"/>
                <a:cs typeface="微软雅黑" panose="020B0503020204020204" charset="-122"/>
              </a:rPr>
              <a:t>5. </a:t>
            </a:r>
            <a:r>
              <a:rPr lang="zh-CN" altLang="en-US" b="1" dirty="0">
                <a:solidFill>
                  <a:srgbClr val="000000"/>
                </a:solidFill>
                <a:latin typeface="微软雅黑" panose="020B0503020204020204" charset="-122"/>
                <a:ea typeface="微软雅黑" panose="020B0503020204020204" charset="-122"/>
                <a:cs typeface="微软雅黑" panose="020B0503020204020204" charset="-122"/>
              </a:rPr>
              <a:t>成果形式（一）：期刊论文</a:t>
            </a:r>
          </a:p>
        </p:txBody>
      </p:sp>
      <p:sp>
        <p:nvSpPr>
          <p:cNvPr id="12" name="矩形 11"/>
          <p:cNvSpPr/>
          <p:nvPr>
            <p:custDataLst>
              <p:tags r:id="rId2"/>
            </p:custDataLst>
          </p:nvPr>
        </p:nvSpPr>
        <p:spPr>
          <a:xfrm>
            <a:off x="1547813" y="1423670"/>
            <a:ext cx="7416800" cy="504825"/>
          </a:xfrm>
          <a:prstGeom prst="rect">
            <a:avLst/>
          </a:prstGeom>
          <a:solidFill>
            <a:schemeClr val="accent1"/>
          </a:solidFill>
          <a:ln w="12700" cap="flat" cmpd="sng" algn="ctr">
            <a:noFill/>
            <a:prstDash val="solid"/>
            <a:miter lim="800000"/>
          </a:ln>
          <a:effectLst/>
        </p:spPr>
        <p:txBody>
          <a:bodyPr anchor="ctr"/>
          <a:lstStyle/>
          <a:p>
            <a:pPr marL="0" marR="0" lvl="0" indent="0" algn="l" defTabSz="457200" rtl="0" eaLnBrk="1" fontAlgn="auto" latinLnBrk="0" hangingPunct="1">
              <a:lnSpc>
                <a:spcPct val="100000"/>
              </a:lnSpc>
              <a:spcBef>
                <a:spcPts val="0"/>
              </a:spcBef>
              <a:spcAft>
                <a:spcPts val="0"/>
              </a:spcAft>
              <a:buClrTx/>
              <a:buSzTx/>
              <a:buFontTx/>
              <a:buNone/>
            </a:pPr>
            <a:r>
              <a:rPr kumimoji="0" lang="en-US" altLang="zh-CN"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Figure arrangement </a:t>
            </a:r>
            <a:r>
              <a:rPr kumimoji="0" lang="zh-CN" altLang="en-US" sz="24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示范，数据的分析</a:t>
            </a:r>
          </a:p>
        </p:txBody>
      </p:sp>
      <p:pic>
        <p:nvPicPr>
          <p:cNvPr id="39942" name="图片 12"/>
          <p:cNvPicPr>
            <a:picLocks noChangeAspect="1"/>
          </p:cNvPicPr>
          <p:nvPr/>
        </p:nvPicPr>
        <p:blipFill>
          <a:blip r:embed="rId4"/>
          <a:stretch>
            <a:fillRect/>
          </a:stretch>
        </p:blipFill>
        <p:spPr>
          <a:xfrm>
            <a:off x="1960245" y="1928495"/>
            <a:ext cx="6137275" cy="4840605"/>
          </a:xfrm>
          <a:prstGeom prst="rect">
            <a:avLst/>
          </a:prstGeom>
          <a:noFill/>
          <a:ln w="9525">
            <a:noFill/>
          </a:ln>
        </p:spPr>
      </p:pic>
      <p:sp>
        <p:nvSpPr>
          <p:cNvPr id="9" name="Rectangle 2"/>
          <p:cNvSpPr>
            <a:spLocks noGrp="1" noChangeArrowheads="1"/>
          </p:cNvSpPr>
          <p:nvPr/>
        </p:nvSpPr>
        <p:spPr>
          <a:xfrm>
            <a:off x="1547813" y="44450"/>
            <a:ext cx="6624638" cy="792163"/>
          </a:xfrm>
          <a:prstGeom prst="rect">
            <a:avLst/>
          </a:prstGeom>
          <a:noFill/>
          <a:ln w="9525">
            <a:noFill/>
          </a:ln>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4800" b="1" i="0" u="none" strike="noStrike" kern="0" cap="none" spc="0" normalizeH="0" baseline="0" noProof="0" dirty="0">
                <a:ln>
                  <a:noFill/>
                </a:ln>
                <a:solidFill>
                  <a:srgbClr val="000000"/>
                </a:solidFill>
                <a:effectLst>
                  <a:outerShdw blurRad="38100" dist="38100" dir="2700000" algn="tl">
                    <a:srgbClr val="000000"/>
                  </a:outerShdw>
                </a:effectLst>
                <a:uLnTx/>
                <a:uFillTx/>
                <a:latin typeface="微软雅黑" panose="020B0503020204020204" charset="-122"/>
                <a:ea typeface="微软雅黑" panose="020B0503020204020204" charset="-122"/>
                <a:cs typeface="微软雅黑" panose="020B0503020204020204" charset="-122"/>
              </a:rPr>
              <a:t>第三章 科技论文写作</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9942"/>
                                        </p:tgtEl>
                                        <p:attrNameLst>
                                          <p:attrName>style.visibility</p:attrName>
                                        </p:attrNameLst>
                                      </p:cBhvr>
                                      <p:to>
                                        <p:strVal val="visible"/>
                                      </p:to>
                                    </p:set>
                                    <p:animEffect transition="in" filter="blinds(horizontal)">
                                      <p:cBhvr>
                                        <p:cTn id="12" dur="500"/>
                                        <p:tgtEl>
                                          <p:spTgt spid="399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投稿须知：各学报简介</a:t>
            </a:r>
          </a:p>
        </p:txBody>
      </p:sp>
      <p:sp>
        <p:nvSpPr>
          <p:cNvPr id="3" name="内容占位符 2"/>
          <p:cNvSpPr>
            <a:spLocks noGrp="1"/>
          </p:cNvSpPr>
          <p:nvPr>
            <p:ph idx="1"/>
          </p:nvPr>
        </p:nvSpPr>
        <p:spPr/>
        <p:txBody>
          <a:bodyPr/>
          <a:lstStyle/>
          <a:p>
            <a:r>
              <a:rPr lang="zh-CN" altLang="en-US"/>
              <a:t>《电子学报》投稿指南</a:t>
            </a:r>
            <a:r>
              <a:rPr lang="en-US" altLang="zh-CN"/>
              <a:t>	</a:t>
            </a:r>
          </a:p>
          <a:p>
            <a:pPr lvl="1"/>
            <a:r>
              <a:rPr lang="zh-CN" altLang="en-US"/>
              <a:t>https://www.ejournal.org.cn/CN/column/column3.shtml</a:t>
            </a:r>
          </a:p>
          <a:p>
            <a:pPr lvl="0"/>
            <a:r>
              <a:rPr lang="zh-CN" altLang="en-US"/>
              <a:t>《计算机学报》征稿简则</a:t>
            </a:r>
          </a:p>
          <a:p>
            <a:pPr lvl="1"/>
            <a:r>
              <a:rPr lang="en-US" altLang="zh-CN"/>
              <a:t>http://cjc.ict.ac.cn/wltg/zgjz.htm</a:t>
            </a:r>
          </a:p>
          <a:p>
            <a:pPr lvl="0"/>
            <a:r>
              <a:t>《软件学报》投稿指南</a:t>
            </a:r>
          </a:p>
          <a:p>
            <a:pPr lvl="1"/>
            <a:r>
              <a:t>http://www.jos.org.cn/</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a:t>路易丝</a:t>
            </a:r>
            <a:r>
              <a:rPr lang="en-US" altLang="zh-CN"/>
              <a:t>.</a:t>
            </a:r>
            <a:r>
              <a:t>卡茨</a:t>
            </a:r>
            <a:r>
              <a:rPr lang="en-US" altLang="zh-CN"/>
              <a:t>. </a:t>
            </a:r>
            <a:r>
              <a:rPr lang="zh-CN" altLang="en-US"/>
              <a:t>批判性思维与说服性写作</a:t>
            </a:r>
            <a:r>
              <a:rPr lang="en-US" altLang="zh-CN"/>
              <a:t>. </a:t>
            </a:r>
            <a:r>
              <a:t>新华出版社，刘丰瑜。</a:t>
            </a:r>
            <a:r>
              <a:rPr lang="en-US" altLang="zh-CN"/>
              <a:t> 2021</a:t>
            </a:r>
            <a:r>
              <a:t>年</a:t>
            </a:r>
            <a:r>
              <a:rPr lang="en-US" altLang="zh-CN"/>
              <a:t>8</a:t>
            </a:r>
            <a:r>
              <a:t>月（</a:t>
            </a:r>
            <a:r>
              <a:rPr lang="zh-CN" altLang="en-US"/>
              <a:t>第五</a:t>
            </a:r>
            <a:r>
              <a:t>章</a:t>
            </a:r>
            <a:r>
              <a:rPr lang="en-US" altLang="zh-CN"/>
              <a:t> </a:t>
            </a:r>
            <a:r>
              <a:t>写作与研究）</a:t>
            </a:r>
          </a:p>
        </p:txBody>
      </p:sp>
      <p:sp>
        <p:nvSpPr>
          <p:cNvPr id="3" name="内容占位符 2"/>
          <p:cNvSpPr>
            <a:spLocks noGrp="1"/>
          </p:cNvSpPr>
          <p:nvPr>
            <p:ph idx="1"/>
          </p:nvPr>
        </p:nvSpPr>
        <p:spPr>
          <a:xfrm>
            <a:off x="502285" y="1196975"/>
            <a:ext cx="8139430" cy="5283200"/>
          </a:xfrm>
        </p:spPr>
        <p:txBody>
          <a:bodyPr>
            <a:normAutofit/>
          </a:bodyPr>
          <a:lstStyle/>
          <a:p>
            <a:r>
              <a:rPr lang="zh-CN" altLang="en-US"/>
              <a:t>写作：一种研究方法</a:t>
            </a:r>
          </a:p>
          <a:p>
            <a:r>
              <a:rPr lang="zh-CN" altLang="en-US"/>
              <a:t>了解自己：找到独有的研究风格</a:t>
            </a:r>
          </a:p>
          <a:p>
            <a:r>
              <a:rPr lang="zh-CN" altLang="en-US"/>
              <a:t>文献搜索</a:t>
            </a:r>
          </a:p>
          <a:p>
            <a:r>
              <a:rPr lang="zh-CN" altLang="en-US"/>
              <a:t>广泛阅读</a:t>
            </a:r>
          </a:p>
          <a:p>
            <a:r>
              <a:rPr lang="zh-CN" altLang="en-US"/>
              <a:t>精细阅读</a:t>
            </a:r>
          </a:p>
          <a:p>
            <a:r>
              <a:rPr lang="zh-CN" altLang="en-US"/>
              <a:t>文献注释</a:t>
            </a:r>
          </a:p>
          <a:p>
            <a:r>
              <a:rPr lang="zh-CN" altLang="en-US"/>
              <a:t>批判性评论</a:t>
            </a:r>
          </a:p>
          <a:p>
            <a:r>
              <a:rPr lang="zh-CN" altLang="en-US">
                <a:solidFill>
                  <a:srgbClr val="FF0000"/>
                </a:solidFill>
              </a:rPr>
              <a:t>批判性文献综述</a:t>
            </a:r>
          </a:p>
          <a:p>
            <a:r>
              <a:rPr lang="zh-CN" altLang="en-US"/>
              <a:t>整合注释</a:t>
            </a:r>
          </a:p>
        </p:txBody>
      </p:sp>
      <p:sp>
        <p:nvSpPr>
          <p:cNvPr id="6" name="文本框 5"/>
          <p:cNvSpPr txBox="1"/>
          <p:nvPr/>
        </p:nvSpPr>
        <p:spPr>
          <a:xfrm>
            <a:off x="3113405" y="2349500"/>
            <a:ext cx="5824855" cy="3903345"/>
          </a:xfrm>
          <a:prstGeom prst="rect">
            <a:avLst/>
          </a:prstGeom>
          <a:noFill/>
        </p:spPr>
        <p:txBody>
          <a:bodyPr wrap="square" rtlCol="0" anchor="t">
            <a:noAutofit/>
          </a:bodyPr>
          <a:lstStyle/>
          <a:p>
            <a:r>
              <a:rPr lang="zh-CN" altLang="en-US" sz="1600" b="1">
                <a:solidFill>
                  <a:srgbClr val="FF0000"/>
                </a:solidFill>
                <a:latin typeface="微软雅黑" panose="020B0503020204020204" charset="-122"/>
                <a:ea typeface="微软雅黑" panose="020B0503020204020204" charset="-122"/>
              </a:rPr>
              <a:t>一批判性文献综述的写作建议一</a:t>
            </a:r>
          </a:p>
          <a:p>
            <a:r>
              <a:rPr lang="zh-CN" altLang="en-US" sz="1600" b="1">
                <a:solidFill>
                  <a:srgbClr val="FF0000"/>
                </a:solidFill>
                <a:latin typeface="微软雅黑" panose="020B0503020204020204" charset="-122"/>
                <a:ea typeface="微软雅黑" panose="020B0503020204020204" charset="-122"/>
              </a:rPr>
              <a:t>开篇讲明写作目的，概述你的研究主题有何重要意义</a:t>
            </a:r>
            <a:r>
              <a:rPr lang="zh-CN" altLang="en-US" sz="1600" b="1">
                <a:latin typeface="微软雅黑" panose="020B0503020204020204" charset="-122"/>
                <a:ea typeface="微软雅黑" panose="020B0503020204020204" charset="-122"/>
              </a:rPr>
              <a:t>。此外，还要说明它的研究范围和存在的局限性，列出你打算引用的主要作者并说明原因，以及为什么要选择他们而不是其他人。向读者介绍一下此篇文献综述的架构，以及各个部分与你要研究的问题有何相关性。</a:t>
            </a:r>
          </a:p>
          <a:p>
            <a:r>
              <a:rPr lang="zh-CN" altLang="en-US" sz="1600" b="1">
                <a:solidFill>
                  <a:srgbClr val="FF0000"/>
                </a:solidFill>
                <a:latin typeface="微软雅黑" panose="020B0503020204020204" charset="-122"/>
                <a:ea typeface="微软雅黑" panose="020B0503020204020204" charset="-122"/>
              </a:rPr>
              <a:t>正文段落要围绕主要观点展开，讨论它们之间的不同，对各个理论进行批判性反思</a:t>
            </a:r>
            <a:r>
              <a:rPr lang="zh-CN" altLang="en-US" sz="1600" b="1">
                <a:latin typeface="微软雅黑" panose="020B0503020204020204" charset="-122"/>
                <a:ea typeface="微软雅黑" panose="020B0503020204020204" charset="-122"/>
              </a:rPr>
              <a:t>。就像写文章时，有一条清晰的论证思路是关键。要去解决研究领域中存在的争议和相互矛盾的信息，因此不要忽视与自己对立的观点。把对立观点也纳为文献综述的一部分并讨论，从而让你的研究整体上看更有说服力。</a:t>
            </a:r>
          </a:p>
          <a:p>
            <a:r>
              <a:rPr lang="zh-CN" altLang="en-US" sz="1600" b="1">
                <a:solidFill>
                  <a:srgbClr val="FF0000"/>
                </a:solidFill>
                <a:latin typeface="微软雅黑" panose="020B0503020204020204" charset="-122"/>
                <a:ea typeface="微软雅黑" panose="020B0503020204020204" charset="-122"/>
              </a:rPr>
              <a:t>所有内容都要符合逻辑</a:t>
            </a:r>
            <a:r>
              <a:rPr lang="zh-CN" altLang="en-US" sz="1600" b="1">
                <a:latin typeface="微软雅黑" panose="020B0503020204020204" charset="-122"/>
                <a:ea typeface="微软雅黑" panose="020B0503020204020204" charset="-122"/>
              </a:rPr>
              <a:t>，那些更重要的问题必须给出最详尽的解释。指出每一条文献与你的研究任务有何关联，再将它们关联到论文中的各个论点上。你在文献中发现的任何研究空白都可以用来证明你的研究价值。最后，对文献进行概括并阐明它们在你论文中的作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p:tgtEl>
                                          <p:spTgt spid="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p:tgtEl>
                                          <p:spTgt spid="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p:tgtEl>
                                          <p:spTgt spid="3">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p:tgtEl>
                                          <p:spTgt spid="3">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p:tgtEl>
                                          <p:spTgt spid="3">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p:tgtEl>
                                          <p:spTgt spid="3">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p:tgtEl>
                                          <p:spTgt spid="3">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3">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p:tgtEl>
                                          <p:spTgt spid="3">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3">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p:tgtEl>
                                          <p:spTgt spid="3">
                                            <p:txEl>
                                              <p:pRg st="8" end="8"/>
                                            </p:txEl>
                                          </p:spTgt>
                                        </p:tgtEl>
                                        <p:attrNameLst>
                                          <p:attrName>ppt_y</p:attrName>
                                        </p:attrNameLst>
                                      </p:cBhvr>
                                      <p:tavLst>
                                        <p:tav tm="0">
                                          <p:val>
                                            <p:strVal val="#ppt_y+#ppt_h*1.125000"/>
                                          </p:val>
                                        </p:tav>
                                        <p:tav tm="100000">
                                          <p:val>
                                            <p:strVal val="#ppt_y"/>
                                          </p:val>
                                        </p:tav>
                                      </p:tavLst>
                                    </p:anim>
                                    <p:animEffect transition="in" filter="wipe(up)">
                                      <p:cBhvr>
                                        <p:cTn id="56" dur="500"/>
                                        <p:tgtEl>
                                          <p:spTgt spid="3">
                                            <p:txEl>
                                              <p:pRg st="8" end="8"/>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6">
                                            <p:txEl>
                                              <p:pRg st="0" end="0"/>
                                            </p:txEl>
                                          </p:spTgt>
                                        </p:tgtEl>
                                        <p:attrNameLst>
                                          <p:attrName>style.visibility</p:attrName>
                                        </p:attrNameLst>
                                      </p:cBhvr>
                                      <p:to>
                                        <p:strVal val="visible"/>
                                      </p:to>
                                    </p:set>
                                    <p:animEffect transition="in" filter="blinds(horizontal)">
                                      <p:cBhvr>
                                        <p:cTn id="61" dur="500"/>
                                        <p:tgtEl>
                                          <p:spTgt spid="6">
                                            <p:txEl>
                                              <p:pRg st="0" end="0"/>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nodeType="clickEffect">
                                  <p:stCondLst>
                                    <p:cond delay="0"/>
                                  </p:stCondLst>
                                  <p:childTnLst>
                                    <p:set>
                                      <p:cBhvr>
                                        <p:cTn id="65" dur="1" fill="hold">
                                          <p:stCondLst>
                                            <p:cond delay="0"/>
                                          </p:stCondLst>
                                        </p:cTn>
                                        <p:tgtEl>
                                          <p:spTgt spid="6">
                                            <p:txEl>
                                              <p:pRg st="1" end="1"/>
                                            </p:txEl>
                                          </p:spTgt>
                                        </p:tgtEl>
                                        <p:attrNameLst>
                                          <p:attrName>style.visibility</p:attrName>
                                        </p:attrNameLst>
                                      </p:cBhvr>
                                      <p:to>
                                        <p:strVal val="visible"/>
                                      </p:to>
                                    </p:set>
                                    <p:animEffect transition="in" filter="blinds(horizontal)">
                                      <p:cBhvr>
                                        <p:cTn id="66" dur="500"/>
                                        <p:tgtEl>
                                          <p:spTgt spid="6">
                                            <p:txEl>
                                              <p:pRg st="1" end="1"/>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nodeType="clickEffect">
                                  <p:stCondLst>
                                    <p:cond delay="0"/>
                                  </p:stCondLst>
                                  <p:childTnLst>
                                    <p:set>
                                      <p:cBhvr>
                                        <p:cTn id="70" dur="1" fill="hold">
                                          <p:stCondLst>
                                            <p:cond delay="0"/>
                                          </p:stCondLst>
                                        </p:cTn>
                                        <p:tgtEl>
                                          <p:spTgt spid="6">
                                            <p:txEl>
                                              <p:pRg st="2" end="2"/>
                                            </p:txEl>
                                          </p:spTgt>
                                        </p:tgtEl>
                                        <p:attrNameLst>
                                          <p:attrName>style.visibility</p:attrName>
                                        </p:attrNameLst>
                                      </p:cBhvr>
                                      <p:to>
                                        <p:strVal val="visible"/>
                                      </p:to>
                                    </p:set>
                                    <p:animEffect transition="in" filter="blinds(horizontal)">
                                      <p:cBhvr>
                                        <p:cTn id="71" dur="500"/>
                                        <p:tgtEl>
                                          <p:spTgt spid="6">
                                            <p:txEl>
                                              <p:pRg st="2" end="2"/>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nodeType="clickEffect">
                                  <p:stCondLst>
                                    <p:cond delay="0"/>
                                  </p:stCondLst>
                                  <p:childTnLst>
                                    <p:set>
                                      <p:cBhvr>
                                        <p:cTn id="75" dur="1" fill="hold">
                                          <p:stCondLst>
                                            <p:cond delay="0"/>
                                          </p:stCondLst>
                                        </p:cTn>
                                        <p:tgtEl>
                                          <p:spTgt spid="6">
                                            <p:txEl>
                                              <p:pRg st="3" end="3"/>
                                            </p:txEl>
                                          </p:spTgt>
                                        </p:tgtEl>
                                        <p:attrNameLst>
                                          <p:attrName>style.visibility</p:attrName>
                                        </p:attrNameLst>
                                      </p:cBhvr>
                                      <p:to>
                                        <p:strVal val="visible"/>
                                      </p:to>
                                    </p:set>
                                    <p:animEffect transition="in" filter="blinds(horizontal)">
                                      <p:cBhvr>
                                        <p:cTn id="76"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第二次课下作业（请于</a:t>
            </a:r>
            <a:r>
              <a:rPr lang="en-US" altLang="zh-CN" dirty="0"/>
              <a:t>11</a:t>
            </a:r>
            <a:r>
              <a:rPr dirty="0"/>
              <a:t>月</a:t>
            </a:r>
            <a:r>
              <a:rPr lang="en-US"/>
              <a:t>2</a:t>
            </a:r>
            <a:r>
              <a:t>日前</a:t>
            </a:r>
            <a:r>
              <a:rPr lang="zh-CN" altLang="en-US" dirty="0"/>
              <a:t>提交助教）</a:t>
            </a:r>
          </a:p>
        </p:txBody>
      </p:sp>
      <p:sp>
        <p:nvSpPr>
          <p:cNvPr id="3" name="内容占位符 2"/>
          <p:cNvSpPr>
            <a:spLocks noGrp="1"/>
          </p:cNvSpPr>
          <p:nvPr>
            <p:ph idx="1"/>
          </p:nvPr>
        </p:nvSpPr>
        <p:spPr>
          <a:xfrm>
            <a:off x="502285" y="999490"/>
            <a:ext cx="8578215" cy="5508625"/>
          </a:xfrm>
        </p:spPr>
        <p:txBody>
          <a:bodyPr/>
          <a:lstStyle/>
          <a:p>
            <a:r>
              <a:rPr lang="zh-CN" altLang="en-US" sz="1800" dirty="0">
                <a:solidFill>
                  <a:srgbClr val="0033CC"/>
                </a:solidFill>
              </a:rPr>
              <a:t>写作互评：请对其他组的大纲和论文初稿进行点评</a:t>
            </a:r>
            <a:endParaRPr lang="en-US" altLang="zh-CN" sz="1800" dirty="0">
              <a:solidFill>
                <a:srgbClr val="0033CC"/>
              </a:solidFill>
            </a:endParaRPr>
          </a:p>
          <a:p>
            <a:pPr marL="0" indent="0">
              <a:buNone/>
            </a:pPr>
            <a:r>
              <a:rPr lang="en-US" altLang="zh-CN" sz="1800" dirty="0"/>
              <a:t>1. </a:t>
            </a:r>
            <a:r>
              <a:rPr lang="zh-CN" altLang="en-US" sz="1800" dirty="0"/>
              <a:t>大纲：从“结构层次、格式、内容、完整性”等方面给出评分，不少于</a:t>
            </a:r>
            <a:r>
              <a:rPr lang="en-US" altLang="zh-CN" sz="1800" dirty="0"/>
              <a:t>50</a:t>
            </a:r>
            <a:r>
              <a:rPr lang="zh-CN" altLang="en-US" sz="1800" dirty="0"/>
              <a:t>字评语；</a:t>
            </a:r>
            <a:endParaRPr lang="en-US" altLang="zh-CN" sz="1800" dirty="0"/>
          </a:p>
          <a:p>
            <a:pPr marL="0" indent="0">
              <a:buNone/>
            </a:pPr>
            <a:r>
              <a:rPr lang="en-US" altLang="zh-CN" sz="1800" dirty="0"/>
              <a:t>2. </a:t>
            </a:r>
            <a:r>
              <a:rPr lang="zh-CN" altLang="en-US" sz="1800" dirty="0"/>
              <a:t>论文初稿：从</a:t>
            </a:r>
            <a:r>
              <a:rPr lang="en-US" altLang="zh-CN" sz="1800" dirty="0"/>
              <a:t>“</a:t>
            </a:r>
            <a:r>
              <a:rPr lang="en-US" altLang="zh-CN" sz="1800" dirty="0" err="1"/>
              <a:t>论文中英文摘要、目录</a:t>
            </a:r>
            <a:r>
              <a:rPr lang="en-US" altLang="zh-CN" sz="1800" dirty="0"/>
              <a:t>、</a:t>
            </a:r>
            <a:r>
              <a:rPr lang="zh-CN" altLang="en-US" sz="1800" dirty="0"/>
              <a:t>前言、</a:t>
            </a:r>
            <a:r>
              <a:rPr lang="en-US" altLang="zh-CN" sz="1800" dirty="0" err="1"/>
              <a:t>正文</a:t>
            </a:r>
            <a:r>
              <a:rPr lang="en-US" altLang="zh-CN" sz="1800" dirty="0"/>
              <a:t>、</a:t>
            </a:r>
            <a:r>
              <a:rPr lang="zh-CN" altLang="en-US" sz="1800" dirty="0"/>
              <a:t>结论、</a:t>
            </a:r>
            <a:r>
              <a:rPr lang="en-US" altLang="zh-CN" sz="1800" dirty="0" err="1"/>
              <a:t>参考文献等</a:t>
            </a:r>
            <a:r>
              <a:rPr lang="zh-CN" altLang="en-US" sz="1800" dirty="0"/>
              <a:t>部分</a:t>
            </a:r>
            <a:r>
              <a:rPr lang="en-US" altLang="zh-CN" sz="1800" dirty="0" err="1"/>
              <a:t>的文法及逻辑思路</a:t>
            </a:r>
            <a:r>
              <a:rPr lang="en-US" altLang="zh-CN" sz="1800" dirty="0"/>
              <a:t>”</a:t>
            </a:r>
            <a:r>
              <a:rPr sz="1800" dirty="0"/>
              <a:t>与</a:t>
            </a:r>
            <a:r>
              <a:rPr lang="zh-CN" altLang="en-US" sz="1800" dirty="0"/>
              <a:t>科技</a:t>
            </a:r>
            <a:r>
              <a:rPr sz="1800" dirty="0">
                <a:sym typeface="+mn-ea"/>
              </a:rPr>
              <a:t>论文规范等方面给出</a:t>
            </a:r>
            <a:r>
              <a:rPr lang="zh-CN" altLang="en-US" sz="1800" dirty="0"/>
              <a:t>评分</a:t>
            </a:r>
            <a:r>
              <a:rPr sz="1800" dirty="0">
                <a:sym typeface="+mn-ea"/>
              </a:rPr>
              <a:t>（填表），并各撰写不少于</a:t>
            </a:r>
            <a:r>
              <a:rPr lang="en-US" altLang="zh-CN" sz="1800" dirty="0">
                <a:sym typeface="+mn-ea"/>
              </a:rPr>
              <a:t>150</a:t>
            </a:r>
            <a:r>
              <a:rPr sz="1800" dirty="0">
                <a:sym typeface="+mn-ea"/>
              </a:rPr>
              <a:t>字的评语（评语撰写思路见下页）</a:t>
            </a:r>
            <a:endParaRPr lang="en-US" altLang="zh-CN" sz="1800" dirty="0"/>
          </a:p>
          <a:p>
            <a:endParaRPr lang="en-US" altLang="zh-CN" sz="1800" dirty="0"/>
          </a:p>
          <a:p>
            <a:endParaRPr lang="en-US" altLang="zh-CN" sz="1800" dirty="0"/>
          </a:p>
          <a:p>
            <a:endParaRPr lang="en-US" altLang="zh-CN" sz="1800" dirty="0"/>
          </a:p>
          <a:p>
            <a:endParaRPr lang="en-US" altLang="zh-CN" sz="1800" dirty="0"/>
          </a:p>
          <a:p>
            <a:endParaRPr lang="en-US" altLang="zh-CN" sz="1800" dirty="0"/>
          </a:p>
          <a:p>
            <a:endParaRPr lang="en-US" altLang="zh-CN" sz="1800" dirty="0"/>
          </a:p>
          <a:p>
            <a:endParaRPr lang="en-US" altLang="zh-CN" sz="1800" dirty="0"/>
          </a:p>
          <a:p>
            <a:endParaRPr lang="en-US" altLang="zh-CN" sz="1800" dirty="0"/>
          </a:p>
        </p:txBody>
      </p:sp>
      <p:graphicFrame>
        <p:nvGraphicFramePr>
          <p:cNvPr id="4" name="表格 3"/>
          <p:cNvGraphicFramePr/>
          <p:nvPr>
            <p:custDataLst>
              <p:tags r:id="rId1"/>
            </p:custDataLst>
          </p:nvPr>
        </p:nvGraphicFramePr>
        <p:xfrm>
          <a:off x="576818" y="3284984"/>
          <a:ext cx="8171646" cy="3326769"/>
        </p:xfrm>
        <a:graphic>
          <a:graphicData uri="http://schemas.openxmlformats.org/drawingml/2006/table">
            <a:tbl>
              <a:tblPr firstRow="1" bandRow="1">
                <a:tableStyleId>{5C22544A-7EE6-4342-B048-85BDC9FD1C3A}</a:tableStyleId>
              </a:tblPr>
              <a:tblGrid>
                <a:gridCol w="4085823">
                  <a:extLst>
                    <a:ext uri="{9D8B030D-6E8A-4147-A177-3AD203B41FA5}">
                      <a16:colId xmlns:a16="http://schemas.microsoft.com/office/drawing/2014/main" val="20000"/>
                    </a:ext>
                  </a:extLst>
                </a:gridCol>
                <a:gridCol w="4085823">
                  <a:extLst>
                    <a:ext uri="{9D8B030D-6E8A-4147-A177-3AD203B41FA5}">
                      <a16:colId xmlns:a16="http://schemas.microsoft.com/office/drawing/2014/main" val="20001"/>
                    </a:ext>
                  </a:extLst>
                </a:gridCol>
              </a:tblGrid>
              <a:tr h="369641">
                <a:tc>
                  <a:txBody>
                    <a:bodyPr/>
                    <a:lstStyle/>
                    <a:p>
                      <a:pPr algn="ctr">
                        <a:buNone/>
                      </a:pPr>
                      <a:r>
                        <a:rPr lang="zh-CN" altLang="en-US"/>
                        <a:t>评分项</a:t>
                      </a:r>
                    </a:p>
                  </a:txBody>
                  <a:tcPr anchor="ctr"/>
                </a:tc>
                <a:tc>
                  <a:txBody>
                    <a:bodyPr/>
                    <a:lstStyle/>
                    <a:p>
                      <a:pPr algn="ctr">
                        <a:buNone/>
                      </a:pPr>
                      <a:r>
                        <a:rPr lang="zh-CN" altLang="en-US" dirty="0"/>
                        <a:t>论文得分</a:t>
                      </a:r>
                    </a:p>
                  </a:txBody>
                  <a:tcPr anchor="ctr"/>
                </a:tc>
                <a:extLst>
                  <a:ext uri="{0D108BD9-81ED-4DB2-BD59-A6C34878D82A}">
                    <a16:rowId xmlns:a16="http://schemas.microsoft.com/office/drawing/2014/main" val="10000"/>
                  </a:ext>
                </a:extLst>
              </a:tr>
              <a:tr h="369641">
                <a:tc>
                  <a:txBody>
                    <a:bodyPr/>
                    <a:lstStyle/>
                    <a:p>
                      <a:pPr>
                        <a:buNone/>
                      </a:pPr>
                      <a:r>
                        <a:rPr lang="zh-CN" altLang="en-US" dirty="0"/>
                        <a:t>大纲（</a:t>
                      </a:r>
                      <a:r>
                        <a:rPr lang="en-US" altLang="zh-CN" dirty="0"/>
                        <a:t>30</a:t>
                      </a:r>
                      <a:r>
                        <a:rPr lang="zh-CN" altLang="en-US" dirty="0"/>
                        <a:t>分）</a:t>
                      </a:r>
                      <a:endParaRPr lang="en-US" altLang="zh-CN" dirty="0"/>
                    </a:p>
                  </a:txBody>
                  <a:tcPr/>
                </a:tc>
                <a:tc>
                  <a:txBody>
                    <a:bodyPr/>
                    <a:lstStyle/>
                    <a:p>
                      <a:pPr>
                        <a:buNone/>
                      </a:pPr>
                      <a:endParaRPr lang="zh-CN" altLang="en-US"/>
                    </a:p>
                  </a:txBody>
                  <a:tcPr/>
                </a:tc>
                <a:extLst>
                  <a:ext uri="{0D108BD9-81ED-4DB2-BD59-A6C34878D82A}">
                    <a16:rowId xmlns:a16="http://schemas.microsoft.com/office/drawing/2014/main" val="1474231221"/>
                  </a:ext>
                </a:extLst>
              </a:tr>
              <a:tr h="369641">
                <a:tc>
                  <a:txBody>
                    <a:bodyPr/>
                    <a:lstStyle/>
                    <a:p>
                      <a:pPr>
                        <a:buNone/>
                      </a:pPr>
                      <a:r>
                        <a:rPr lang="zh-CN" altLang="en-US" dirty="0"/>
                        <a:t>论文中、英文摘要（</a:t>
                      </a:r>
                      <a:r>
                        <a:rPr lang="en-US" altLang="zh-CN" dirty="0"/>
                        <a:t>10</a:t>
                      </a:r>
                      <a:r>
                        <a:rPr lang="zh-CN" altLang="en-US" dirty="0"/>
                        <a:t>分）</a:t>
                      </a:r>
                      <a:endParaRPr lang="en-US" altLang="zh-CN" dirty="0"/>
                    </a:p>
                  </a:txBody>
                  <a:tcPr/>
                </a:tc>
                <a:tc>
                  <a:txBody>
                    <a:bodyPr/>
                    <a:lstStyle/>
                    <a:p>
                      <a:pPr>
                        <a:buNone/>
                      </a:pPr>
                      <a:endParaRPr lang="zh-CN" altLang="en-US"/>
                    </a:p>
                  </a:txBody>
                  <a:tcPr/>
                </a:tc>
                <a:extLst>
                  <a:ext uri="{0D108BD9-81ED-4DB2-BD59-A6C34878D82A}">
                    <a16:rowId xmlns:a16="http://schemas.microsoft.com/office/drawing/2014/main" val="10001"/>
                  </a:ext>
                </a:extLst>
              </a:tr>
              <a:tr h="369641">
                <a:tc>
                  <a:txBody>
                    <a:bodyPr/>
                    <a:lstStyle/>
                    <a:p>
                      <a:pPr>
                        <a:buNone/>
                      </a:pPr>
                      <a:r>
                        <a:rPr lang="zh-CN" altLang="en-US" dirty="0"/>
                        <a:t>目录结构合理性（</a:t>
                      </a:r>
                      <a:r>
                        <a:rPr lang="en-US" altLang="zh-CN" dirty="0"/>
                        <a:t>10</a:t>
                      </a:r>
                      <a:r>
                        <a:rPr lang="zh-CN" altLang="en-US" dirty="0"/>
                        <a:t>分）</a:t>
                      </a:r>
                    </a:p>
                  </a:txBody>
                  <a:tcPr/>
                </a:tc>
                <a:tc>
                  <a:txBody>
                    <a:bodyPr/>
                    <a:lstStyle/>
                    <a:p>
                      <a:pPr>
                        <a:buNone/>
                      </a:pPr>
                      <a:endParaRPr lang="zh-CN" altLang="en-US"/>
                    </a:p>
                  </a:txBody>
                  <a:tcPr/>
                </a:tc>
                <a:extLst>
                  <a:ext uri="{0D108BD9-81ED-4DB2-BD59-A6C34878D82A}">
                    <a16:rowId xmlns:a16="http://schemas.microsoft.com/office/drawing/2014/main" val="10002"/>
                  </a:ext>
                </a:extLst>
              </a:tr>
              <a:tr h="369641">
                <a:tc>
                  <a:txBody>
                    <a:bodyPr/>
                    <a:lstStyle/>
                    <a:p>
                      <a:pPr>
                        <a:buNone/>
                      </a:pPr>
                      <a:r>
                        <a:rPr lang="zh-CN" altLang="en-US" dirty="0"/>
                        <a:t>正文撰写语法（</a:t>
                      </a:r>
                      <a:r>
                        <a:rPr lang="en-US" altLang="zh-CN" dirty="0"/>
                        <a:t>15</a:t>
                      </a:r>
                      <a:r>
                        <a:rPr lang="zh-CN" altLang="en-US" dirty="0"/>
                        <a:t>分）</a:t>
                      </a:r>
                    </a:p>
                  </a:txBody>
                  <a:tcPr/>
                </a:tc>
                <a:tc>
                  <a:txBody>
                    <a:bodyPr/>
                    <a:lstStyle/>
                    <a:p>
                      <a:pPr>
                        <a:buNone/>
                      </a:pPr>
                      <a:endParaRPr lang="zh-CN" altLang="en-US"/>
                    </a:p>
                  </a:txBody>
                  <a:tcPr/>
                </a:tc>
                <a:extLst>
                  <a:ext uri="{0D108BD9-81ED-4DB2-BD59-A6C34878D82A}">
                    <a16:rowId xmlns:a16="http://schemas.microsoft.com/office/drawing/2014/main" val="10003"/>
                  </a:ext>
                </a:extLst>
              </a:tr>
              <a:tr h="369641">
                <a:tc>
                  <a:txBody>
                    <a:bodyPr/>
                    <a:lstStyle/>
                    <a:p>
                      <a:pPr>
                        <a:buNone/>
                      </a:pPr>
                      <a:r>
                        <a:rPr lang="zh-CN" altLang="en-US" dirty="0"/>
                        <a:t>正文撰写逻辑（</a:t>
                      </a:r>
                      <a:r>
                        <a:rPr lang="en-US" altLang="zh-CN" dirty="0"/>
                        <a:t>15</a:t>
                      </a:r>
                      <a:r>
                        <a:rPr lang="zh-CN" altLang="en-US" dirty="0"/>
                        <a:t>分）</a:t>
                      </a:r>
                    </a:p>
                  </a:txBody>
                  <a:tcPr/>
                </a:tc>
                <a:tc>
                  <a:txBody>
                    <a:bodyPr/>
                    <a:lstStyle/>
                    <a:p>
                      <a:pPr>
                        <a:buNone/>
                      </a:pPr>
                      <a:endParaRPr lang="zh-CN" altLang="en-US"/>
                    </a:p>
                  </a:txBody>
                  <a:tcPr/>
                </a:tc>
                <a:extLst>
                  <a:ext uri="{0D108BD9-81ED-4DB2-BD59-A6C34878D82A}">
                    <a16:rowId xmlns:a16="http://schemas.microsoft.com/office/drawing/2014/main" val="10004"/>
                  </a:ext>
                </a:extLst>
              </a:tr>
              <a:tr h="369641">
                <a:tc>
                  <a:txBody>
                    <a:bodyPr/>
                    <a:lstStyle/>
                    <a:p>
                      <a:pPr>
                        <a:buNone/>
                      </a:pPr>
                      <a:r>
                        <a:rPr lang="zh-CN" altLang="en-US" dirty="0"/>
                        <a:t>写作规范（</a:t>
                      </a:r>
                      <a:r>
                        <a:rPr lang="en-US" altLang="zh-CN" dirty="0"/>
                        <a:t>15</a:t>
                      </a:r>
                      <a:r>
                        <a:rPr lang="zh-CN" altLang="en-US" dirty="0"/>
                        <a:t>分）</a:t>
                      </a:r>
                    </a:p>
                  </a:txBody>
                  <a:tcPr/>
                </a:tc>
                <a:tc>
                  <a:txBody>
                    <a:bodyPr/>
                    <a:lstStyle/>
                    <a:p>
                      <a:pPr>
                        <a:buNone/>
                      </a:pPr>
                      <a:endParaRPr lang="zh-CN" altLang="en-US"/>
                    </a:p>
                  </a:txBody>
                  <a:tcPr/>
                </a:tc>
                <a:extLst>
                  <a:ext uri="{0D108BD9-81ED-4DB2-BD59-A6C34878D82A}">
                    <a16:rowId xmlns:a16="http://schemas.microsoft.com/office/drawing/2014/main" val="10005"/>
                  </a:ext>
                </a:extLst>
              </a:tr>
              <a:tr h="369641">
                <a:tc>
                  <a:txBody>
                    <a:bodyPr/>
                    <a:lstStyle/>
                    <a:p>
                      <a:pPr>
                        <a:buNone/>
                      </a:pPr>
                      <a:r>
                        <a:rPr lang="zh-CN" altLang="en-US" dirty="0"/>
                        <a:t>参考文献格式与引用（</a:t>
                      </a:r>
                      <a:r>
                        <a:rPr lang="en-US" altLang="zh-CN" dirty="0"/>
                        <a:t>5</a:t>
                      </a:r>
                      <a:r>
                        <a:rPr lang="zh-CN" altLang="en-US" dirty="0"/>
                        <a:t>分）</a:t>
                      </a:r>
                    </a:p>
                  </a:txBody>
                  <a:tcPr/>
                </a:tc>
                <a:tc>
                  <a:txBody>
                    <a:bodyPr/>
                    <a:lstStyle/>
                    <a:p>
                      <a:pPr>
                        <a:buNone/>
                      </a:pPr>
                      <a:endParaRPr lang="zh-CN" altLang="en-US"/>
                    </a:p>
                  </a:txBody>
                  <a:tcPr/>
                </a:tc>
                <a:extLst>
                  <a:ext uri="{0D108BD9-81ED-4DB2-BD59-A6C34878D82A}">
                    <a16:rowId xmlns:a16="http://schemas.microsoft.com/office/drawing/2014/main" val="10006"/>
                  </a:ext>
                </a:extLst>
              </a:tr>
              <a:tr h="369641">
                <a:tc>
                  <a:txBody>
                    <a:bodyPr/>
                    <a:lstStyle/>
                    <a:p>
                      <a:pPr>
                        <a:buNone/>
                      </a:pPr>
                      <a:r>
                        <a:rPr lang="zh-CN" altLang="en-US" dirty="0"/>
                        <a:t>总得分</a:t>
                      </a:r>
                    </a:p>
                  </a:txBody>
                  <a:tcPr/>
                </a:tc>
                <a:tc>
                  <a:txBody>
                    <a:bodyPr/>
                    <a:lstStyle/>
                    <a:p>
                      <a:pPr>
                        <a:buNone/>
                      </a:pPr>
                      <a:endParaRPr lang="zh-CN" altLang="en-US" dirty="0"/>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2D4B6-B35D-8403-FA90-64AECD43AAC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5C13014-92F4-E8FC-DD08-EBD08D6E0E94}"/>
              </a:ext>
            </a:extLst>
          </p:cNvPr>
          <p:cNvSpPr>
            <a:spLocks noGrp="1"/>
          </p:cNvSpPr>
          <p:nvPr>
            <p:ph type="title"/>
          </p:nvPr>
        </p:nvSpPr>
        <p:spPr/>
        <p:txBody>
          <a:bodyPr/>
          <a:lstStyle/>
          <a:p>
            <a:r>
              <a:rPr lang="zh-CN" altLang="en-US" dirty="0"/>
              <a:t>撰写评语的思路之一</a:t>
            </a:r>
          </a:p>
        </p:txBody>
      </p:sp>
      <p:graphicFrame>
        <p:nvGraphicFramePr>
          <p:cNvPr id="3" name="表格 2">
            <a:extLst>
              <a:ext uri="{FF2B5EF4-FFF2-40B4-BE49-F238E27FC236}">
                <a16:creationId xmlns:a16="http://schemas.microsoft.com/office/drawing/2014/main" id="{97522CED-9284-3396-E55C-8DBB74C119C0}"/>
              </a:ext>
            </a:extLst>
          </p:cNvPr>
          <p:cNvGraphicFramePr>
            <a:graphicFrameLocks noGrp="1"/>
          </p:cNvGraphicFramePr>
          <p:nvPr/>
        </p:nvGraphicFramePr>
        <p:xfrm>
          <a:off x="501542" y="1700808"/>
          <a:ext cx="8139430" cy="4549943"/>
        </p:xfrm>
        <a:graphic>
          <a:graphicData uri="http://schemas.openxmlformats.org/drawingml/2006/table">
            <a:tbl>
              <a:tblPr/>
              <a:tblGrid>
                <a:gridCol w="2752320">
                  <a:extLst>
                    <a:ext uri="{9D8B030D-6E8A-4147-A177-3AD203B41FA5}">
                      <a16:colId xmlns:a16="http://schemas.microsoft.com/office/drawing/2014/main" val="932639388"/>
                    </a:ext>
                  </a:extLst>
                </a:gridCol>
                <a:gridCol w="2693555">
                  <a:extLst>
                    <a:ext uri="{9D8B030D-6E8A-4147-A177-3AD203B41FA5}">
                      <a16:colId xmlns:a16="http://schemas.microsoft.com/office/drawing/2014/main" val="2605806655"/>
                    </a:ext>
                  </a:extLst>
                </a:gridCol>
                <a:gridCol w="2693555">
                  <a:extLst>
                    <a:ext uri="{9D8B030D-6E8A-4147-A177-3AD203B41FA5}">
                      <a16:colId xmlns:a16="http://schemas.microsoft.com/office/drawing/2014/main" val="3562200169"/>
                    </a:ext>
                  </a:extLst>
                </a:gridCol>
              </a:tblGrid>
              <a:tr h="280922">
                <a:tc>
                  <a:txBody>
                    <a:bodyPr/>
                    <a:lstStyle/>
                    <a:p>
                      <a:pPr algn="l">
                        <a:lnSpc>
                          <a:spcPts val="1875"/>
                        </a:lnSpc>
                        <a:buNone/>
                      </a:pPr>
                      <a:r>
                        <a:rPr lang="zh-CN" altLang="en-US" sz="1200" b="0">
                          <a:effectLst/>
                          <a:latin typeface="quote-cjk-patch"/>
                        </a:rPr>
                        <a:t>评审要点</a:t>
                      </a:r>
                    </a:p>
                  </a:txBody>
                  <a:tcPr marL="76873" marR="73212" marT="45758" marB="45758" anchor="ctr">
                    <a:lnL>
                      <a:noFill/>
                    </a:lnL>
                    <a:lnR>
                      <a:noFill/>
                    </a:lnR>
                    <a:lnT>
                      <a:noFill/>
                    </a:lnT>
                    <a:lnB>
                      <a:noFill/>
                    </a:lnB>
                    <a:noFill/>
                  </a:tcPr>
                </a:tc>
                <a:tc>
                  <a:txBody>
                    <a:bodyPr/>
                    <a:lstStyle/>
                    <a:p>
                      <a:pPr algn="l">
                        <a:lnSpc>
                          <a:spcPts val="1875"/>
                        </a:lnSpc>
                        <a:buNone/>
                      </a:pPr>
                      <a:r>
                        <a:rPr lang="zh-CN" altLang="en-US" sz="1200" b="0">
                          <a:effectLst/>
                          <a:latin typeface="quote-cjk-patch"/>
                        </a:rPr>
                        <a:t>评价标准</a:t>
                      </a:r>
                    </a:p>
                  </a:txBody>
                  <a:tcPr marL="73212" marR="73212" marT="45758" marB="45758" anchor="ctr">
                    <a:lnL>
                      <a:noFill/>
                    </a:lnL>
                    <a:lnR>
                      <a:noFill/>
                    </a:lnR>
                    <a:lnT>
                      <a:noFill/>
                    </a:lnT>
                    <a:lnB>
                      <a:noFill/>
                    </a:lnB>
                    <a:noFill/>
                  </a:tcPr>
                </a:tc>
                <a:tc>
                  <a:txBody>
                    <a:bodyPr/>
                    <a:lstStyle/>
                    <a:p>
                      <a:pPr algn="l">
                        <a:lnSpc>
                          <a:spcPts val="1875"/>
                        </a:lnSpc>
                        <a:buNone/>
                      </a:pPr>
                      <a:r>
                        <a:rPr lang="zh-CN" altLang="en-US" sz="1200" b="0">
                          <a:effectLst/>
                          <a:latin typeface="quote-cjk-patch"/>
                        </a:rPr>
                        <a:t>你的评价与具体建议</a:t>
                      </a:r>
                    </a:p>
                  </a:txBody>
                  <a:tcPr marL="73212" marR="73212" marT="45758" marB="45758" anchor="ctr">
                    <a:lnL>
                      <a:noFill/>
                    </a:lnL>
                    <a:lnR>
                      <a:noFill/>
                    </a:lnR>
                    <a:lnT>
                      <a:noFill/>
                    </a:lnT>
                    <a:lnB>
                      <a:noFill/>
                    </a:lnB>
                    <a:noFill/>
                  </a:tcPr>
                </a:tc>
                <a:extLst>
                  <a:ext uri="{0D108BD9-81ED-4DB2-BD59-A6C34878D82A}">
                    <a16:rowId xmlns:a16="http://schemas.microsoft.com/office/drawing/2014/main" val="1672504856"/>
                  </a:ext>
                </a:extLst>
              </a:tr>
              <a:tr h="889499">
                <a:tc>
                  <a:txBody>
                    <a:bodyPr/>
                    <a:lstStyle/>
                    <a:p>
                      <a:pPr>
                        <a:lnSpc>
                          <a:spcPts val="1875"/>
                        </a:lnSpc>
                        <a:buNone/>
                      </a:pPr>
                      <a:r>
                        <a:rPr lang="en-US" altLang="zh-CN" sz="1200" b="1" dirty="0">
                          <a:effectLst/>
                          <a:latin typeface="quote-cjk-patch"/>
                        </a:rPr>
                        <a:t>1. </a:t>
                      </a:r>
                      <a:r>
                        <a:rPr lang="zh-CN" altLang="en-US" sz="1200" b="1" dirty="0">
                          <a:effectLst/>
                          <a:latin typeface="quote-cjk-patch"/>
                        </a:rPr>
                        <a:t>标题与摘要</a:t>
                      </a:r>
                      <a:endParaRPr lang="zh-CN" altLang="en-US" sz="1200" b="0" dirty="0">
                        <a:effectLst/>
                        <a:latin typeface="quote-cjk-patch"/>
                      </a:endParaRPr>
                    </a:p>
                  </a:txBody>
                  <a:tcPr marL="76873" marR="73212" marT="45758" marB="45758" anchor="ctr">
                    <a:lnL>
                      <a:noFill/>
                    </a:lnL>
                    <a:lnR>
                      <a:noFill/>
                    </a:lnR>
                    <a:lnT>
                      <a:noFill/>
                    </a:lnT>
                    <a:lnB>
                      <a:noFill/>
                    </a:lnB>
                    <a:noFill/>
                  </a:tcPr>
                </a:tc>
                <a:tc>
                  <a:txBody>
                    <a:bodyPr/>
                    <a:lstStyle/>
                    <a:p>
                      <a:pPr>
                        <a:lnSpc>
                          <a:spcPts val="1875"/>
                        </a:lnSpc>
                        <a:buNone/>
                      </a:pPr>
                      <a:r>
                        <a:rPr lang="zh-CN" altLang="en-US" sz="1200" b="0">
                          <a:effectLst/>
                          <a:latin typeface="quote-cjk-patch"/>
                        </a:rPr>
                        <a:t>标题是否准确、简洁地概括了综述主题？摘要是否清晰包含了综述的目的、主要话题、涵盖的关键文献和总结出的核心结论？</a:t>
                      </a:r>
                    </a:p>
                  </a:txBody>
                  <a:tcPr marL="73212" marR="73212" marT="45758" marB="45758" anchor="ctr">
                    <a:lnL>
                      <a:noFill/>
                    </a:lnL>
                    <a:lnR>
                      <a:noFill/>
                    </a:lnR>
                    <a:lnT>
                      <a:noFill/>
                    </a:lnT>
                    <a:lnB>
                      <a:noFill/>
                    </a:lnB>
                    <a:noFill/>
                  </a:tcPr>
                </a:tc>
                <a:tc>
                  <a:txBody>
                    <a:bodyPr/>
                    <a:lstStyle/>
                    <a:p>
                      <a:pPr>
                        <a:lnSpc>
                          <a:spcPts val="1875"/>
                        </a:lnSpc>
                        <a:buNone/>
                      </a:pPr>
                      <a:r>
                        <a:rPr lang="zh-CN" altLang="en-US" sz="1200" b="1">
                          <a:effectLst/>
                          <a:latin typeface="quote-cjk-patch"/>
                        </a:rPr>
                        <a:t>优点：</a:t>
                      </a:r>
                      <a:br>
                        <a:rPr lang="zh-CN" altLang="en-US" sz="1200" b="0">
                          <a:effectLst/>
                          <a:latin typeface="quote-cjk-patch"/>
                        </a:rPr>
                      </a:br>
                      <a:r>
                        <a:rPr lang="zh-CN" altLang="en-US" sz="1200" b="1">
                          <a:effectLst/>
                          <a:latin typeface="quote-cjk-patch"/>
                        </a:rPr>
                        <a:t>建议：</a:t>
                      </a:r>
                      <a:endParaRPr lang="zh-CN" altLang="en-US" sz="1200" b="0">
                        <a:effectLst/>
                        <a:latin typeface="quote-cjk-patch"/>
                      </a:endParaRPr>
                    </a:p>
                  </a:txBody>
                  <a:tcPr marL="73212" marR="73212" marT="45758" marB="45758" anchor="ctr">
                    <a:lnL>
                      <a:noFill/>
                    </a:lnL>
                    <a:lnR>
                      <a:noFill/>
                    </a:lnR>
                    <a:lnT>
                      <a:noFill/>
                    </a:lnT>
                    <a:lnB>
                      <a:noFill/>
                    </a:lnB>
                    <a:noFill/>
                  </a:tcPr>
                </a:tc>
                <a:extLst>
                  <a:ext uri="{0D108BD9-81ED-4DB2-BD59-A6C34878D82A}">
                    <a16:rowId xmlns:a16="http://schemas.microsoft.com/office/drawing/2014/main" val="3518390598"/>
                  </a:ext>
                </a:extLst>
              </a:tr>
              <a:tr h="889499">
                <a:tc>
                  <a:txBody>
                    <a:bodyPr/>
                    <a:lstStyle/>
                    <a:p>
                      <a:pPr>
                        <a:lnSpc>
                          <a:spcPts val="1875"/>
                        </a:lnSpc>
                        <a:buNone/>
                      </a:pPr>
                      <a:r>
                        <a:rPr lang="en-US" altLang="zh-CN" sz="1200" b="1">
                          <a:effectLst/>
                          <a:latin typeface="quote-cjk-patch"/>
                        </a:rPr>
                        <a:t>2. </a:t>
                      </a:r>
                      <a:r>
                        <a:rPr lang="zh-CN" altLang="en-US" sz="1200" b="1">
                          <a:effectLst/>
                          <a:latin typeface="quote-cjk-patch"/>
                        </a:rPr>
                        <a:t>引言部分</a:t>
                      </a:r>
                      <a:endParaRPr lang="zh-CN" altLang="en-US" sz="1200" b="0">
                        <a:effectLst/>
                        <a:latin typeface="quote-cjk-patch"/>
                      </a:endParaRPr>
                    </a:p>
                  </a:txBody>
                  <a:tcPr marL="76873" marR="73212" marT="45758" marB="45758" anchor="ctr">
                    <a:lnL>
                      <a:noFill/>
                    </a:lnL>
                    <a:lnR>
                      <a:noFill/>
                    </a:lnR>
                    <a:lnT>
                      <a:noFill/>
                    </a:lnT>
                    <a:lnB>
                      <a:noFill/>
                    </a:lnB>
                    <a:noFill/>
                  </a:tcPr>
                </a:tc>
                <a:tc>
                  <a:txBody>
                    <a:bodyPr/>
                    <a:lstStyle/>
                    <a:p>
                      <a:pPr>
                        <a:lnSpc>
                          <a:spcPts val="1875"/>
                        </a:lnSpc>
                        <a:buNone/>
                      </a:pPr>
                      <a:r>
                        <a:rPr lang="zh-CN" altLang="en-US" sz="1200" b="0" dirty="0">
                          <a:effectLst/>
                          <a:latin typeface="quote-cjk-patch"/>
                        </a:rPr>
                        <a:t>是否成功引入了研究领域，阐明了综述的</a:t>
                      </a:r>
                      <a:r>
                        <a:rPr lang="zh-CN" altLang="en-US" sz="1200" b="1" dirty="0">
                          <a:effectLst/>
                          <a:latin typeface="quote-cjk-patch"/>
                        </a:rPr>
                        <a:t>目的和范围</a:t>
                      </a:r>
                      <a:r>
                        <a:rPr lang="zh-CN" altLang="en-US" sz="1200" b="0" dirty="0">
                          <a:effectLst/>
                          <a:latin typeface="quote-cjk-patch"/>
                        </a:rPr>
                        <a:t>？是否提出了清晰的</a:t>
                      </a:r>
                      <a:r>
                        <a:rPr lang="zh-CN" altLang="en-US" sz="1200" b="1" dirty="0">
                          <a:effectLst/>
                          <a:latin typeface="quote-cjk-patch"/>
                        </a:rPr>
                        <a:t>研究问题</a:t>
                      </a:r>
                      <a:r>
                        <a:rPr lang="zh-CN" altLang="en-US" sz="1200" b="0" dirty="0">
                          <a:effectLst/>
                          <a:latin typeface="quote-cjk-patch"/>
                        </a:rPr>
                        <a:t>或主题脉络？是否说明了综述的</a:t>
                      </a:r>
                      <a:r>
                        <a:rPr lang="zh-CN" altLang="en-US" sz="1200" b="1" dirty="0">
                          <a:effectLst/>
                          <a:latin typeface="quote-cjk-patch"/>
                        </a:rPr>
                        <a:t>结构安排</a:t>
                      </a:r>
                      <a:r>
                        <a:rPr lang="zh-CN" altLang="en-US" sz="1200" b="0" dirty="0">
                          <a:effectLst/>
                          <a:latin typeface="quote-cjk-patch"/>
                        </a:rPr>
                        <a:t>？</a:t>
                      </a:r>
                    </a:p>
                  </a:txBody>
                  <a:tcPr marL="73212" marR="73212" marT="45758" marB="45758" anchor="ctr">
                    <a:lnL>
                      <a:noFill/>
                    </a:lnL>
                    <a:lnR>
                      <a:noFill/>
                    </a:lnR>
                    <a:lnT>
                      <a:noFill/>
                    </a:lnT>
                    <a:lnB>
                      <a:noFill/>
                    </a:lnB>
                    <a:noFill/>
                  </a:tcPr>
                </a:tc>
                <a:tc>
                  <a:txBody>
                    <a:bodyPr/>
                    <a:lstStyle/>
                    <a:p>
                      <a:pPr>
                        <a:lnSpc>
                          <a:spcPts val="1875"/>
                        </a:lnSpc>
                        <a:buNone/>
                      </a:pPr>
                      <a:r>
                        <a:rPr lang="zh-CN" altLang="en-US" sz="1200" b="1">
                          <a:effectLst/>
                          <a:latin typeface="quote-cjk-patch"/>
                        </a:rPr>
                        <a:t>优点：</a:t>
                      </a:r>
                      <a:br>
                        <a:rPr lang="zh-CN" altLang="en-US" sz="1200" b="0">
                          <a:effectLst/>
                          <a:latin typeface="quote-cjk-patch"/>
                        </a:rPr>
                      </a:br>
                      <a:r>
                        <a:rPr lang="zh-CN" altLang="en-US" sz="1200" b="1">
                          <a:effectLst/>
                          <a:latin typeface="quote-cjk-patch"/>
                        </a:rPr>
                        <a:t>建议：</a:t>
                      </a:r>
                      <a:endParaRPr lang="zh-CN" altLang="en-US" sz="1200" b="0">
                        <a:effectLst/>
                        <a:latin typeface="quote-cjk-patch"/>
                      </a:endParaRPr>
                    </a:p>
                  </a:txBody>
                  <a:tcPr marL="73212" marR="73212" marT="45758" marB="45758" anchor="ctr">
                    <a:lnL>
                      <a:noFill/>
                    </a:lnL>
                    <a:lnR>
                      <a:noFill/>
                    </a:lnR>
                    <a:lnT>
                      <a:noFill/>
                    </a:lnT>
                    <a:lnB>
                      <a:noFill/>
                    </a:lnB>
                    <a:noFill/>
                  </a:tcPr>
                </a:tc>
                <a:extLst>
                  <a:ext uri="{0D108BD9-81ED-4DB2-BD59-A6C34878D82A}">
                    <a16:rowId xmlns:a16="http://schemas.microsoft.com/office/drawing/2014/main" val="3283818577"/>
                  </a:ext>
                </a:extLst>
              </a:tr>
              <a:tr h="1092357">
                <a:tc>
                  <a:txBody>
                    <a:bodyPr/>
                    <a:lstStyle/>
                    <a:p>
                      <a:pPr>
                        <a:lnSpc>
                          <a:spcPts val="1875"/>
                        </a:lnSpc>
                        <a:buNone/>
                      </a:pPr>
                      <a:r>
                        <a:rPr lang="en-US" altLang="zh-CN" sz="1200" b="1">
                          <a:effectLst/>
                          <a:latin typeface="quote-cjk-patch"/>
                        </a:rPr>
                        <a:t>3. </a:t>
                      </a:r>
                      <a:r>
                        <a:rPr lang="zh-CN" altLang="en-US" sz="1200" b="1">
                          <a:effectLst/>
                          <a:latin typeface="quote-cjk-patch"/>
                        </a:rPr>
                        <a:t>主体部分结构</a:t>
                      </a:r>
                      <a:endParaRPr lang="zh-CN" altLang="en-US" sz="1200" b="0">
                        <a:effectLst/>
                        <a:latin typeface="quote-cjk-patch"/>
                      </a:endParaRPr>
                    </a:p>
                  </a:txBody>
                  <a:tcPr marL="76873" marR="73212" marT="45758" marB="45758" anchor="ctr">
                    <a:lnL>
                      <a:noFill/>
                    </a:lnL>
                    <a:lnR>
                      <a:noFill/>
                    </a:lnR>
                    <a:lnT>
                      <a:noFill/>
                    </a:lnT>
                    <a:lnB>
                      <a:noFill/>
                    </a:lnB>
                    <a:noFill/>
                  </a:tcPr>
                </a:tc>
                <a:tc>
                  <a:txBody>
                    <a:bodyPr/>
                    <a:lstStyle/>
                    <a:p>
                      <a:pPr>
                        <a:lnSpc>
                          <a:spcPts val="1875"/>
                        </a:lnSpc>
                        <a:buNone/>
                      </a:pPr>
                      <a:r>
                        <a:rPr lang="zh-CN" altLang="en-US" sz="1200" b="0">
                          <a:effectLst/>
                          <a:latin typeface="quote-cjk-patch"/>
                        </a:rPr>
                        <a:t>文章主体是否具有清晰的</a:t>
                      </a:r>
                      <a:r>
                        <a:rPr lang="zh-CN" altLang="en-US" sz="1200" b="1">
                          <a:effectLst/>
                          <a:latin typeface="quote-cjk-patch"/>
                        </a:rPr>
                        <a:t>逻辑脉络</a:t>
                      </a:r>
                      <a:r>
                        <a:rPr lang="zh-CN" altLang="en-US" sz="1200" b="0">
                          <a:effectLst/>
                          <a:latin typeface="quote-cjk-patch"/>
                        </a:rPr>
                        <a:t>（如按主题、按时间、按理论流派发展等）？小标题的使用是否有效、逻辑层次是否分明？段落之间的</a:t>
                      </a:r>
                      <a:r>
                        <a:rPr lang="zh-CN" altLang="en-US" sz="1200" b="1">
                          <a:effectLst/>
                          <a:latin typeface="quote-cjk-patch"/>
                        </a:rPr>
                        <a:t>过渡</a:t>
                      </a:r>
                      <a:r>
                        <a:rPr lang="zh-CN" altLang="en-US" sz="1200" b="0">
                          <a:effectLst/>
                          <a:latin typeface="quote-cjk-patch"/>
                        </a:rPr>
                        <a:t>是否自然流畅？</a:t>
                      </a:r>
                    </a:p>
                  </a:txBody>
                  <a:tcPr marL="73212" marR="73212" marT="45758" marB="45758" anchor="ctr">
                    <a:lnL>
                      <a:noFill/>
                    </a:lnL>
                    <a:lnR>
                      <a:noFill/>
                    </a:lnR>
                    <a:lnT>
                      <a:noFill/>
                    </a:lnT>
                    <a:lnB>
                      <a:noFill/>
                    </a:lnB>
                    <a:noFill/>
                  </a:tcPr>
                </a:tc>
                <a:tc>
                  <a:txBody>
                    <a:bodyPr/>
                    <a:lstStyle/>
                    <a:p>
                      <a:pPr>
                        <a:lnSpc>
                          <a:spcPts val="1875"/>
                        </a:lnSpc>
                        <a:buNone/>
                      </a:pPr>
                      <a:r>
                        <a:rPr lang="zh-CN" altLang="en-US" sz="1200" b="1">
                          <a:effectLst/>
                          <a:latin typeface="quote-cjk-patch"/>
                        </a:rPr>
                        <a:t>优点：</a:t>
                      </a:r>
                      <a:br>
                        <a:rPr lang="zh-CN" altLang="en-US" sz="1200" b="0">
                          <a:effectLst/>
                          <a:latin typeface="quote-cjk-patch"/>
                        </a:rPr>
                      </a:br>
                      <a:r>
                        <a:rPr lang="zh-CN" altLang="en-US" sz="1200" b="1">
                          <a:effectLst/>
                          <a:latin typeface="quote-cjk-patch"/>
                        </a:rPr>
                        <a:t>建议：</a:t>
                      </a:r>
                      <a:endParaRPr lang="zh-CN" altLang="en-US" sz="1200" b="0">
                        <a:effectLst/>
                        <a:latin typeface="quote-cjk-patch"/>
                      </a:endParaRPr>
                    </a:p>
                  </a:txBody>
                  <a:tcPr marL="73212" marR="73212" marT="45758" marB="45758" anchor="ctr">
                    <a:lnL>
                      <a:noFill/>
                    </a:lnL>
                    <a:lnR>
                      <a:noFill/>
                    </a:lnR>
                    <a:lnT>
                      <a:noFill/>
                    </a:lnT>
                    <a:lnB>
                      <a:noFill/>
                    </a:lnB>
                    <a:noFill/>
                  </a:tcPr>
                </a:tc>
                <a:extLst>
                  <a:ext uri="{0D108BD9-81ED-4DB2-BD59-A6C34878D82A}">
                    <a16:rowId xmlns:a16="http://schemas.microsoft.com/office/drawing/2014/main" val="853356810"/>
                  </a:ext>
                </a:extLst>
              </a:tr>
              <a:tr h="889499">
                <a:tc>
                  <a:txBody>
                    <a:bodyPr/>
                    <a:lstStyle/>
                    <a:p>
                      <a:pPr>
                        <a:lnSpc>
                          <a:spcPts val="1875"/>
                        </a:lnSpc>
                        <a:buNone/>
                      </a:pPr>
                      <a:r>
                        <a:rPr lang="en-US" altLang="zh-CN" sz="1200" b="1">
                          <a:effectLst/>
                          <a:latin typeface="quote-cjk-patch"/>
                        </a:rPr>
                        <a:t>4. </a:t>
                      </a:r>
                      <a:r>
                        <a:rPr lang="zh-CN" altLang="en-US" sz="1200" b="1">
                          <a:effectLst/>
                          <a:latin typeface="quote-cjk-patch"/>
                        </a:rPr>
                        <a:t>结论部分</a:t>
                      </a:r>
                      <a:endParaRPr lang="zh-CN" altLang="en-US" sz="1200" b="0">
                        <a:effectLst/>
                        <a:latin typeface="quote-cjk-patch"/>
                      </a:endParaRPr>
                    </a:p>
                  </a:txBody>
                  <a:tcPr marL="76873" marR="73212" marT="45758" marB="45758" anchor="ctr">
                    <a:lnL>
                      <a:noFill/>
                    </a:lnL>
                    <a:lnR>
                      <a:noFill/>
                    </a:lnR>
                    <a:lnT>
                      <a:noFill/>
                    </a:lnT>
                    <a:lnB>
                      <a:noFill/>
                    </a:lnB>
                    <a:noFill/>
                  </a:tcPr>
                </a:tc>
                <a:tc>
                  <a:txBody>
                    <a:bodyPr/>
                    <a:lstStyle/>
                    <a:p>
                      <a:pPr>
                        <a:lnSpc>
                          <a:spcPts val="1875"/>
                        </a:lnSpc>
                        <a:buNone/>
                      </a:pPr>
                      <a:r>
                        <a:rPr lang="zh-CN" altLang="en-US" sz="1200" b="0">
                          <a:effectLst/>
                          <a:latin typeface="quote-cjk-patch"/>
                        </a:rPr>
                        <a:t>是否有效地</a:t>
                      </a:r>
                      <a:r>
                        <a:rPr lang="zh-CN" altLang="en-US" sz="1200" b="1">
                          <a:effectLst/>
                          <a:latin typeface="quote-cjk-patch"/>
                        </a:rPr>
                        <a:t>总结了</a:t>
                      </a:r>
                      <a:r>
                        <a:rPr lang="zh-CN" altLang="en-US" sz="1200" b="0">
                          <a:effectLst/>
                          <a:latin typeface="quote-cjk-patch"/>
                        </a:rPr>
                        <a:t>主要发现和论点？是否指出了当前研究的</a:t>
                      </a:r>
                      <a:r>
                        <a:rPr lang="zh-CN" altLang="en-US" sz="1200" b="1">
                          <a:effectLst/>
                          <a:latin typeface="quote-cjk-patch"/>
                        </a:rPr>
                        <a:t>局限或空白</a:t>
                      </a:r>
                      <a:r>
                        <a:rPr lang="zh-CN" altLang="en-US" sz="1200" b="0">
                          <a:effectLst/>
                          <a:latin typeface="quote-cjk-patch"/>
                        </a:rPr>
                        <a:t>？是否提出了对未来研究的</a:t>
                      </a:r>
                      <a:r>
                        <a:rPr lang="zh-CN" altLang="en-US" sz="1200" b="1">
                          <a:effectLst/>
                          <a:latin typeface="quote-cjk-patch"/>
                        </a:rPr>
                        <a:t>展望或意义</a:t>
                      </a:r>
                      <a:r>
                        <a:rPr lang="zh-CN" altLang="en-US" sz="1200" b="0">
                          <a:effectLst/>
                          <a:latin typeface="quote-cjk-patch"/>
                        </a:rPr>
                        <a:t>？</a:t>
                      </a:r>
                    </a:p>
                  </a:txBody>
                  <a:tcPr marL="73212" marR="73212" marT="45758" marB="45758" anchor="ctr">
                    <a:lnL>
                      <a:noFill/>
                    </a:lnL>
                    <a:lnR>
                      <a:noFill/>
                    </a:lnR>
                    <a:lnT>
                      <a:noFill/>
                    </a:lnT>
                    <a:lnB>
                      <a:noFill/>
                    </a:lnB>
                    <a:noFill/>
                  </a:tcPr>
                </a:tc>
                <a:tc>
                  <a:txBody>
                    <a:bodyPr/>
                    <a:lstStyle/>
                    <a:p>
                      <a:pPr>
                        <a:lnSpc>
                          <a:spcPts val="1875"/>
                        </a:lnSpc>
                        <a:buNone/>
                      </a:pPr>
                      <a:r>
                        <a:rPr lang="zh-CN" altLang="en-US" sz="1200" b="1" dirty="0">
                          <a:effectLst/>
                          <a:latin typeface="quote-cjk-patch"/>
                        </a:rPr>
                        <a:t>优点：</a:t>
                      </a:r>
                      <a:br>
                        <a:rPr lang="zh-CN" altLang="en-US" sz="1200" b="0" dirty="0">
                          <a:effectLst/>
                          <a:latin typeface="quote-cjk-patch"/>
                        </a:rPr>
                      </a:br>
                      <a:r>
                        <a:rPr lang="zh-CN" altLang="en-US" sz="1200" b="1" dirty="0">
                          <a:effectLst/>
                          <a:latin typeface="quote-cjk-patch"/>
                        </a:rPr>
                        <a:t>建议：</a:t>
                      </a:r>
                      <a:endParaRPr lang="zh-CN" altLang="en-US" sz="1200" b="0" dirty="0">
                        <a:effectLst/>
                        <a:latin typeface="quote-cjk-patch"/>
                      </a:endParaRPr>
                    </a:p>
                  </a:txBody>
                  <a:tcPr marL="73212" marR="73212" marT="45758" marB="45758" anchor="ctr">
                    <a:lnL>
                      <a:noFill/>
                    </a:lnL>
                    <a:lnR>
                      <a:noFill/>
                    </a:lnR>
                    <a:lnT>
                      <a:noFill/>
                    </a:lnT>
                    <a:lnB>
                      <a:noFill/>
                    </a:lnB>
                    <a:noFill/>
                  </a:tcPr>
                </a:tc>
                <a:extLst>
                  <a:ext uri="{0D108BD9-81ED-4DB2-BD59-A6C34878D82A}">
                    <a16:rowId xmlns:a16="http://schemas.microsoft.com/office/drawing/2014/main" val="3637552402"/>
                  </a:ext>
                </a:extLst>
              </a:tr>
            </a:tbl>
          </a:graphicData>
        </a:graphic>
      </p:graphicFrame>
      <p:sp>
        <p:nvSpPr>
          <p:cNvPr id="4" name="Rectangle 1">
            <a:extLst>
              <a:ext uri="{FF2B5EF4-FFF2-40B4-BE49-F238E27FC236}">
                <a16:creationId xmlns:a16="http://schemas.microsoft.com/office/drawing/2014/main" id="{58D861D3-3C30-6BE4-765B-1F31E092E0B3}"/>
              </a:ext>
            </a:extLst>
          </p:cNvPr>
          <p:cNvSpPr>
            <a:spLocks noChangeArrowheads="1"/>
          </p:cNvSpPr>
          <p:nvPr/>
        </p:nvSpPr>
        <p:spPr bwMode="auto">
          <a:xfrm>
            <a:off x="501542" y="1052736"/>
            <a:ext cx="6843814"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a:defRPr>
                <a:solidFill>
                  <a:schemeClr val="tx1"/>
                </a:solidFill>
                <a:latin typeface="Arial" panose="020B0604020202020204" pitchFamily="34" charset="0"/>
              </a:defRPr>
            </a:lvl6pPr>
            <a:lvl7pPr>
              <a:defRPr>
                <a:solidFill>
                  <a:schemeClr val="tx1"/>
                </a:solidFill>
                <a:latin typeface="Arial" panose="020B0604020202020204" pitchFamily="34" charset="0"/>
              </a:defRPr>
            </a:lvl7pPr>
            <a:lvl8pPr>
              <a:defRPr>
                <a:solidFill>
                  <a:schemeClr val="tx1"/>
                </a:solidFill>
                <a:latin typeface="Arial" panose="020B0604020202020204" pitchFamily="34" charset="0"/>
              </a:defRPr>
            </a:lvl8pPr>
            <a:lvl9pP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1" i="0" u="none" strike="noStrike" cap="none" normalizeH="0" baseline="0" dirty="0">
                <a:ln>
                  <a:noFill/>
                </a:ln>
                <a:solidFill>
                  <a:srgbClr val="0F1115"/>
                </a:solidFill>
                <a:effectLst/>
                <a:latin typeface="Arial" panose="020B0604020202020204" pitchFamily="34" charset="0"/>
                <a:ea typeface="quote-cjk-patch"/>
              </a:rPr>
              <a:t>第一部分：整体结构与组织 </a:t>
            </a:r>
            <a:endParaRPr kumimoji="0" lang="zh-CN" altLang="zh-CN" sz="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8788186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撰写评语的思路之一</a:t>
            </a:r>
          </a:p>
        </p:txBody>
      </p:sp>
      <p:graphicFrame>
        <p:nvGraphicFramePr>
          <p:cNvPr id="22" name="表格 21">
            <a:extLst>
              <a:ext uri="{FF2B5EF4-FFF2-40B4-BE49-F238E27FC236}">
                <a16:creationId xmlns:a16="http://schemas.microsoft.com/office/drawing/2014/main" id="{A881401A-8339-8A1C-0DC8-A1E17EF3F015}"/>
              </a:ext>
            </a:extLst>
          </p:cNvPr>
          <p:cNvGraphicFramePr>
            <a:graphicFrameLocks noGrp="1"/>
          </p:cNvGraphicFramePr>
          <p:nvPr/>
        </p:nvGraphicFramePr>
        <p:xfrm>
          <a:off x="645136" y="1484784"/>
          <a:ext cx="7959312" cy="4374990"/>
        </p:xfrm>
        <a:graphic>
          <a:graphicData uri="http://schemas.openxmlformats.org/drawingml/2006/table">
            <a:tbl>
              <a:tblPr/>
              <a:tblGrid>
                <a:gridCol w="2691414">
                  <a:extLst>
                    <a:ext uri="{9D8B030D-6E8A-4147-A177-3AD203B41FA5}">
                      <a16:colId xmlns:a16="http://schemas.microsoft.com/office/drawing/2014/main" val="55160315"/>
                    </a:ext>
                  </a:extLst>
                </a:gridCol>
                <a:gridCol w="2633949">
                  <a:extLst>
                    <a:ext uri="{9D8B030D-6E8A-4147-A177-3AD203B41FA5}">
                      <a16:colId xmlns:a16="http://schemas.microsoft.com/office/drawing/2014/main" val="749339385"/>
                    </a:ext>
                  </a:extLst>
                </a:gridCol>
                <a:gridCol w="2633949">
                  <a:extLst>
                    <a:ext uri="{9D8B030D-6E8A-4147-A177-3AD203B41FA5}">
                      <a16:colId xmlns:a16="http://schemas.microsoft.com/office/drawing/2014/main" val="497108877"/>
                    </a:ext>
                  </a:extLst>
                </a:gridCol>
              </a:tblGrid>
              <a:tr h="295767">
                <a:tc>
                  <a:txBody>
                    <a:bodyPr/>
                    <a:lstStyle/>
                    <a:p>
                      <a:pPr algn="l">
                        <a:lnSpc>
                          <a:spcPts val="1875"/>
                        </a:lnSpc>
                        <a:buNone/>
                      </a:pPr>
                      <a:r>
                        <a:rPr lang="zh-CN" altLang="en-US" sz="1200" b="0">
                          <a:effectLst/>
                          <a:latin typeface="quote-cjk-patch"/>
                        </a:rPr>
                        <a:t>评审要点</a:t>
                      </a:r>
                    </a:p>
                  </a:txBody>
                  <a:tcPr marL="80935" marR="77081" marT="48176" marB="48176" anchor="ctr">
                    <a:lnL>
                      <a:noFill/>
                    </a:lnL>
                    <a:lnR>
                      <a:noFill/>
                    </a:lnR>
                    <a:lnT>
                      <a:noFill/>
                    </a:lnT>
                    <a:lnB>
                      <a:noFill/>
                    </a:lnB>
                    <a:noFill/>
                  </a:tcPr>
                </a:tc>
                <a:tc>
                  <a:txBody>
                    <a:bodyPr/>
                    <a:lstStyle/>
                    <a:p>
                      <a:pPr algn="l">
                        <a:lnSpc>
                          <a:spcPts val="1875"/>
                        </a:lnSpc>
                        <a:buNone/>
                      </a:pPr>
                      <a:r>
                        <a:rPr lang="zh-CN" altLang="en-US" sz="1200" b="0">
                          <a:effectLst/>
                          <a:latin typeface="quote-cjk-patch"/>
                        </a:rPr>
                        <a:t>评价标准</a:t>
                      </a:r>
                    </a:p>
                  </a:txBody>
                  <a:tcPr marL="77081" marR="77081" marT="48176" marB="48176" anchor="ctr">
                    <a:lnL>
                      <a:noFill/>
                    </a:lnL>
                    <a:lnR>
                      <a:noFill/>
                    </a:lnR>
                    <a:lnT>
                      <a:noFill/>
                    </a:lnT>
                    <a:lnB>
                      <a:noFill/>
                    </a:lnB>
                    <a:noFill/>
                  </a:tcPr>
                </a:tc>
                <a:tc>
                  <a:txBody>
                    <a:bodyPr/>
                    <a:lstStyle/>
                    <a:p>
                      <a:pPr algn="l">
                        <a:lnSpc>
                          <a:spcPts val="1875"/>
                        </a:lnSpc>
                        <a:buNone/>
                      </a:pPr>
                      <a:r>
                        <a:rPr lang="zh-CN" altLang="en-US" sz="1200" b="0">
                          <a:effectLst/>
                          <a:latin typeface="quote-cjk-patch"/>
                        </a:rPr>
                        <a:t>你的评价与具体建议</a:t>
                      </a:r>
                    </a:p>
                  </a:txBody>
                  <a:tcPr marL="77081" marR="77081" marT="48176" marB="48176" anchor="ctr">
                    <a:lnL>
                      <a:noFill/>
                    </a:lnL>
                    <a:lnR>
                      <a:noFill/>
                    </a:lnR>
                    <a:lnT>
                      <a:noFill/>
                    </a:lnT>
                    <a:lnB>
                      <a:noFill/>
                    </a:lnB>
                    <a:noFill/>
                  </a:tcPr>
                </a:tc>
                <a:extLst>
                  <a:ext uri="{0D108BD9-81ED-4DB2-BD59-A6C34878D82A}">
                    <a16:rowId xmlns:a16="http://schemas.microsoft.com/office/drawing/2014/main" val="3377529228"/>
                  </a:ext>
                </a:extLst>
              </a:tr>
              <a:tr h="722924">
                <a:tc>
                  <a:txBody>
                    <a:bodyPr/>
                    <a:lstStyle/>
                    <a:p>
                      <a:pPr>
                        <a:lnSpc>
                          <a:spcPts val="1875"/>
                        </a:lnSpc>
                        <a:buNone/>
                      </a:pPr>
                      <a:r>
                        <a:rPr lang="en-US" altLang="zh-CN" sz="1200" b="1">
                          <a:effectLst/>
                          <a:latin typeface="quote-cjk-patch"/>
                        </a:rPr>
                        <a:t>5. </a:t>
                      </a:r>
                      <a:r>
                        <a:rPr lang="zh-CN" altLang="en-US" sz="1200" b="1">
                          <a:effectLst/>
                          <a:latin typeface="quote-cjk-patch"/>
                        </a:rPr>
                        <a:t>文献覆盖面与代表性</a:t>
                      </a:r>
                      <a:endParaRPr lang="zh-CN" altLang="en-US" sz="1200" b="0">
                        <a:effectLst/>
                        <a:latin typeface="quote-cjk-patch"/>
                      </a:endParaRPr>
                    </a:p>
                  </a:txBody>
                  <a:tcPr marL="80935" marR="77081" marT="48176" marB="48176" anchor="ctr">
                    <a:lnL>
                      <a:noFill/>
                    </a:lnL>
                    <a:lnR>
                      <a:noFill/>
                    </a:lnR>
                    <a:lnT>
                      <a:noFill/>
                    </a:lnT>
                    <a:lnB>
                      <a:noFill/>
                    </a:lnB>
                    <a:noFill/>
                  </a:tcPr>
                </a:tc>
                <a:tc>
                  <a:txBody>
                    <a:bodyPr/>
                    <a:lstStyle/>
                    <a:p>
                      <a:pPr>
                        <a:lnSpc>
                          <a:spcPts val="1875"/>
                        </a:lnSpc>
                        <a:buNone/>
                      </a:pPr>
                      <a:r>
                        <a:rPr lang="zh-CN" altLang="en-US" sz="1200" b="0" dirty="0">
                          <a:effectLst/>
                          <a:latin typeface="quote-cjk-patch"/>
                        </a:rPr>
                        <a:t>是否涵盖了该领域内</a:t>
                      </a:r>
                      <a:r>
                        <a:rPr lang="zh-CN" altLang="en-US" sz="1200" b="1" dirty="0">
                          <a:effectLst/>
                          <a:latin typeface="quote-cjk-patch"/>
                        </a:rPr>
                        <a:t>关键性、代表性</a:t>
                      </a:r>
                      <a:r>
                        <a:rPr lang="zh-CN" altLang="en-US" sz="1200" b="0" dirty="0">
                          <a:effectLst/>
                          <a:latin typeface="quote-cjk-patch"/>
                        </a:rPr>
                        <a:t>的文献？文献来源是否</a:t>
                      </a:r>
                      <a:r>
                        <a:rPr lang="zh-CN" altLang="en-US" sz="1200" b="1" dirty="0">
                          <a:effectLst/>
                          <a:latin typeface="quote-cjk-patch"/>
                        </a:rPr>
                        <a:t>多样</a:t>
                      </a:r>
                      <a:r>
                        <a:rPr lang="zh-CN" altLang="en-US" sz="1200" b="0" dirty="0">
                          <a:effectLst/>
                          <a:latin typeface="quote-cjk-patch"/>
                        </a:rPr>
                        <a:t>（如权威期刊、经典著作等）？</a:t>
                      </a:r>
                    </a:p>
                  </a:txBody>
                  <a:tcPr marL="77081" marR="77081" marT="48176" marB="48176" anchor="ctr">
                    <a:lnL>
                      <a:noFill/>
                    </a:lnL>
                    <a:lnR>
                      <a:noFill/>
                    </a:lnR>
                    <a:lnT>
                      <a:noFill/>
                    </a:lnT>
                    <a:lnB>
                      <a:noFill/>
                    </a:lnB>
                    <a:noFill/>
                  </a:tcPr>
                </a:tc>
                <a:tc>
                  <a:txBody>
                    <a:bodyPr/>
                    <a:lstStyle/>
                    <a:p>
                      <a:pPr>
                        <a:lnSpc>
                          <a:spcPts val="1875"/>
                        </a:lnSpc>
                        <a:buNone/>
                      </a:pPr>
                      <a:r>
                        <a:rPr lang="zh-CN" altLang="en-US" sz="1200" b="1">
                          <a:effectLst/>
                          <a:latin typeface="quote-cjk-patch"/>
                        </a:rPr>
                        <a:t>优点：</a:t>
                      </a:r>
                      <a:br>
                        <a:rPr lang="zh-CN" altLang="en-US" sz="1200" b="0">
                          <a:effectLst/>
                          <a:latin typeface="quote-cjk-patch"/>
                        </a:rPr>
                      </a:br>
                      <a:r>
                        <a:rPr lang="zh-CN" altLang="en-US" sz="1200" b="1">
                          <a:effectLst/>
                          <a:latin typeface="quote-cjk-patch"/>
                        </a:rPr>
                        <a:t>建议：</a:t>
                      </a:r>
                      <a:endParaRPr lang="zh-CN" altLang="en-US" sz="1200" b="0">
                        <a:effectLst/>
                        <a:latin typeface="quote-cjk-patch"/>
                      </a:endParaRPr>
                    </a:p>
                  </a:txBody>
                  <a:tcPr marL="77081" marR="77081" marT="48176" marB="48176" anchor="ctr">
                    <a:lnL>
                      <a:noFill/>
                    </a:lnL>
                    <a:lnR>
                      <a:noFill/>
                    </a:lnR>
                    <a:lnT>
                      <a:noFill/>
                    </a:lnT>
                    <a:lnB>
                      <a:noFill/>
                    </a:lnB>
                    <a:noFill/>
                  </a:tcPr>
                </a:tc>
                <a:extLst>
                  <a:ext uri="{0D108BD9-81ED-4DB2-BD59-A6C34878D82A}">
                    <a16:rowId xmlns:a16="http://schemas.microsoft.com/office/drawing/2014/main" val="1949969031"/>
                  </a:ext>
                </a:extLst>
              </a:tr>
              <a:tr h="1150080">
                <a:tc>
                  <a:txBody>
                    <a:bodyPr/>
                    <a:lstStyle/>
                    <a:p>
                      <a:pPr>
                        <a:lnSpc>
                          <a:spcPts val="1875"/>
                        </a:lnSpc>
                        <a:buNone/>
                      </a:pPr>
                      <a:r>
                        <a:rPr lang="en-US" altLang="zh-CN" sz="1200" b="1">
                          <a:effectLst/>
                          <a:latin typeface="quote-cjk-patch"/>
                        </a:rPr>
                        <a:t>6. </a:t>
                      </a:r>
                      <a:r>
                        <a:rPr lang="zh-CN" altLang="en-US" sz="1200" b="1">
                          <a:effectLst/>
                          <a:latin typeface="quote-cjk-patch"/>
                        </a:rPr>
                        <a:t>文献 </a:t>
                      </a:r>
                      <a:r>
                        <a:rPr lang="en-US" altLang="zh-CN" sz="1200" b="1">
                          <a:effectLst/>
                          <a:latin typeface="quote-cjk-patch"/>
                        </a:rPr>
                        <a:t>synthesis</a:t>
                      </a:r>
                      <a:r>
                        <a:rPr lang="zh-CN" altLang="en-US" sz="1200" b="1">
                          <a:effectLst/>
                          <a:latin typeface="quote-cjk-patch"/>
                        </a:rPr>
                        <a:t>（综合）</a:t>
                      </a:r>
                      <a:endParaRPr lang="zh-CN" altLang="en-US" sz="1200" b="0">
                        <a:effectLst/>
                        <a:latin typeface="quote-cjk-patch"/>
                      </a:endParaRPr>
                    </a:p>
                  </a:txBody>
                  <a:tcPr marL="80935" marR="77081" marT="48176" marB="48176" anchor="ctr">
                    <a:lnL>
                      <a:noFill/>
                    </a:lnL>
                    <a:lnR>
                      <a:noFill/>
                    </a:lnR>
                    <a:lnT>
                      <a:noFill/>
                    </a:lnT>
                    <a:lnB>
                      <a:noFill/>
                    </a:lnB>
                    <a:noFill/>
                  </a:tcPr>
                </a:tc>
                <a:tc>
                  <a:txBody>
                    <a:bodyPr/>
                    <a:lstStyle/>
                    <a:p>
                      <a:pPr>
                        <a:lnSpc>
                          <a:spcPts val="1875"/>
                        </a:lnSpc>
                        <a:buNone/>
                      </a:pPr>
                      <a:r>
                        <a:rPr lang="zh-CN" altLang="en-US" sz="1200" b="0" dirty="0">
                          <a:effectLst/>
                          <a:latin typeface="quote-cjk-patch"/>
                        </a:rPr>
                        <a:t>是简单地“罗列”文献（</a:t>
                      </a:r>
                      <a:r>
                        <a:rPr lang="en-US" altLang="zh-CN" sz="1200" b="0" dirty="0">
                          <a:effectLst/>
                          <a:latin typeface="quote-cjk-patch"/>
                        </a:rPr>
                        <a:t>A</a:t>
                      </a:r>
                      <a:r>
                        <a:rPr lang="zh-CN" altLang="en-US" sz="1200" b="0" dirty="0">
                          <a:effectLst/>
                          <a:latin typeface="quote-cjk-patch"/>
                        </a:rPr>
                        <a:t>说了</a:t>
                      </a:r>
                      <a:r>
                        <a:rPr lang="en-US" altLang="zh-CN" sz="1200" b="0" dirty="0">
                          <a:effectLst/>
                          <a:latin typeface="quote-cjk-patch"/>
                        </a:rPr>
                        <a:t>... B</a:t>
                      </a:r>
                      <a:r>
                        <a:rPr lang="zh-CN" altLang="en-US" sz="1200" b="0" dirty="0">
                          <a:effectLst/>
                          <a:latin typeface="quote-cjk-patch"/>
                        </a:rPr>
                        <a:t>说了</a:t>
                      </a:r>
                      <a:r>
                        <a:rPr lang="en-US" altLang="zh-CN" sz="1200" b="0" dirty="0">
                          <a:effectLst/>
                          <a:latin typeface="quote-cjk-patch"/>
                        </a:rPr>
                        <a:t>...</a:t>
                      </a:r>
                      <a:r>
                        <a:rPr lang="zh-CN" altLang="en-US" sz="1200" b="0" dirty="0">
                          <a:effectLst/>
                          <a:latin typeface="quote-cjk-patch"/>
                        </a:rPr>
                        <a:t>），还是进行了有效的</a:t>
                      </a:r>
                      <a:r>
                        <a:rPr lang="zh-CN" altLang="en-US" sz="1200" b="1" dirty="0">
                          <a:effectLst/>
                          <a:latin typeface="quote-cjk-patch"/>
                        </a:rPr>
                        <a:t>对比、分析、归纳和整合</a:t>
                      </a:r>
                      <a:r>
                        <a:rPr lang="zh-CN" altLang="en-US" sz="1200" b="0" dirty="0">
                          <a:effectLst/>
                          <a:latin typeface="quote-cjk-patch"/>
                        </a:rPr>
                        <a:t>？是否找出了不同研究之间的</a:t>
                      </a:r>
                      <a:r>
                        <a:rPr lang="zh-CN" altLang="en-US" sz="1200" b="1" dirty="0">
                          <a:effectLst/>
                          <a:latin typeface="quote-cjk-patch"/>
                        </a:rPr>
                        <a:t>联系、冲突、共识与发展趋势</a:t>
                      </a:r>
                      <a:r>
                        <a:rPr lang="zh-CN" altLang="en-US" sz="1200" b="0" dirty="0">
                          <a:effectLst/>
                          <a:latin typeface="quote-cjk-patch"/>
                        </a:rPr>
                        <a:t>？</a:t>
                      </a:r>
                    </a:p>
                  </a:txBody>
                  <a:tcPr marL="77081" marR="77081" marT="48176" marB="48176" anchor="ctr">
                    <a:lnL>
                      <a:noFill/>
                    </a:lnL>
                    <a:lnR>
                      <a:noFill/>
                    </a:lnR>
                    <a:lnT>
                      <a:noFill/>
                    </a:lnT>
                    <a:lnB>
                      <a:noFill/>
                    </a:lnB>
                    <a:noFill/>
                  </a:tcPr>
                </a:tc>
                <a:tc>
                  <a:txBody>
                    <a:bodyPr/>
                    <a:lstStyle/>
                    <a:p>
                      <a:pPr>
                        <a:lnSpc>
                          <a:spcPts val="1875"/>
                        </a:lnSpc>
                        <a:buNone/>
                      </a:pPr>
                      <a:r>
                        <a:rPr lang="zh-CN" altLang="en-US" sz="1200" b="1">
                          <a:effectLst/>
                          <a:latin typeface="quote-cjk-patch"/>
                        </a:rPr>
                        <a:t>优点：</a:t>
                      </a:r>
                      <a:br>
                        <a:rPr lang="zh-CN" altLang="en-US" sz="1200" b="0">
                          <a:effectLst/>
                          <a:latin typeface="quote-cjk-patch"/>
                        </a:rPr>
                      </a:br>
                      <a:r>
                        <a:rPr lang="zh-CN" altLang="en-US" sz="1200" b="1">
                          <a:effectLst/>
                          <a:latin typeface="quote-cjk-patch"/>
                        </a:rPr>
                        <a:t>建议：</a:t>
                      </a:r>
                      <a:endParaRPr lang="zh-CN" altLang="en-US" sz="1200" b="0">
                        <a:effectLst/>
                        <a:latin typeface="quote-cjk-patch"/>
                      </a:endParaRPr>
                    </a:p>
                  </a:txBody>
                  <a:tcPr marL="77081" marR="77081" marT="48176" marB="48176" anchor="ctr">
                    <a:lnL>
                      <a:noFill/>
                    </a:lnL>
                    <a:lnR>
                      <a:noFill/>
                    </a:lnR>
                    <a:lnT>
                      <a:noFill/>
                    </a:lnT>
                    <a:lnB>
                      <a:noFill/>
                    </a:lnB>
                    <a:noFill/>
                  </a:tcPr>
                </a:tc>
                <a:extLst>
                  <a:ext uri="{0D108BD9-81ED-4DB2-BD59-A6C34878D82A}">
                    <a16:rowId xmlns:a16="http://schemas.microsoft.com/office/drawing/2014/main" val="1845289172"/>
                  </a:ext>
                </a:extLst>
              </a:tr>
              <a:tr h="936502">
                <a:tc>
                  <a:txBody>
                    <a:bodyPr/>
                    <a:lstStyle/>
                    <a:p>
                      <a:pPr>
                        <a:lnSpc>
                          <a:spcPts val="1875"/>
                        </a:lnSpc>
                        <a:buNone/>
                      </a:pPr>
                      <a:r>
                        <a:rPr lang="en-US" altLang="zh-CN" sz="1200" b="1">
                          <a:effectLst/>
                          <a:latin typeface="quote-cjk-patch"/>
                        </a:rPr>
                        <a:t>7. </a:t>
                      </a:r>
                      <a:r>
                        <a:rPr lang="zh-CN" altLang="en-US" sz="1200" b="1">
                          <a:effectLst/>
                          <a:latin typeface="quote-cjk-patch"/>
                        </a:rPr>
                        <a:t>批判性思维</a:t>
                      </a:r>
                      <a:endParaRPr lang="zh-CN" altLang="en-US" sz="1200" b="0">
                        <a:effectLst/>
                        <a:latin typeface="quote-cjk-patch"/>
                      </a:endParaRPr>
                    </a:p>
                  </a:txBody>
                  <a:tcPr marL="80935" marR="77081" marT="48176" marB="48176" anchor="ctr">
                    <a:lnL>
                      <a:noFill/>
                    </a:lnL>
                    <a:lnR>
                      <a:noFill/>
                    </a:lnR>
                    <a:lnT>
                      <a:noFill/>
                    </a:lnT>
                    <a:lnB>
                      <a:noFill/>
                    </a:lnB>
                    <a:noFill/>
                  </a:tcPr>
                </a:tc>
                <a:tc>
                  <a:txBody>
                    <a:bodyPr/>
                    <a:lstStyle/>
                    <a:p>
                      <a:pPr>
                        <a:lnSpc>
                          <a:spcPts val="1875"/>
                        </a:lnSpc>
                        <a:buNone/>
                      </a:pPr>
                      <a:r>
                        <a:rPr lang="zh-CN" altLang="en-US" sz="1200" b="0">
                          <a:effectLst/>
                          <a:latin typeface="quote-cjk-patch"/>
                        </a:rPr>
                        <a:t>是否对文献中的</a:t>
                      </a:r>
                      <a:r>
                        <a:rPr lang="zh-CN" altLang="en-US" sz="1200" b="1">
                          <a:effectLst/>
                          <a:latin typeface="quote-cjk-patch"/>
                        </a:rPr>
                        <a:t>研究方法、论点或结论</a:t>
                      </a:r>
                      <a:r>
                        <a:rPr lang="zh-CN" altLang="en-US" sz="1200" b="0">
                          <a:effectLst/>
                          <a:latin typeface="quote-cjk-patch"/>
                        </a:rPr>
                        <a:t>进行了适当的评价和讨论，而不仅仅是描述？作者是否展示了自己的</a:t>
                      </a:r>
                      <a:r>
                        <a:rPr lang="zh-CN" altLang="en-US" sz="1200" b="1">
                          <a:effectLst/>
                          <a:latin typeface="quote-cjk-patch"/>
                        </a:rPr>
                        <a:t>学术判断力</a:t>
                      </a:r>
                      <a:r>
                        <a:rPr lang="zh-CN" altLang="en-US" sz="1200" b="0">
                          <a:effectLst/>
                          <a:latin typeface="quote-cjk-patch"/>
                        </a:rPr>
                        <a:t>？</a:t>
                      </a:r>
                    </a:p>
                  </a:txBody>
                  <a:tcPr marL="77081" marR="77081" marT="48176" marB="48176" anchor="ctr">
                    <a:lnL>
                      <a:noFill/>
                    </a:lnL>
                    <a:lnR>
                      <a:noFill/>
                    </a:lnR>
                    <a:lnT>
                      <a:noFill/>
                    </a:lnT>
                    <a:lnB>
                      <a:noFill/>
                    </a:lnB>
                    <a:noFill/>
                  </a:tcPr>
                </a:tc>
                <a:tc>
                  <a:txBody>
                    <a:bodyPr/>
                    <a:lstStyle/>
                    <a:p>
                      <a:pPr>
                        <a:lnSpc>
                          <a:spcPts val="1875"/>
                        </a:lnSpc>
                        <a:buNone/>
                      </a:pPr>
                      <a:r>
                        <a:rPr lang="zh-CN" altLang="en-US" sz="1200" b="1">
                          <a:effectLst/>
                          <a:latin typeface="quote-cjk-patch"/>
                        </a:rPr>
                        <a:t>优点：</a:t>
                      </a:r>
                      <a:br>
                        <a:rPr lang="zh-CN" altLang="en-US" sz="1200" b="0">
                          <a:effectLst/>
                          <a:latin typeface="quote-cjk-patch"/>
                        </a:rPr>
                      </a:br>
                      <a:r>
                        <a:rPr lang="zh-CN" altLang="en-US" sz="1200" b="1">
                          <a:effectLst/>
                          <a:latin typeface="quote-cjk-patch"/>
                        </a:rPr>
                        <a:t>建议：</a:t>
                      </a:r>
                      <a:endParaRPr lang="zh-CN" altLang="en-US" sz="1200" b="0">
                        <a:effectLst/>
                        <a:latin typeface="quote-cjk-patch"/>
                      </a:endParaRPr>
                    </a:p>
                  </a:txBody>
                  <a:tcPr marL="77081" marR="77081" marT="48176" marB="48176" anchor="ctr">
                    <a:lnL>
                      <a:noFill/>
                    </a:lnL>
                    <a:lnR>
                      <a:noFill/>
                    </a:lnR>
                    <a:lnT>
                      <a:noFill/>
                    </a:lnT>
                    <a:lnB>
                      <a:noFill/>
                    </a:lnB>
                    <a:noFill/>
                  </a:tcPr>
                </a:tc>
                <a:extLst>
                  <a:ext uri="{0D108BD9-81ED-4DB2-BD59-A6C34878D82A}">
                    <a16:rowId xmlns:a16="http://schemas.microsoft.com/office/drawing/2014/main" val="3417145168"/>
                  </a:ext>
                </a:extLst>
              </a:tr>
              <a:tr h="936502">
                <a:tc>
                  <a:txBody>
                    <a:bodyPr/>
                    <a:lstStyle/>
                    <a:p>
                      <a:pPr>
                        <a:lnSpc>
                          <a:spcPts val="1875"/>
                        </a:lnSpc>
                        <a:buNone/>
                      </a:pPr>
                      <a:r>
                        <a:rPr lang="en-US" altLang="zh-CN" sz="1200" b="1">
                          <a:effectLst/>
                          <a:latin typeface="quote-cjk-patch"/>
                        </a:rPr>
                        <a:t>8. </a:t>
                      </a:r>
                      <a:r>
                        <a:rPr lang="zh-CN" altLang="en-US" sz="1200" b="1">
                          <a:effectLst/>
                          <a:latin typeface="quote-cjk-patch"/>
                        </a:rPr>
                        <a:t>文献引用</a:t>
                      </a:r>
                      <a:endParaRPr lang="zh-CN" altLang="en-US" sz="1200" b="0">
                        <a:effectLst/>
                        <a:latin typeface="quote-cjk-patch"/>
                      </a:endParaRPr>
                    </a:p>
                  </a:txBody>
                  <a:tcPr marL="80935" marR="77081" marT="48176" marB="48176" anchor="ctr">
                    <a:lnL>
                      <a:noFill/>
                    </a:lnL>
                    <a:lnR>
                      <a:noFill/>
                    </a:lnR>
                    <a:lnT>
                      <a:noFill/>
                    </a:lnT>
                    <a:lnB>
                      <a:noFill/>
                    </a:lnB>
                    <a:noFill/>
                  </a:tcPr>
                </a:tc>
                <a:tc>
                  <a:txBody>
                    <a:bodyPr/>
                    <a:lstStyle/>
                    <a:p>
                      <a:pPr>
                        <a:lnSpc>
                          <a:spcPts val="1875"/>
                        </a:lnSpc>
                        <a:buNone/>
                      </a:pPr>
                      <a:r>
                        <a:rPr lang="zh-CN" altLang="en-US" sz="1200" b="0">
                          <a:effectLst/>
                          <a:latin typeface="quote-cjk-patch"/>
                        </a:rPr>
                        <a:t>文中</a:t>
                      </a:r>
                      <a:r>
                        <a:rPr lang="zh-CN" altLang="en-US" sz="1200" b="1">
                          <a:effectLst/>
                          <a:latin typeface="quote-cjk-patch"/>
                        </a:rPr>
                        <a:t>引注格式</a:t>
                      </a:r>
                      <a:r>
                        <a:rPr lang="zh-CN" altLang="en-US" sz="1200" b="0">
                          <a:effectLst/>
                          <a:latin typeface="quote-cjk-patch"/>
                        </a:rPr>
                        <a:t>是否统一且准确（如</a:t>
                      </a:r>
                      <a:r>
                        <a:rPr lang="en-US" altLang="zh-CN" sz="1200" b="0">
                          <a:effectLst/>
                          <a:latin typeface="quote-cjk-patch"/>
                        </a:rPr>
                        <a:t>APA</a:t>
                      </a:r>
                      <a:r>
                        <a:rPr lang="zh-CN" altLang="en-US" sz="1200" b="0">
                          <a:effectLst/>
                          <a:latin typeface="quote-cjk-patch"/>
                        </a:rPr>
                        <a:t>、</a:t>
                      </a:r>
                      <a:r>
                        <a:rPr lang="en-US" altLang="zh-CN" sz="1200" b="0">
                          <a:effectLst/>
                          <a:latin typeface="quote-cjk-patch"/>
                        </a:rPr>
                        <a:t>MLA</a:t>
                      </a:r>
                      <a:r>
                        <a:rPr lang="zh-CN" altLang="en-US" sz="1200" b="0">
                          <a:effectLst/>
                          <a:latin typeface="quote-cjk-patch"/>
                        </a:rPr>
                        <a:t>等）？是否所有观点和事实都得到了恰当的文献支持？</a:t>
                      </a:r>
                    </a:p>
                  </a:txBody>
                  <a:tcPr marL="77081" marR="77081" marT="48176" marB="48176" anchor="ctr">
                    <a:lnL>
                      <a:noFill/>
                    </a:lnL>
                    <a:lnR>
                      <a:noFill/>
                    </a:lnR>
                    <a:lnT>
                      <a:noFill/>
                    </a:lnT>
                    <a:lnB>
                      <a:noFill/>
                    </a:lnB>
                    <a:noFill/>
                  </a:tcPr>
                </a:tc>
                <a:tc>
                  <a:txBody>
                    <a:bodyPr/>
                    <a:lstStyle/>
                    <a:p>
                      <a:pPr>
                        <a:lnSpc>
                          <a:spcPts val="1875"/>
                        </a:lnSpc>
                        <a:buNone/>
                      </a:pPr>
                      <a:r>
                        <a:rPr lang="zh-CN" altLang="en-US" sz="1200" b="1" dirty="0">
                          <a:effectLst/>
                          <a:latin typeface="quote-cjk-patch"/>
                        </a:rPr>
                        <a:t>优点：</a:t>
                      </a:r>
                      <a:br>
                        <a:rPr lang="zh-CN" altLang="en-US" sz="1200" b="0" dirty="0">
                          <a:effectLst/>
                          <a:latin typeface="quote-cjk-patch"/>
                        </a:rPr>
                      </a:br>
                      <a:r>
                        <a:rPr lang="zh-CN" altLang="en-US" sz="1200" b="1" dirty="0">
                          <a:effectLst/>
                          <a:latin typeface="quote-cjk-patch"/>
                        </a:rPr>
                        <a:t>建议：</a:t>
                      </a:r>
                      <a:endParaRPr lang="zh-CN" altLang="en-US" sz="1200" b="0" dirty="0">
                        <a:effectLst/>
                        <a:latin typeface="quote-cjk-patch"/>
                      </a:endParaRPr>
                    </a:p>
                  </a:txBody>
                  <a:tcPr marL="77081" marR="77081" marT="48176" marB="48176" anchor="ctr">
                    <a:lnL>
                      <a:noFill/>
                    </a:lnL>
                    <a:lnR>
                      <a:noFill/>
                    </a:lnR>
                    <a:lnT>
                      <a:noFill/>
                    </a:lnT>
                    <a:lnB>
                      <a:noFill/>
                    </a:lnB>
                    <a:noFill/>
                  </a:tcPr>
                </a:tc>
                <a:extLst>
                  <a:ext uri="{0D108BD9-81ED-4DB2-BD59-A6C34878D82A}">
                    <a16:rowId xmlns:a16="http://schemas.microsoft.com/office/drawing/2014/main" val="2025419431"/>
                  </a:ext>
                </a:extLst>
              </a:tr>
            </a:tbl>
          </a:graphicData>
        </a:graphic>
      </p:graphicFrame>
      <p:sp>
        <p:nvSpPr>
          <p:cNvPr id="23" name="Rectangle 7">
            <a:extLst>
              <a:ext uri="{FF2B5EF4-FFF2-40B4-BE49-F238E27FC236}">
                <a16:creationId xmlns:a16="http://schemas.microsoft.com/office/drawing/2014/main" id="{214E2408-403B-191F-3BE8-C41B630E4B43}"/>
              </a:ext>
            </a:extLst>
          </p:cNvPr>
          <p:cNvSpPr>
            <a:spLocks noChangeArrowheads="1"/>
          </p:cNvSpPr>
          <p:nvPr/>
        </p:nvSpPr>
        <p:spPr bwMode="auto">
          <a:xfrm>
            <a:off x="611560" y="975211"/>
            <a:ext cx="7058421"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a:defRPr>
                <a:solidFill>
                  <a:schemeClr val="tx1"/>
                </a:solidFill>
                <a:latin typeface="Arial" panose="020B0604020202020204" pitchFamily="34" charset="0"/>
              </a:defRPr>
            </a:lvl6pPr>
            <a:lvl7pPr>
              <a:defRPr>
                <a:solidFill>
                  <a:schemeClr val="tx1"/>
                </a:solidFill>
                <a:latin typeface="Arial" panose="020B0604020202020204" pitchFamily="34" charset="0"/>
              </a:defRPr>
            </a:lvl7pPr>
            <a:lvl8pPr>
              <a:defRPr>
                <a:solidFill>
                  <a:schemeClr val="tx1"/>
                </a:solidFill>
                <a:latin typeface="Arial" panose="020B0604020202020204" pitchFamily="34" charset="0"/>
              </a:defRPr>
            </a:lvl8pPr>
            <a:lvl9pP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1" i="0" u="none" strike="noStrike" cap="none" normalizeH="0" baseline="0" dirty="0">
                <a:ln>
                  <a:noFill/>
                </a:ln>
                <a:solidFill>
                  <a:srgbClr val="0F1115"/>
                </a:solidFill>
                <a:effectLst/>
                <a:latin typeface="Arial" panose="020B0604020202020204" pitchFamily="34" charset="0"/>
                <a:ea typeface="quote-cjk-patch"/>
              </a:rPr>
              <a:t>第二部分：文献整合与批判性分析</a:t>
            </a:r>
            <a:endParaRPr kumimoji="0" lang="zh-CN" altLang="zh-CN" sz="4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D4D33-18C6-6262-2042-E73111243A4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2A67A71-C762-1DCF-F86C-9B3C04C39E29}"/>
              </a:ext>
            </a:extLst>
          </p:cNvPr>
          <p:cNvSpPr>
            <a:spLocks noGrp="1"/>
          </p:cNvSpPr>
          <p:nvPr>
            <p:ph type="title"/>
          </p:nvPr>
        </p:nvSpPr>
        <p:spPr/>
        <p:txBody>
          <a:bodyPr/>
          <a:lstStyle/>
          <a:p>
            <a:r>
              <a:rPr lang="zh-CN" altLang="en-US" dirty="0"/>
              <a:t>撰写评语的思路之一</a:t>
            </a:r>
          </a:p>
        </p:txBody>
      </p:sp>
      <p:graphicFrame>
        <p:nvGraphicFramePr>
          <p:cNvPr id="3" name="表格 2">
            <a:extLst>
              <a:ext uri="{FF2B5EF4-FFF2-40B4-BE49-F238E27FC236}">
                <a16:creationId xmlns:a16="http://schemas.microsoft.com/office/drawing/2014/main" id="{2BBF52FC-450F-1739-B6FA-F23B203897AB}"/>
              </a:ext>
            </a:extLst>
          </p:cNvPr>
          <p:cNvGraphicFramePr>
            <a:graphicFrameLocks noGrp="1"/>
          </p:cNvGraphicFramePr>
          <p:nvPr/>
        </p:nvGraphicFramePr>
        <p:xfrm>
          <a:off x="501650" y="1628800"/>
          <a:ext cx="8140699" cy="4464495"/>
        </p:xfrm>
        <a:graphic>
          <a:graphicData uri="http://schemas.openxmlformats.org/drawingml/2006/table">
            <a:tbl>
              <a:tblPr/>
              <a:tblGrid>
                <a:gridCol w="2752749">
                  <a:extLst>
                    <a:ext uri="{9D8B030D-6E8A-4147-A177-3AD203B41FA5}">
                      <a16:colId xmlns:a16="http://schemas.microsoft.com/office/drawing/2014/main" val="2515293877"/>
                    </a:ext>
                  </a:extLst>
                </a:gridCol>
                <a:gridCol w="2693975">
                  <a:extLst>
                    <a:ext uri="{9D8B030D-6E8A-4147-A177-3AD203B41FA5}">
                      <a16:colId xmlns:a16="http://schemas.microsoft.com/office/drawing/2014/main" val="3958298452"/>
                    </a:ext>
                  </a:extLst>
                </a:gridCol>
                <a:gridCol w="2693975">
                  <a:extLst>
                    <a:ext uri="{9D8B030D-6E8A-4147-A177-3AD203B41FA5}">
                      <a16:colId xmlns:a16="http://schemas.microsoft.com/office/drawing/2014/main" val="2244429590"/>
                    </a:ext>
                  </a:extLst>
                </a:gridCol>
              </a:tblGrid>
              <a:tr h="515238">
                <a:tc>
                  <a:txBody>
                    <a:bodyPr/>
                    <a:lstStyle/>
                    <a:p>
                      <a:pPr algn="l">
                        <a:lnSpc>
                          <a:spcPts val="1875"/>
                        </a:lnSpc>
                        <a:buNone/>
                      </a:pPr>
                      <a:r>
                        <a:rPr lang="zh-CN" altLang="en-US" sz="1200" b="0" dirty="0">
                          <a:effectLst/>
                          <a:latin typeface="quote-cjk-patch"/>
                        </a:rPr>
                        <a:t>评审要点</a:t>
                      </a:r>
                    </a:p>
                  </a:txBody>
                  <a:tcPr marR="87086" marT="54429" marB="54429" anchor="ctr">
                    <a:lnL>
                      <a:noFill/>
                    </a:lnL>
                    <a:lnR>
                      <a:noFill/>
                    </a:lnR>
                    <a:lnT>
                      <a:noFill/>
                    </a:lnT>
                    <a:lnB>
                      <a:noFill/>
                    </a:lnB>
                    <a:noFill/>
                  </a:tcPr>
                </a:tc>
                <a:tc>
                  <a:txBody>
                    <a:bodyPr/>
                    <a:lstStyle/>
                    <a:p>
                      <a:pPr algn="l">
                        <a:lnSpc>
                          <a:spcPts val="1875"/>
                        </a:lnSpc>
                        <a:buNone/>
                      </a:pPr>
                      <a:r>
                        <a:rPr lang="zh-CN" altLang="en-US" sz="1200" b="0">
                          <a:effectLst/>
                          <a:latin typeface="quote-cjk-patch"/>
                        </a:rPr>
                        <a:t>评价标准</a:t>
                      </a:r>
                    </a:p>
                  </a:txBody>
                  <a:tcPr marL="87086" marR="87086" marT="54429" marB="54429" anchor="ctr">
                    <a:lnL>
                      <a:noFill/>
                    </a:lnL>
                    <a:lnR>
                      <a:noFill/>
                    </a:lnR>
                    <a:lnT>
                      <a:noFill/>
                    </a:lnT>
                    <a:lnB>
                      <a:noFill/>
                    </a:lnB>
                    <a:noFill/>
                  </a:tcPr>
                </a:tc>
                <a:tc>
                  <a:txBody>
                    <a:bodyPr/>
                    <a:lstStyle/>
                    <a:p>
                      <a:pPr algn="l">
                        <a:lnSpc>
                          <a:spcPts val="1875"/>
                        </a:lnSpc>
                        <a:buNone/>
                      </a:pPr>
                      <a:r>
                        <a:rPr lang="zh-CN" altLang="en-US" sz="1200" b="0">
                          <a:effectLst/>
                          <a:latin typeface="quote-cjk-patch"/>
                        </a:rPr>
                        <a:t>你的评价与具体建议</a:t>
                      </a:r>
                    </a:p>
                  </a:txBody>
                  <a:tcPr marL="87086" marR="87086" marT="54429" marB="54429" anchor="ctr">
                    <a:lnL>
                      <a:noFill/>
                    </a:lnL>
                    <a:lnR>
                      <a:noFill/>
                    </a:lnR>
                    <a:lnT>
                      <a:noFill/>
                    </a:lnT>
                    <a:lnB>
                      <a:noFill/>
                    </a:lnB>
                    <a:noFill/>
                  </a:tcPr>
                </a:tc>
                <a:extLst>
                  <a:ext uri="{0D108BD9-81ED-4DB2-BD59-A6C34878D82A}">
                    <a16:rowId xmlns:a16="http://schemas.microsoft.com/office/drawing/2014/main" val="2077989638"/>
                  </a:ext>
                </a:extLst>
              </a:tr>
              <a:tr h="1270560">
                <a:tc>
                  <a:txBody>
                    <a:bodyPr/>
                    <a:lstStyle/>
                    <a:p>
                      <a:pPr>
                        <a:lnSpc>
                          <a:spcPts val="1875"/>
                        </a:lnSpc>
                        <a:buNone/>
                      </a:pPr>
                      <a:r>
                        <a:rPr lang="en-US" altLang="zh-CN" sz="1200" b="1">
                          <a:effectLst/>
                          <a:latin typeface="quote-cjk-patch"/>
                        </a:rPr>
                        <a:t>9. </a:t>
                      </a:r>
                      <a:r>
                        <a:rPr lang="zh-CN" altLang="en-US" sz="1200" b="1">
                          <a:effectLst/>
                          <a:latin typeface="quote-cjk-patch"/>
                        </a:rPr>
                        <a:t>清晰性与准确性</a:t>
                      </a:r>
                      <a:endParaRPr lang="zh-CN" altLang="en-US" sz="1200" b="0">
                        <a:effectLst/>
                        <a:latin typeface="quote-cjk-patch"/>
                      </a:endParaRPr>
                    </a:p>
                  </a:txBody>
                  <a:tcPr marR="87086" marT="54429" marB="54429" anchor="ctr">
                    <a:lnL>
                      <a:noFill/>
                    </a:lnL>
                    <a:lnR>
                      <a:noFill/>
                    </a:lnR>
                    <a:lnT>
                      <a:noFill/>
                    </a:lnT>
                    <a:lnB>
                      <a:noFill/>
                    </a:lnB>
                    <a:noFill/>
                  </a:tcPr>
                </a:tc>
                <a:tc>
                  <a:txBody>
                    <a:bodyPr/>
                    <a:lstStyle/>
                    <a:p>
                      <a:pPr>
                        <a:lnSpc>
                          <a:spcPts val="1875"/>
                        </a:lnSpc>
                        <a:buNone/>
                      </a:pPr>
                      <a:r>
                        <a:rPr lang="zh-CN" altLang="en-US" sz="1200" b="0">
                          <a:effectLst/>
                          <a:latin typeface="quote-cjk-patch"/>
                        </a:rPr>
                        <a:t>语言是否</a:t>
                      </a:r>
                      <a:r>
                        <a:rPr lang="zh-CN" altLang="en-US" sz="1200" b="1">
                          <a:effectLst/>
                          <a:latin typeface="quote-cjk-patch"/>
                        </a:rPr>
                        <a:t>清晰、准确、专业</a:t>
                      </a:r>
                      <a:r>
                        <a:rPr lang="zh-CN" altLang="en-US" sz="1200" b="0">
                          <a:effectLst/>
                          <a:latin typeface="quote-cjk-patch"/>
                        </a:rPr>
                        <a:t>？能否清晰地表达复杂的观点？术语的使用是否</a:t>
                      </a:r>
                      <a:r>
                        <a:rPr lang="zh-CN" altLang="en-US" sz="1200" b="1">
                          <a:effectLst/>
                          <a:latin typeface="quote-cjk-patch"/>
                        </a:rPr>
                        <a:t>恰当和一致</a:t>
                      </a:r>
                      <a:r>
                        <a:rPr lang="zh-CN" altLang="en-US" sz="1200" b="0">
                          <a:effectLst/>
                          <a:latin typeface="quote-cjk-patch"/>
                        </a:rPr>
                        <a:t>？</a:t>
                      </a:r>
                    </a:p>
                  </a:txBody>
                  <a:tcPr marL="87086" marR="87086" marT="54429" marB="54429" anchor="ctr">
                    <a:lnL>
                      <a:noFill/>
                    </a:lnL>
                    <a:lnR>
                      <a:noFill/>
                    </a:lnR>
                    <a:lnT>
                      <a:noFill/>
                    </a:lnT>
                    <a:lnB>
                      <a:noFill/>
                    </a:lnB>
                    <a:noFill/>
                  </a:tcPr>
                </a:tc>
                <a:tc>
                  <a:txBody>
                    <a:bodyPr/>
                    <a:lstStyle/>
                    <a:p>
                      <a:pPr>
                        <a:lnSpc>
                          <a:spcPts val="1875"/>
                        </a:lnSpc>
                        <a:buNone/>
                      </a:pPr>
                      <a:r>
                        <a:rPr lang="zh-CN" altLang="en-US" sz="1200" b="1">
                          <a:effectLst/>
                          <a:latin typeface="quote-cjk-patch"/>
                        </a:rPr>
                        <a:t>优点：</a:t>
                      </a:r>
                      <a:br>
                        <a:rPr lang="zh-CN" altLang="en-US" sz="1200" b="0">
                          <a:effectLst/>
                          <a:latin typeface="quote-cjk-patch"/>
                        </a:rPr>
                      </a:br>
                      <a:r>
                        <a:rPr lang="zh-CN" altLang="en-US" sz="1200" b="1">
                          <a:effectLst/>
                          <a:latin typeface="quote-cjk-patch"/>
                        </a:rPr>
                        <a:t>建议：</a:t>
                      </a:r>
                      <a:endParaRPr lang="zh-CN" altLang="en-US" sz="1200" b="0">
                        <a:effectLst/>
                        <a:latin typeface="quote-cjk-patch"/>
                      </a:endParaRPr>
                    </a:p>
                  </a:txBody>
                  <a:tcPr marL="87086" marR="87086" marT="54429" marB="54429" anchor="ctr">
                    <a:lnL>
                      <a:noFill/>
                    </a:lnL>
                    <a:lnR>
                      <a:noFill/>
                    </a:lnR>
                    <a:lnT>
                      <a:noFill/>
                    </a:lnT>
                    <a:lnB>
                      <a:noFill/>
                    </a:lnB>
                    <a:noFill/>
                  </a:tcPr>
                </a:tc>
                <a:extLst>
                  <a:ext uri="{0D108BD9-81ED-4DB2-BD59-A6C34878D82A}">
                    <a16:rowId xmlns:a16="http://schemas.microsoft.com/office/drawing/2014/main" val="1184175144"/>
                  </a:ext>
                </a:extLst>
              </a:tr>
              <a:tr h="892899">
                <a:tc>
                  <a:txBody>
                    <a:bodyPr/>
                    <a:lstStyle/>
                    <a:p>
                      <a:pPr>
                        <a:lnSpc>
                          <a:spcPts val="1875"/>
                        </a:lnSpc>
                        <a:buNone/>
                      </a:pPr>
                      <a:r>
                        <a:rPr lang="en-US" altLang="zh-CN" sz="1200" b="1">
                          <a:effectLst/>
                          <a:latin typeface="quote-cjk-patch"/>
                        </a:rPr>
                        <a:t>10. </a:t>
                      </a:r>
                      <a:r>
                        <a:rPr lang="zh-CN" altLang="en-US" sz="1200" b="1">
                          <a:effectLst/>
                          <a:latin typeface="quote-cjk-patch"/>
                        </a:rPr>
                        <a:t>连贯性与流畅度</a:t>
                      </a:r>
                      <a:endParaRPr lang="zh-CN" altLang="en-US" sz="1200" b="0">
                        <a:effectLst/>
                        <a:latin typeface="quote-cjk-patch"/>
                      </a:endParaRPr>
                    </a:p>
                  </a:txBody>
                  <a:tcPr marR="87086" marT="54429" marB="54429" anchor="ctr">
                    <a:lnL>
                      <a:noFill/>
                    </a:lnL>
                    <a:lnR>
                      <a:noFill/>
                    </a:lnR>
                    <a:lnT>
                      <a:noFill/>
                    </a:lnT>
                    <a:lnB>
                      <a:noFill/>
                    </a:lnB>
                    <a:noFill/>
                  </a:tcPr>
                </a:tc>
                <a:tc>
                  <a:txBody>
                    <a:bodyPr/>
                    <a:lstStyle/>
                    <a:p>
                      <a:pPr>
                        <a:lnSpc>
                          <a:spcPts val="1875"/>
                        </a:lnSpc>
                        <a:buNone/>
                      </a:pPr>
                      <a:r>
                        <a:rPr lang="zh-CN" altLang="en-US" sz="1200" b="0">
                          <a:effectLst/>
                          <a:latin typeface="quote-cjk-patch"/>
                        </a:rPr>
                        <a:t>句子和段落之间是否连贯？有无语法错误、拼写错误或冗长拗口的句子？</a:t>
                      </a:r>
                    </a:p>
                  </a:txBody>
                  <a:tcPr marL="87086" marR="87086" marT="54429" marB="54429" anchor="ctr">
                    <a:lnL>
                      <a:noFill/>
                    </a:lnL>
                    <a:lnR>
                      <a:noFill/>
                    </a:lnR>
                    <a:lnT>
                      <a:noFill/>
                    </a:lnT>
                    <a:lnB>
                      <a:noFill/>
                    </a:lnB>
                    <a:noFill/>
                  </a:tcPr>
                </a:tc>
                <a:tc>
                  <a:txBody>
                    <a:bodyPr/>
                    <a:lstStyle/>
                    <a:p>
                      <a:pPr>
                        <a:lnSpc>
                          <a:spcPts val="1875"/>
                        </a:lnSpc>
                        <a:buNone/>
                      </a:pPr>
                      <a:r>
                        <a:rPr lang="zh-CN" altLang="en-US" sz="1200" b="1">
                          <a:effectLst/>
                          <a:latin typeface="quote-cjk-patch"/>
                        </a:rPr>
                        <a:t>优点：</a:t>
                      </a:r>
                      <a:br>
                        <a:rPr lang="zh-CN" altLang="en-US" sz="1200" b="0">
                          <a:effectLst/>
                          <a:latin typeface="quote-cjk-patch"/>
                        </a:rPr>
                      </a:br>
                      <a:r>
                        <a:rPr lang="zh-CN" altLang="en-US" sz="1200" b="1">
                          <a:effectLst/>
                          <a:latin typeface="quote-cjk-patch"/>
                        </a:rPr>
                        <a:t>建议：</a:t>
                      </a:r>
                      <a:endParaRPr lang="zh-CN" altLang="en-US" sz="1200" b="0">
                        <a:effectLst/>
                        <a:latin typeface="quote-cjk-patch"/>
                      </a:endParaRPr>
                    </a:p>
                  </a:txBody>
                  <a:tcPr marL="87086" marR="87086" marT="54429" marB="54429" anchor="ctr">
                    <a:lnL>
                      <a:noFill/>
                    </a:lnL>
                    <a:lnR>
                      <a:noFill/>
                    </a:lnR>
                    <a:lnT>
                      <a:noFill/>
                    </a:lnT>
                    <a:lnB>
                      <a:noFill/>
                    </a:lnB>
                    <a:noFill/>
                  </a:tcPr>
                </a:tc>
                <a:extLst>
                  <a:ext uri="{0D108BD9-81ED-4DB2-BD59-A6C34878D82A}">
                    <a16:rowId xmlns:a16="http://schemas.microsoft.com/office/drawing/2014/main" val="3898704960"/>
                  </a:ext>
                </a:extLst>
              </a:tr>
              <a:tr h="892899">
                <a:tc>
                  <a:txBody>
                    <a:bodyPr/>
                    <a:lstStyle/>
                    <a:p>
                      <a:pPr>
                        <a:lnSpc>
                          <a:spcPts val="1875"/>
                        </a:lnSpc>
                        <a:buNone/>
                      </a:pPr>
                      <a:r>
                        <a:rPr lang="en-US" altLang="zh-CN" sz="1200" b="1">
                          <a:effectLst/>
                          <a:latin typeface="quote-cjk-patch"/>
                        </a:rPr>
                        <a:t>11. </a:t>
                      </a:r>
                      <a:r>
                        <a:rPr lang="zh-CN" altLang="en-US" sz="1200" b="1">
                          <a:effectLst/>
                          <a:latin typeface="quote-cjk-patch"/>
                        </a:rPr>
                        <a:t>图表使用 </a:t>
                      </a:r>
                      <a:r>
                        <a:rPr lang="en-US" altLang="zh-CN" sz="1200" b="1">
                          <a:effectLst/>
                          <a:latin typeface="quote-cjk-patch"/>
                        </a:rPr>
                        <a:t>(</a:t>
                      </a:r>
                      <a:r>
                        <a:rPr lang="zh-CN" altLang="en-US" sz="1200" b="1">
                          <a:effectLst/>
                          <a:latin typeface="quote-cjk-patch"/>
                        </a:rPr>
                        <a:t>如适用</a:t>
                      </a:r>
                      <a:r>
                        <a:rPr lang="en-US" altLang="zh-CN" sz="1200" b="1">
                          <a:effectLst/>
                          <a:latin typeface="quote-cjk-patch"/>
                        </a:rPr>
                        <a:t>)</a:t>
                      </a:r>
                      <a:endParaRPr lang="zh-CN" altLang="en-US" sz="1200" b="0">
                        <a:effectLst/>
                        <a:latin typeface="quote-cjk-patch"/>
                      </a:endParaRPr>
                    </a:p>
                  </a:txBody>
                  <a:tcPr marR="87086" marT="54429" marB="54429" anchor="ctr">
                    <a:lnL>
                      <a:noFill/>
                    </a:lnL>
                    <a:lnR>
                      <a:noFill/>
                    </a:lnR>
                    <a:lnT>
                      <a:noFill/>
                    </a:lnT>
                    <a:lnB>
                      <a:noFill/>
                    </a:lnB>
                    <a:noFill/>
                  </a:tcPr>
                </a:tc>
                <a:tc>
                  <a:txBody>
                    <a:bodyPr/>
                    <a:lstStyle/>
                    <a:p>
                      <a:pPr>
                        <a:lnSpc>
                          <a:spcPts val="1875"/>
                        </a:lnSpc>
                        <a:buNone/>
                      </a:pPr>
                      <a:r>
                        <a:rPr lang="zh-CN" altLang="en-US" sz="1200" b="0">
                          <a:effectLst/>
                          <a:latin typeface="quote-cjk-patch"/>
                        </a:rPr>
                        <a:t>图表是否清晰、必要？是否在文中被恰当引用和解释？</a:t>
                      </a:r>
                    </a:p>
                  </a:txBody>
                  <a:tcPr marL="87086" marR="87086" marT="54429" marB="54429" anchor="ctr">
                    <a:lnL>
                      <a:noFill/>
                    </a:lnL>
                    <a:lnR>
                      <a:noFill/>
                    </a:lnR>
                    <a:lnT>
                      <a:noFill/>
                    </a:lnT>
                    <a:lnB>
                      <a:noFill/>
                    </a:lnB>
                    <a:noFill/>
                  </a:tcPr>
                </a:tc>
                <a:tc>
                  <a:txBody>
                    <a:bodyPr/>
                    <a:lstStyle/>
                    <a:p>
                      <a:pPr>
                        <a:lnSpc>
                          <a:spcPts val="1875"/>
                        </a:lnSpc>
                        <a:buNone/>
                      </a:pPr>
                      <a:r>
                        <a:rPr lang="zh-CN" altLang="en-US" sz="1200" b="1">
                          <a:effectLst/>
                          <a:latin typeface="quote-cjk-patch"/>
                        </a:rPr>
                        <a:t>优点：</a:t>
                      </a:r>
                      <a:br>
                        <a:rPr lang="zh-CN" altLang="en-US" sz="1200" b="0">
                          <a:effectLst/>
                          <a:latin typeface="quote-cjk-patch"/>
                        </a:rPr>
                      </a:br>
                      <a:r>
                        <a:rPr lang="zh-CN" altLang="en-US" sz="1200" b="1">
                          <a:effectLst/>
                          <a:latin typeface="quote-cjk-patch"/>
                        </a:rPr>
                        <a:t>建议：</a:t>
                      </a:r>
                      <a:endParaRPr lang="zh-CN" altLang="en-US" sz="1200" b="0">
                        <a:effectLst/>
                        <a:latin typeface="quote-cjk-patch"/>
                      </a:endParaRPr>
                    </a:p>
                  </a:txBody>
                  <a:tcPr marL="87086" marR="87086" marT="54429" marB="54429" anchor="ctr">
                    <a:lnL>
                      <a:noFill/>
                    </a:lnL>
                    <a:lnR>
                      <a:noFill/>
                    </a:lnR>
                    <a:lnT>
                      <a:noFill/>
                    </a:lnT>
                    <a:lnB>
                      <a:noFill/>
                    </a:lnB>
                    <a:noFill/>
                  </a:tcPr>
                </a:tc>
                <a:extLst>
                  <a:ext uri="{0D108BD9-81ED-4DB2-BD59-A6C34878D82A}">
                    <a16:rowId xmlns:a16="http://schemas.microsoft.com/office/drawing/2014/main" val="1354215850"/>
                  </a:ext>
                </a:extLst>
              </a:tr>
              <a:tr h="892899">
                <a:tc>
                  <a:txBody>
                    <a:bodyPr/>
                    <a:lstStyle/>
                    <a:p>
                      <a:pPr>
                        <a:lnSpc>
                          <a:spcPts val="1875"/>
                        </a:lnSpc>
                        <a:buNone/>
                      </a:pPr>
                      <a:r>
                        <a:rPr lang="en-US" altLang="zh-CN" sz="1200" b="1">
                          <a:effectLst/>
                          <a:latin typeface="quote-cjk-patch"/>
                        </a:rPr>
                        <a:t>12. </a:t>
                      </a:r>
                      <a:r>
                        <a:rPr lang="zh-CN" altLang="en-US" sz="1200" b="1">
                          <a:effectLst/>
                          <a:latin typeface="quote-cjk-patch"/>
                        </a:rPr>
                        <a:t>参考文献列表</a:t>
                      </a:r>
                      <a:endParaRPr lang="zh-CN" altLang="en-US" sz="1200" b="0">
                        <a:effectLst/>
                        <a:latin typeface="quote-cjk-patch"/>
                      </a:endParaRPr>
                    </a:p>
                  </a:txBody>
                  <a:tcPr marR="87086" marT="54429" marB="54429" anchor="ctr">
                    <a:lnL>
                      <a:noFill/>
                    </a:lnL>
                    <a:lnR>
                      <a:noFill/>
                    </a:lnR>
                    <a:lnT>
                      <a:noFill/>
                    </a:lnT>
                    <a:lnB>
                      <a:noFill/>
                    </a:lnB>
                    <a:noFill/>
                  </a:tcPr>
                </a:tc>
                <a:tc>
                  <a:txBody>
                    <a:bodyPr/>
                    <a:lstStyle/>
                    <a:p>
                      <a:pPr>
                        <a:lnSpc>
                          <a:spcPts val="1875"/>
                        </a:lnSpc>
                        <a:buNone/>
                      </a:pPr>
                      <a:r>
                        <a:rPr lang="zh-CN" altLang="en-US" sz="1200" b="0">
                          <a:effectLst/>
                          <a:latin typeface="quote-cjk-patch"/>
                        </a:rPr>
                        <a:t>列表中的条目是否与文内引注</a:t>
                      </a:r>
                      <a:r>
                        <a:rPr lang="zh-CN" altLang="en-US" sz="1200" b="1">
                          <a:effectLst/>
                          <a:latin typeface="quote-cjk-patch"/>
                        </a:rPr>
                        <a:t>完全匹配</a:t>
                      </a:r>
                      <a:r>
                        <a:rPr lang="zh-CN" altLang="en-US" sz="1200" b="0">
                          <a:effectLst/>
                          <a:latin typeface="quote-cjk-patch"/>
                        </a:rPr>
                        <a:t>？格式是否</a:t>
                      </a:r>
                      <a:r>
                        <a:rPr lang="zh-CN" altLang="en-US" sz="1200" b="1">
                          <a:effectLst/>
                          <a:latin typeface="quote-cjk-patch"/>
                        </a:rPr>
                        <a:t>规范、统一</a:t>
                      </a:r>
                      <a:r>
                        <a:rPr lang="zh-CN" altLang="en-US" sz="1200" b="0">
                          <a:effectLst/>
                          <a:latin typeface="quote-cjk-patch"/>
                        </a:rPr>
                        <a:t>？</a:t>
                      </a:r>
                    </a:p>
                  </a:txBody>
                  <a:tcPr marL="87086" marR="87086" marT="54429" marB="54429" anchor="ctr">
                    <a:lnL>
                      <a:noFill/>
                    </a:lnL>
                    <a:lnR>
                      <a:noFill/>
                    </a:lnR>
                    <a:lnT>
                      <a:noFill/>
                    </a:lnT>
                    <a:lnB>
                      <a:noFill/>
                    </a:lnB>
                    <a:noFill/>
                  </a:tcPr>
                </a:tc>
                <a:tc>
                  <a:txBody>
                    <a:bodyPr/>
                    <a:lstStyle/>
                    <a:p>
                      <a:pPr>
                        <a:lnSpc>
                          <a:spcPts val="1875"/>
                        </a:lnSpc>
                        <a:buNone/>
                      </a:pPr>
                      <a:r>
                        <a:rPr lang="zh-CN" altLang="en-US" sz="1200" b="1" dirty="0">
                          <a:effectLst/>
                          <a:latin typeface="quote-cjk-patch"/>
                        </a:rPr>
                        <a:t>优点：</a:t>
                      </a:r>
                      <a:br>
                        <a:rPr lang="zh-CN" altLang="en-US" sz="1200" b="0" dirty="0">
                          <a:effectLst/>
                          <a:latin typeface="quote-cjk-patch"/>
                        </a:rPr>
                      </a:br>
                      <a:r>
                        <a:rPr lang="zh-CN" altLang="en-US" sz="1200" b="1" dirty="0">
                          <a:effectLst/>
                          <a:latin typeface="quote-cjk-patch"/>
                        </a:rPr>
                        <a:t>建议：</a:t>
                      </a:r>
                      <a:endParaRPr lang="zh-CN" altLang="en-US" sz="1200" b="0" dirty="0">
                        <a:effectLst/>
                        <a:latin typeface="quote-cjk-patch"/>
                      </a:endParaRPr>
                    </a:p>
                  </a:txBody>
                  <a:tcPr marL="87086" marR="87086" marT="54429" marB="54429" anchor="ctr">
                    <a:lnL>
                      <a:noFill/>
                    </a:lnL>
                    <a:lnR>
                      <a:noFill/>
                    </a:lnR>
                    <a:lnT>
                      <a:noFill/>
                    </a:lnT>
                    <a:lnB>
                      <a:noFill/>
                    </a:lnB>
                    <a:noFill/>
                  </a:tcPr>
                </a:tc>
                <a:extLst>
                  <a:ext uri="{0D108BD9-81ED-4DB2-BD59-A6C34878D82A}">
                    <a16:rowId xmlns:a16="http://schemas.microsoft.com/office/drawing/2014/main" val="3480636496"/>
                  </a:ext>
                </a:extLst>
              </a:tr>
            </a:tbl>
          </a:graphicData>
        </a:graphic>
      </p:graphicFrame>
      <p:sp>
        <p:nvSpPr>
          <p:cNvPr id="4" name="Rectangle 1">
            <a:extLst>
              <a:ext uri="{FF2B5EF4-FFF2-40B4-BE49-F238E27FC236}">
                <a16:creationId xmlns:a16="http://schemas.microsoft.com/office/drawing/2014/main" id="{A119EACC-9A41-9B4C-981F-B5977062486A}"/>
              </a:ext>
            </a:extLst>
          </p:cNvPr>
          <p:cNvSpPr>
            <a:spLocks noChangeArrowheads="1"/>
          </p:cNvSpPr>
          <p:nvPr/>
        </p:nvSpPr>
        <p:spPr bwMode="auto">
          <a:xfrm>
            <a:off x="501650" y="1070828"/>
            <a:ext cx="203132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a:defRPr>
                <a:solidFill>
                  <a:schemeClr val="tx1"/>
                </a:solidFill>
                <a:latin typeface="Arial" panose="020B0604020202020204" pitchFamily="34" charset="0"/>
              </a:defRPr>
            </a:lvl6pPr>
            <a:lvl7pPr>
              <a:defRPr>
                <a:solidFill>
                  <a:schemeClr val="tx1"/>
                </a:solidFill>
                <a:latin typeface="Arial" panose="020B0604020202020204" pitchFamily="34" charset="0"/>
              </a:defRPr>
            </a:lvl7pPr>
            <a:lvl8pPr>
              <a:defRPr>
                <a:solidFill>
                  <a:schemeClr val="tx1"/>
                </a:solidFill>
                <a:latin typeface="Arial" panose="020B0604020202020204" pitchFamily="34" charset="0"/>
              </a:defRPr>
            </a:lvl8pPr>
            <a:lvl9pPr>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1" i="0" u="none" strike="noStrike" cap="none" normalizeH="0" baseline="0" dirty="0">
                <a:ln>
                  <a:noFill/>
                </a:ln>
                <a:solidFill>
                  <a:srgbClr val="0F1115"/>
                </a:solidFill>
                <a:effectLst/>
                <a:latin typeface="Arial" panose="020B0604020202020204" pitchFamily="34" charset="0"/>
                <a:ea typeface="quote-cjk-patch"/>
              </a:rPr>
              <a:t>第三部分：学术语言与格式</a:t>
            </a:r>
            <a:endParaRPr kumimoji="0" lang="zh-CN" altLang="zh-CN" sz="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4112579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7745a8e2-5d59-4d18-b7af-69b577265f90"/>
  <p:tag name="COMMONDATA" val="eyJoZGlkIjoiMmUzNzE3MjMxYWEyMjk4NTA5YTc5NmVlYjhmNWJkOTIifQ=="/>
  <p:tag name="RESOURCE_RECORD_KEY" val="{&quot;10&quot;:[17430497],&quot;65&quot;:[20200994],&quot;70&quot;:[3327960]}"/>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0994"/>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0994"/>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TEMPLATE_SUBCATEGORY" val="0"/>
  <p:tag name="KSO_WM_TAG_VERSION" val="1.0"/>
  <p:tag name="KSO_WM_BEAUTIFY_FLAG" val="#wm#"/>
  <p:tag name="KSO_WM_TEMPLATE_CATEGORY" val="custom"/>
  <p:tag name="KSO_WM_TEMPLATE_INDEX" val="20200994"/>
  <p:tag name="KSO_WM_TEMPLATE_THUMBS_INDEX" val="1、5、6、7、8、9、10、11、12、13、15"/>
  <p:tag name="KSO_WM_TEMPLATE_MASTER_TYPE" val="1"/>
  <p:tag name="KSO_WM_TEMPLATE_COLOR_TYPE" val="1"/>
  <p:tag name="KSO_WM_TEMPLATE_MASTER_THUMB_INDEX" val="12"/>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 name="KSO_WM_UNIT_LARGE_SHAPE" val="1"/>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UNIT_BK_DARK_LIGHT" val="2"/>
  <p:tag name="KSO_WM_SLIDE_BACKGROUND_TYPE" val="frame"/>
  <p:tag name="KSO_WM_SLIDE_BK_DARK_LIGHT" val="2"/>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bottomTop"/>
  <p:tag name="KSO_WM_SLIDE_BK_DARK_LIGHT" val="2"/>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navigation"/>
  <p:tag name="KSO_WM_SLIDE_BK_DARK_LIGHT" val="2"/>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6.xml><?xml version="1.0" encoding="utf-8"?>
<p:tagLst xmlns:a="http://schemas.openxmlformats.org/drawingml/2006/main" xmlns:r="http://schemas.openxmlformats.org/officeDocument/2006/relationships" xmlns:p="http://schemas.openxmlformats.org/presentationml/2006/main">
  <p:tag name="KSO_WM_TAG_VERSION" val="1.0"/>
  <p:tag name="KSO_WM_UNIT_HIGHLIGHT" val="0"/>
  <p:tag name="KSO_WM_UNIT_COMPATIBLE" val="0"/>
  <p:tag name="KSO_WM_UNIT_DIAGRAM_ISNUMVISUAL" val="0"/>
  <p:tag name="KSO_WM_UNIT_DIAGRAM_ISREFERUNIT" val="0"/>
  <p:tag name="KSO_WM_UNIT_ID" val="_0**"/>
  <p:tag name="KSO_WM_UNIT_LAYERLEVEL" val="1"/>
  <p:tag name="KSO_WM_BEAUTIFY_FLAG" val="#wm#"/>
  <p:tag name="KSO_WM_TEMPLATE_CATEGORY" val="custom"/>
  <p:tag name="KSO_WM_TEMPLATE_INDEX" val="20180699"/>
</p:tagLst>
</file>

<file path=ppt/tags/tag117.xml><?xml version="1.0" encoding="utf-8"?>
<p:tagLst xmlns:a="http://schemas.openxmlformats.org/drawingml/2006/main" xmlns:r="http://schemas.openxmlformats.org/officeDocument/2006/relationships" xmlns:p="http://schemas.openxmlformats.org/presentationml/2006/main">
  <p:tag name="KSO_WM_TAG_VERSION" val="1.0"/>
  <p:tag name="KSO_WM_UNIT_HIGHLIGHT" val="0"/>
  <p:tag name="KSO_WM_UNIT_COMPATIBLE" val="0"/>
  <p:tag name="KSO_WM_UNIT_DIAGRAM_ISNUMVISUAL" val="0"/>
  <p:tag name="KSO_WM_UNIT_DIAGRAM_ISREFERUNIT" val="0"/>
  <p:tag name="KSO_WM_UNIT_ID" val="_0**"/>
  <p:tag name="KSO_WM_UNIT_LAYERLEVEL" val="1"/>
  <p:tag name="KSO_WM_BEAUTIFY_FLAG" val="#wm#"/>
  <p:tag name="KSO_WM_TEMPLATE_CATEGORY" val="custom"/>
  <p:tag name="KSO_WM_TEMPLATE_INDEX" val="20180699"/>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COMBINE_RELATE_SLIDE_ID" val="background20177604_1"/>
  <p:tag name="KSO_WM_TEMPLATE_CATEGORY" val="custom"/>
  <p:tag name="KSO_WM_TEMPLATE_INDEX" val="20180699"/>
  <p:tag name="KSO_WM_TEMPLATE_SUBCATEGORY" val="0"/>
  <p:tag name="KSO_WM_TEMPLATE_THUMBS_INDEX" val="1、4、5、6、11、12、16、18、26、27、"/>
  <p:tag name="KSO_WM_TEMPLATE_MASTER_TYPE" val="1"/>
  <p:tag name="KSO_WM_TEMPLATE_COLOR_TYPE" val="0"/>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5.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Lst>
</file>

<file path=ppt/tags/tag196.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200.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i*1"/>
  <p:tag name="KSO_WM_UNIT_LAYERLEVEL" val="1"/>
  <p:tag name="KSO_WM_TAG_VERSION" val="1.0"/>
  <p:tag name="KSO_WM_BEAUTIFY_FLAG" val="#wm#"/>
  <p:tag name="KSO_WM_UNIT_BK_DARK_LIGHT" val="2"/>
  <p:tag name="KSO_WM_UNIT_SUBTYPE" val="h"/>
  <p:tag name="KSO_WM_UNIT_TYPE" val="i"/>
  <p:tag name="KSO_WM_UNIT_INDEX" val="1"/>
</p:tagLst>
</file>

<file path=ppt/tags/tag201.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02.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03.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04.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05.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06.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0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SUBTYPE" val="h"/>
  <p:tag name="KSO_WM_UNIT_TYPE" val="i"/>
  <p:tag name="KSO_WM_UNIT_INDEX" val="1"/>
  <p:tag name="KSO_WM_UNIT_BK_DARK_LIGHT" val="2"/>
</p:tagLst>
</file>

<file path=ppt/tags/tag20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09.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10.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11.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12.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1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1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1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SUBTYPE" val="h"/>
  <p:tag name="KSO_WM_UNIT_TYPE" val="i"/>
  <p:tag name="KSO_WM_UNIT_INDEX" val="1"/>
  <p:tag name="KSO_WM_UNIT_BK_DARK_LIGHT" val="2"/>
</p:tagLst>
</file>

<file path=ppt/tags/tag21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1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1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19.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20.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2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22.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23.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24.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SUBTYPE" val="h"/>
  <p:tag name="KSO_WM_UNIT_TYPE" val="i"/>
  <p:tag name="KSO_WM_UNIT_INDEX" val="1"/>
  <p:tag name="KSO_WM_UNIT_BK_DARK_LIGHT" val="2"/>
</p:tagLst>
</file>

<file path=ppt/tags/tag22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2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27.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28.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29.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30.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31.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SUBTYPE" val="h"/>
  <p:tag name="KSO_WM_UNIT_TYPE" val="i"/>
  <p:tag name="KSO_WM_UNIT_INDEX" val="1"/>
  <p:tag name="KSO_WM_UNIT_BK_DARK_LIGHT" val="2"/>
</p:tagLst>
</file>

<file path=ppt/tags/tag232.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33.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3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3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36.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37.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38.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39.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40.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41.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SUBTYPE" val="h"/>
  <p:tag name="KSO_WM_UNIT_TYPE" val="i"/>
  <p:tag name="KSO_WM_UNIT_INDEX" val="1"/>
  <p:tag name="KSO_WM_UNIT_BK_DARK_LIGHT" val="2"/>
</p:tagLst>
</file>

<file path=ppt/tags/tag242.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43.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44.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45.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46.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47.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48.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249.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250.xml><?xml version="1.0" encoding="utf-8"?>
<p:tagLst xmlns:a="http://schemas.openxmlformats.org/drawingml/2006/main" xmlns:r="http://schemas.openxmlformats.org/officeDocument/2006/relationships" xmlns:p="http://schemas.openxmlformats.org/presentationml/2006/main">
  <p:tag name="KSO_WM_UNIT_TABLE_BEAUTIFY" val="smartTable{6e618c8a-eafc-4121-83d3-47f11163acc9}"/>
  <p:tag name="TABLE_ENDDRAG_ORIGIN_RECT" val="700*413"/>
  <p:tag name="TABLE_ENDDRAG_RECT" val="19*65*700*414"/>
  <p:tag name="KSO_WM_BEAUTIFY_FLAG" val=""/>
</p:tagLst>
</file>

<file path=ppt/tags/tag251.xml><?xml version="1.0" encoding="utf-8"?>
<p:tagLst xmlns:a="http://schemas.openxmlformats.org/drawingml/2006/main" xmlns:r="http://schemas.openxmlformats.org/officeDocument/2006/relationships" xmlns:p="http://schemas.openxmlformats.org/presentationml/2006/main">
  <p:tag name="KSO_WM_DIAGRAM_VIRTUALLY_FRAME" val="{&quot;height&quot;:311.753165696502,&quot;left&quot;:-3.75,&quot;top&quot;:51.51417322834645,&quot;width&quot;:720}"/>
  <p:tag name="KSO_WM_UNIT_HIGHLIGHT" val="0"/>
  <p:tag name="KSO_WM_UNIT_COMPATIBLE" val="0"/>
  <p:tag name="KSO_WM_UNIT_DIAGRAM_ISNUMVISUAL" val="0"/>
  <p:tag name="KSO_WM_UNIT_DIAGRAM_ISREFERUNIT" val="0"/>
  <p:tag name="KSO_WM_UNIT_ID" val="diagram20236929_6*m_i*1_1"/>
  <p:tag name="KSO_WM_TEMPLATE_CATEGORY" val="diagram"/>
  <p:tag name="KSO_WM_TEMPLATE_INDEX" val="20236929"/>
  <p:tag name="KSO_WM_UNIT_LAYERLEVEL" val="1_1"/>
  <p:tag name="KSO_WM_TAG_VERSION" val="3.0"/>
  <p:tag name="KSO_WM_BEAUTIFY_FLAG" val="#wm#"/>
  <p:tag name="KSO_WM_DIAGRAM_GROUP_CODE" val="m1-1"/>
  <p:tag name="KSO_WM_UNIT_TYPE" val="m_i"/>
  <p:tag name="KSO_WM_UNIT_INDEX" val="1_1"/>
  <p:tag name="KSO_WM_DIAGRAM_VERSION" val="3"/>
  <p:tag name="KSO_WM_DIAGRAM_COLOR_TRICK" val="1"/>
  <p:tag name="KSO_WM_DIAGRAM_COLOR_TEXT_CAN_REMOVE" val="n"/>
  <p:tag name="KSO_WM_DIAGRAM_MAX_ITEMCNT" val="12"/>
  <p:tag name="KSO_WM_DIAGRAM_MIN_ITEMCNT" val="3"/>
  <p:tag name="KSO_WM_DIAGRAM_COLOR_MATCH_VALUE" val="{&quot;shape&quot;:{&quot;fill&quot;:{&quot;type&quot;:0},&quot;glow&quot;:{&quot;colorType&quot;:0},&quot;line&quot;:{&quot;solidLine&quot;:{&quot;brightness&quot;:0.5,&quot;colorType&quot;:1,&quot;foreColorIndex&quot;:13,&quot;transparency&quot;:0.699999988079071},&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13"/>
  <p:tag name="KSO_WM_DIAGRAM_USE_COLOR_VALUE" val="{&quot;color_scheme&quot;:1,&quot;color_type&quot;:1,&quot;theme_color_indexes&quot;:[5,6,5,6,5,6]}"/>
</p:tagLst>
</file>

<file path=ppt/tags/tag2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6929_6*m_i*1_2"/>
  <p:tag name="KSO_WM_TEMPLATE_CATEGORY" val="diagram"/>
  <p:tag name="KSO_WM_TEMPLATE_INDEX" val="20236929"/>
  <p:tag name="KSO_WM_UNIT_LAYERLEVEL" val="1_1"/>
  <p:tag name="KSO_WM_TAG_VERSION" val="3.0"/>
  <p:tag name="KSO_WM_BEAUTIFY_FLAG" val="#wm#"/>
  <p:tag name="KSO_WM_DIAGRAM_GROUP_CODE" val="m1-1"/>
  <p:tag name="KSO_WM_UNIT_TYPE" val="m_i"/>
  <p:tag name="KSO_WM_UNIT_INDEX" val="1_2"/>
  <p:tag name="KSO_WM_DIAGRAM_VERSION" val="3"/>
  <p:tag name="KSO_WM_DIAGRAM_COLOR_TRICK" val="1"/>
  <p:tag name="KSO_WM_DIAGRAM_COLOR_TEXT_CAN_REMOVE" val="n"/>
  <p:tag name="KSO_WM_DIAGRAM_VIRTUALLY_FRAME" val="{&quot;height&quot;:311.753165696502,&quot;left&quot;:-3.75,&quot;top&quot;:51.51417322834645,&quot;width&quot;:720}"/>
  <p:tag name="KSO_WM_DIAGRAM_MAX_ITEMCNT" val="12"/>
  <p:tag name="KSO_WM_DIAGRAM_MIN_ITEMCNT" val="3"/>
  <p:tag name="KSO_WM_DIAGRAM_COLOR_MATCH_VALUE" val="{&quot;shape&quot;:{&quot;fill&quot;:{&quot;type&quot;:0},&quot;glow&quot;:{&quot;colorType&quot;:0},&quot;line&quot;:{&quot;solidLine&quot;:{&quot;brightness&quot;:0.5,&quot;colorType&quot;:1,&quot;foreColorIndex&quot;:13,&quot;transparency&quot;:0.699999988079071},&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13"/>
  <p:tag name="KSO_WM_DIAGRAM_USE_COLOR_VALUE" val="{&quot;color_scheme&quot;:1,&quot;color_type&quot;:1,&quot;theme_color_indexes&quot;:[5,6,5,6,5,6]}"/>
</p:tagLst>
</file>

<file path=ppt/tags/tag253.xml><?xml version="1.0" encoding="utf-8"?>
<p:tagLst xmlns:a="http://schemas.openxmlformats.org/drawingml/2006/main" xmlns:r="http://schemas.openxmlformats.org/officeDocument/2006/relationships" xmlns:p="http://schemas.openxmlformats.org/presentationml/2006/main">
  <p:tag name="KSO_WM_DIAGRAM_VIRTUALLY_FRAME" val="{&quot;height&quot;:311.753165696502,&quot;left&quot;:-3.75,&quot;top&quot;:51.51417322834645,&quot;width&quot;:720}"/>
  <p:tag name="KSO_WM_UNIT_HIGHLIGHT" val="0"/>
  <p:tag name="KSO_WM_UNIT_COMPATIBLE" val="0"/>
  <p:tag name="KSO_WM_UNIT_DIAGRAM_ISNUMVISUAL" val="0"/>
  <p:tag name="KSO_WM_UNIT_DIAGRAM_ISREFERUNIT" val="0"/>
  <p:tag name="KSO_WM_UNIT_ID" val="diagram20236929_6*m_i*1_3"/>
  <p:tag name="KSO_WM_TEMPLATE_CATEGORY" val="diagram"/>
  <p:tag name="KSO_WM_TEMPLATE_INDEX" val="20236929"/>
  <p:tag name="KSO_WM_UNIT_LAYERLEVEL" val="1_1"/>
  <p:tag name="KSO_WM_TAG_VERSION" val="3.0"/>
  <p:tag name="KSO_WM_BEAUTIFY_FLAG" val="#wm#"/>
  <p:tag name="KSO_WM_DIAGRAM_GROUP_CODE" val="m1-1"/>
  <p:tag name="KSO_WM_UNIT_TYPE" val="m_i"/>
  <p:tag name="KSO_WM_UNIT_INDEX" val="1_3"/>
  <p:tag name="KSO_WM_DIAGRAM_VERSION" val="3"/>
  <p:tag name="KSO_WM_DIAGRAM_COLOR_TRICK" val="1"/>
  <p:tag name="KSO_WM_DIAGRAM_COLOR_TEXT_CAN_REMOVE" val="n"/>
  <p:tag name="KSO_WM_DIAGRAM_MAX_ITEMCNT" val="12"/>
  <p:tag name="KSO_WM_DIAGRAM_MIN_ITEMCNT" val="3"/>
  <p:tag name="KSO_WM_DIAGRAM_COLOR_MATCH_VALUE" val="{&quot;shape&quot;:{&quot;fill&quot;:{&quot;type&quot;:0},&quot;glow&quot;:{&quot;colorType&quot;:0},&quot;line&quot;:{&quot;solidLine&quot;:{&quot;brightness&quot;:0.5,&quot;colorType&quot;:1,&quot;foreColorIndex&quot;:13,&quot;transparency&quot;:0.699999988079071},&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13"/>
  <p:tag name="KSO_WM_DIAGRAM_USE_COLOR_VALUE" val="{&quot;color_scheme&quot;:1,&quot;color_type&quot;:1,&quot;theme_color_indexes&quot;:[5,6,5,6,5,6]}"/>
</p:tagLst>
</file>

<file path=ppt/tags/tag254.xml><?xml version="1.0" encoding="utf-8"?>
<p:tagLst xmlns:a="http://schemas.openxmlformats.org/drawingml/2006/main" xmlns:r="http://schemas.openxmlformats.org/officeDocument/2006/relationships" xmlns:p="http://schemas.openxmlformats.org/presentationml/2006/main">
  <p:tag name="KSO_WM_DIAGRAM_VIRTUALLY_FRAME" val="{&quot;height&quot;:311.753165696502,&quot;left&quot;:-3.75,&quot;top&quot;:51.51417322834645,&quot;width&quot;:720}"/>
  <p:tag name="KSO_WM_UNIT_HIGHLIGHT" val="0"/>
  <p:tag name="KSO_WM_UNIT_COMPATIBLE" val="0"/>
  <p:tag name="KSO_WM_UNIT_DIAGRAM_ISNUMVISUAL" val="0"/>
  <p:tag name="KSO_WM_UNIT_DIAGRAM_ISREFERUNIT" val="0"/>
  <p:tag name="KSO_WM_UNIT_ID" val="diagram20236929_6*m_i*1_4"/>
  <p:tag name="KSO_WM_TEMPLATE_CATEGORY" val="diagram"/>
  <p:tag name="KSO_WM_TEMPLATE_INDEX" val="20236929"/>
  <p:tag name="KSO_WM_UNIT_LAYERLEVEL" val="1_1"/>
  <p:tag name="KSO_WM_TAG_VERSION" val="3.0"/>
  <p:tag name="KSO_WM_BEAUTIFY_FLAG" val="#wm#"/>
  <p:tag name="KSO_WM_DIAGRAM_GROUP_CODE" val="m1-1"/>
  <p:tag name="KSO_WM_UNIT_TYPE" val="m_i"/>
  <p:tag name="KSO_WM_UNIT_INDEX" val="1_4"/>
  <p:tag name="KSO_WM_DIAGRAM_VERSION" val="3"/>
  <p:tag name="KSO_WM_DIAGRAM_COLOR_TRICK" val="1"/>
  <p:tag name="KSO_WM_DIAGRAM_COLOR_TEXT_CAN_REMOVE" val="n"/>
  <p:tag name="KSO_WM_DIAGRAM_MAX_ITEMCNT" val="12"/>
  <p:tag name="KSO_WM_DIAGRAM_MIN_ITEMCNT" val="3"/>
  <p:tag name="KSO_WM_DIAGRAM_COLOR_MATCH_VALUE" val="{&quot;shape&quot;:{&quot;fill&quot;:{&quot;type&quot;:0},&quot;glow&quot;:{&quot;colorType&quot;:0},&quot;line&quot;:{&quot;solidLine&quot;:{&quot;brightness&quot;:0.5,&quot;colorType&quot;:1,&quot;foreColorIndex&quot;:13,&quot;transparency&quot;:0.699999988079071},&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13"/>
  <p:tag name="KSO_WM_DIAGRAM_USE_COLOR_VALUE" val="{&quot;color_scheme&quot;:1,&quot;color_type&quot;:1,&quot;theme_color_indexes&quot;:[5,6,5,6,5,6]}"/>
</p:tagLst>
</file>

<file path=ppt/tags/tag255.xml><?xml version="1.0" encoding="utf-8"?>
<p:tagLst xmlns:a="http://schemas.openxmlformats.org/drawingml/2006/main" xmlns:r="http://schemas.openxmlformats.org/officeDocument/2006/relationships" xmlns:p="http://schemas.openxmlformats.org/presentationml/2006/main">
  <p:tag name="KSO_WM_DIAGRAM_VIRTUALLY_FRAME" val="{&quot;height&quot;:311.753165696502,&quot;left&quot;:-3.75,&quot;top&quot;:51.51417322834645,&quot;width&quot;:720}"/>
  <p:tag name="KSO_WM_UNIT_HIGHLIGHT" val="0"/>
  <p:tag name="KSO_WM_UNIT_COMPATIBLE" val="0"/>
  <p:tag name="KSO_WM_UNIT_DIAGRAM_ISNUMVISUAL" val="0"/>
  <p:tag name="KSO_WM_UNIT_DIAGRAM_ISREFERUNIT" val="0"/>
  <p:tag name="KSO_WM_UNIT_ID" val="diagram20236929_6*m_i*1_5"/>
  <p:tag name="KSO_WM_TEMPLATE_CATEGORY" val="diagram"/>
  <p:tag name="KSO_WM_TEMPLATE_INDEX" val="20236929"/>
  <p:tag name="KSO_WM_UNIT_LAYERLEVEL" val="1_1"/>
  <p:tag name="KSO_WM_TAG_VERSION" val="3.0"/>
  <p:tag name="KSO_WM_BEAUTIFY_FLAG" val="#wm#"/>
  <p:tag name="KSO_WM_DIAGRAM_GROUP_CODE" val="m1-1"/>
  <p:tag name="KSO_WM_UNIT_TYPE" val="m_i"/>
  <p:tag name="KSO_WM_UNIT_INDEX" val="1_5"/>
  <p:tag name="KSO_WM_DIAGRAM_VERSION" val="3"/>
  <p:tag name="KSO_WM_DIAGRAM_COLOR_TRICK" val="1"/>
  <p:tag name="KSO_WM_DIAGRAM_COLOR_TEXT_CAN_REMOVE" val="n"/>
  <p:tag name="KSO_WM_DIAGRAM_MAX_ITEMCNT" val="12"/>
  <p:tag name="KSO_WM_DIAGRAM_MIN_ITEMCNT" val="3"/>
  <p:tag name="KSO_WM_DIAGRAM_COLOR_MATCH_VALUE" val="{&quot;shape&quot;:{&quot;fill&quot;:{&quot;solid&quot;:{&quot;brightness&quot;:0.5,&quot;colorType&quot;:1,&quot;foreColorIndex&quot;:13,&quot;transparency&quot;: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5"/>
  <p:tag name="KSO_WM_DIAGRAM_USE_COLOR_VALUE" val="{&quot;color_scheme&quot;:1,&quot;color_type&quot;:1,&quot;theme_color_indexes&quot;:[5,6,5,6,5,6]}"/>
</p:tagLst>
</file>

<file path=ppt/tags/tag256.xml><?xml version="1.0" encoding="utf-8"?>
<p:tagLst xmlns:a="http://schemas.openxmlformats.org/drawingml/2006/main" xmlns:r="http://schemas.openxmlformats.org/officeDocument/2006/relationships" xmlns:p="http://schemas.openxmlformats.org/presentationml/2006/main">
  <p:tag name="KSO_WM_DIAGRAM_VIRTUALLY_FRAME" val="{&quot;height&quot;:311.753165696502,&quot;left&quot;:-3.75,&quot;top&quot;:51.51417322834645,&quot;width&quot;:720}"/>
  <p:tag name="KSO_WM_UNIT_HIGHLIGHT" val="0"/>
  <p:tag name="KSO_WM_UNIT_COMPATIBLE" val="0"/>
  <p:tag name="KSO_WM_UNIT_DIAGRAM_ISNUMVISUAL" val="0"/>
  <p:tag name="KSO_WM_UNIT_DIAGRAM_ISREFERUNIT" val="0"/>
  <p:tag name="KSO_WM_UNIT_ID" val="diagram20236929_6*m_i*1_6"/>
  <p:tag name="KSO_WM_TEMPLATE_CATEGORY" val="diagram"/>
  <p:tag name="KSO_WM_TEMPLATE_INDEX" val="20236929"/>
  <p:tag name="KSO_WM_UNIT_LAYERLEVEL" val="1_1"/>
  <p:tag name="KSO_WM_TAG_VERSION" val="3.0"/>
  <p:tag name="KSO_WM_BEAUTIFY_FLAG" val="#wm#"/>
  <p:tag name="KSO_WM_DIAGRAM_GROUP_CODE" val="m1-1"/>
  <p:tag name="KSO_WM_UNIT_TYPE" val="m_i"/>
  <p:tag name="KSO_WM_UNIT_INDEX" val="1_6"/>
  <p:tag name="KSO_WM_DIAGRAM_VERSION" val="3"/>
  <p:tag name="KSO_WM_DIAGRAM_COLOR_TRICK" val="1"/>
  <p:tag name="KSO_WM_DIAGRAM_COLOR_TEXT_CAN_REMOVE" val="n"/>
  <p:tag name="KSO_WM_DIAGRAM_MAX_ITEMCNT" val="12"/>
  <p:tag name="KSO_WM_DIAGRAM_MIN_ITEMCNT" val="3"/>
  <p:tag name="KSO_WM_DIAGRAM_COLOR_MATCH_VALUE" val="{&quot;shape&quot;:{&quot;fill&quot;:{&quot;solid&quot;:{&quot;brightness&quot;:0.5,&quot;colorType&quot;:1,&quot;foreColorIndex&quot;:13,&quot;transparency&quot;: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5"/>
  <p:tag name="KSO_WM_DIAGRAM_USE_COLOR_VALUE" val="{&quot;color_scheme&quot;:1,&quot;color_type&quot;:1,&quot;theme_color_indexes&quot;:[5,6,5,6,5,6]}"/>
</p:tagLst>
</file>

<file path=ppt/tags/tag257.xml><?xml version="1.0" encoding="utf-8"?>
<p:tagLst xmlns:a="http://schemas.openxmlformats.org/drawingml/2006/main" xmlns:r="http://schemas.openxmlformats.org/officeDocument/2006/relationships" xmlns:p="http://schemas.openxmlformats.org/presentationml/2006/main">
  <p:tag name="KSO_WM_DIAGRAM_VIRTUALLY_FRAME" val="{&quot;height&quot;:311.753165696502,&quot;left&quot;:-3.75,&quot;top&quot;:51.51417322834645,&quot;width&quot;:720}"/>
  <p:tag name="KSO_WM_UNIT_HIGHLIGHT" val="0"/>
  <p:tag name="KSO_WM_UNIT_COMPATIBLE" val="0"/>
  <p:tag name="KSO_WM_UNIT_DIAGRAM_ISNUMVISUAL" val="0"/>
  <p:tag name="KSO_WM_UNIT_DIAGRAM_ISREFERUNIT" val="0"/>
  <p:tag name="KSO_WM_UNIT_ID" val="diagram20236929_6*m_i*1_7"/>
  <p:tag name="KSO_WM_TEMPLATE_CATEGORY" val="diagram"/>
  <p:tag name="KSO_WM_TEMPLATE_INDEX" val="20236929"/>
  <p:tag name="KSO_WM_UNIT_LAYERLEVEL" val="1_1"/>
  <p:tag name="KSO_WM_TAG_VERSION" val="3.0"/>
  <p:tag name="KSO_WM_BEAUTIFY_FLAG" val="#wm#"/>
  <p:tag name="KSO_WM_DIAGRAM_GROUP_CODE" val="m1-1"/>
  <p:tag name="KSO_WM_UNIT_TYPE" val="m_i"/>
  <p:tag name="KSO_WM_UNIT_INDEX" val="1_7"/>
  <p:tag name="KSO_WM_DIAGRAM_VERSION" val="3"/>
  <p:tag name="KSO_WM_DIAGRAM_COLOR_TRICK" val="1"/>
  <p:tag name="KSO_WM_DIAGRAM_COLOR_TEXT_CAN_REMOVE" val="n"/>
  <p:tag name="KSO_WM_DIAGRAM_MAX_ITEMCNT" val="12"/>
  <p:tag name="KSO_WM_DIAGRAM_MIN_ITEMCNT" val="3"/>
  <p:tag name="KSO_WM_DIAGRAM_COLOR_MATCH_VALUE" val="{&quot;shape&quot;:{&quot;fill&quot;:{&quot;solid&quot;:{&quot;brightness&quot;:0.5,&quot;colorType&quot;:1,&quot;foreColorIndex&quot;:13,&quot;transparency&quot;: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5"/>
  <p:tag name="KSO_WM_DIAGRAM_USE_COLOR_VALUE" val="{&quot;color_scheme&quot;:1,&quot;color_type&quot;:1,&quot;theme_color_indexes&quot;:[5,6,5,6,5,6]}"/>
</p:tagLst>
</file>

<file path=ppt/tags/tag258.xml><?xml version="1.0" encoding="utf-8"?>
<p:tagLst xmlns:a="http://schemas.openxmlformats.org/drawingml/2006/main" xmlns:r="http://schemas.openxmlformats.org/officeDocument/2006/relationships" xmlns:p="http://schemas.openxmlformats.org/presentationml/2006/main">
  <p:tag name="KSO_WM_DIAGRAM_VIRTUALLY_FRAME" val="{&quot;height&quot;:311.753165696502,&quot;left&quot;:-3.75,&quot;top&quot;:51.51417322834645,&quot;width&quot;:720}"/>
  <p:tag name="KSO_WM_UNIT_HIGHLIGHT" val="0"/>
  <p:tag name="KSO_WM_UNIT_COMPATIBLE" val="0"/>
  <p:tag name="KSO_WM_UNIT_DIAGRAM_ISNUMVISUAL" val="0"/>
  <p:tag name="KSO_WM_UNIT_DIAGRAM_ISREFERUNIT" val="0"/>
  <p:tag name="KSO_WM_UNIT_ID" val="diagram20236929_6*m_i*1_8"/>
  <p:tag name="KSO_WM_TEMPLATE_CATEGORY" val="diagram"/>
  <p:tag name="KSO_WM_TEMPLATE_INDEX" val="20236929"/>
  <p:tag name="KSO_WM_UNIT_LAYERLEVEL" val="1_1"/>
  <p:tag name="KSO_WM_TAG_VERSION" val="3.0"/>
  <p:tag name="KSO_WM_BEAUTIFY_FLAG" val="#wm#"/>
  <p:tag name="KSO_WM_DIAGRAM_GROUP_CODE" val="m1-1"/>
  <p:tag name="KSO_WM_UNIT_TYPE" val="m_i"/>
  <p:tag name="KSO_WM_UNIT_INDEX" val="1_8"/>
  <p:tag name="KSO_WM_DIAGRAM_VERSION" val="3"/>
  <p:tag name="KSO_WM_DIAGRAM_COLOR_TRICK" val="1"/>
  <p:tag name="KSO_WM_DIAGRAM_COLOR_TEXT_CAN_REMOVE" val="n"/>
  <p:tag name="KSO_WM_DIAGRAM_MAX_ITEMCNT" val="12"/>
  <p:tag name="KSO_WM_DIAGRAM_MIN_ITEMCNT" val="3"/>
  <p:tag name="KSO_WM_DIAGRAM_COLOR_MATCH_VALUE" val="{&quot;shape&quot;:{&quot;fill&quot;:{&quot;solid&quot;:{&quot;brightness&quot;:0.5,&quot;colorType&quot;:1,&quot;foreColorIndex&quot;:13,&quot;transparency&quot;: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5"/>
  <p:tag name="KSO_WM_DIAGRAM_USE_COLOR_VALUE" val="{&quot;color_scheme&quot;:1,&quot;color_type&quot;:1,&quot;theme_color_indexes&quot;:[5,6,5,6,5,6]}"/>
</p:tagLst>
</file>

<file path=ppt/tags/tag259.xml><?xml version="1.0" encoding="utf-8"?>
<p:tagLst xmlns:a="http://schemas.openxmlformats.org/drawingml/2006/main" xmlns:r="http://schemas.openxmlformats.org/officeDocument/2006/relationships" xmlns:p="http://schemas.openxmlformats.org/presentationml/2006/main">
  <p:tag name="KSO_WM_DIAGRAM_VIRTUALLY_FRAME" val="{&quot;height&quot;:311.753165696502,&quot;left&quot;:-3.75,&quot;top&quot;:51.51417322834645,&quot;width&quot;:720}"/>
  <p:tag name="KSO_WM_UNIT_HIGHLIGHT" val="0"/>
  <p:tag name="KSO_WM_UNIT_COMPATIBLE" val="0"/>
  <p:tag name="KSO_WM_UNIT_DIAGRAM_ISNUMVISUAL" val="0"/>
  <p:tag name="KSO_WM_UNIT_DIAGRAM_ISREFERUNIT" val="0"/>
  <p:tag name="KSO_WM_UNIT_ID" val="diagram20236929_6*m_h_i*1_1_1"/>
  <p:tag name="KSO_WM_TEMPLATE_CATEGORY" val="diagram"/>
  <p:tag name="KSO_WM_TEMPLATE_INDEX" val="20236929"/>
  <p:tag name="KSO_WM_UNIT_LAYERLEVEL" val="1_1_1"/>
  <p:tag name="KSO_WM_TAG_VERSION" val="3.0"/>
  <p:tag name="KSO_WM_BEAUTIFY_FLAG" val="#wm#"/>
  <p:tag name="KSO_WM_DIAGRAM_GROUP_CODE" val="m1-1"/>
  <p:tag name="KSO_WM_UNIT_TYPE" val="m_h_i"/>
  <p:tag name="KSO_WM_UNIT_INDEX" val="1_1_1"/>
  <p:tag name="KSO_WM_DIAGRAM_VERSION" val="3"/>
  <p:tag name="KSO_WM_DIAGRAM_COLOR_TRICK" val="1"/>
  <p:tag name="KSO_WM_DIAGRAM_COLOR_TEXT_CAN_REMOVE" val="n"/>
  <p:tag name="KSO_WM_DIAGRAM_MAX_ITEMCNT" val="12"/>
  <p:tag name="KSO_WM_DIAGRAM_MIN_ITEMCNT" val="3"/>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quot;type&quot;:1},&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5,6,5,6,5,6]}"/>
</p:tagLst>
</file>

<file path=ppt/tags/tag260.xml><?xml version="1.0" encoding="utf-8"?>
<p:tagLst xmlns:a="http://schemas.openxmlformats.org/drawingml/2006/main" xmlns:r="http://schemas.openxmlformats.org/officeDocument/2006/relationships" xmlns:p="http://schemas.openxmlformats.org/presentationml/2006/main">
  <p:tag name="KSO_WM_DIAGRAM_VIRTUALLY_FRAME" val="{&quot;height&quot;:311.753165696502,&quot;left&quot;:-3.75,&quot;top&quot;:51.51417322834645,&quot;width&quot;:720}"/>
  <p:tag name="KSO_WM_UNIT_HIGHLIGHT" val="0"/>
  <p:tag name="KSO_WM_UNIT_COMPATIBLE" val="0"/>
  <p:tag name="KSO_WM_UNIT_DIAGRAM_ISNUMVISUAL" val="0"/>
  <p:tag name="KSO_WM_UNIT_DIAGRAM_ISREFERUNIT" val="0"/>
  <p:tag name="KSO_WM_UNIT_ID" val="diagram20236929_6*m_h_i*1_2_1"/>
  <p:tag name="KSO_WM_TEMPLATE_CATEGORY" val="diagram"/>
  <p:tag name="KSO_WM_TEMPLATE_INDEX" val="20236929"/>
  <p:tag name="KSO_WM_UNIT_LAYERLEVEL" val="1_1_1"/>
  <p:tag name="KSO_WM_TAG_VERSION" val="3.0"/>
  <p:tag name="KSO_WM_BEAUTIFY_FLAG" val="#wm#"/>
  <p:tag name="KSO_WM_DIAGRAM_GROUP_CODE" val="m1-1"/>
  <p:tag name="KSO_WM_UNIT_TYPE" val="m_h_i"/>
  <p:tag name="KSO_WM_UNIT_INDEX" val="1_2_1"/>
  <p:tag name="KSO_WM_DIAGRAM_VERSION" val="3"/>
  <p:tag name="KSO_WM_DIAGRAM_COLOR_TRICK" val="1"/>
  <p:tag name="KSO_WM_DIAGRAM_COLOR_TEXT_CAN_REMOVE" val="n"/>
  <p:tag name="KSO_WM_DIAGRAM_MAX_ITEMCNT" val="12"/>
  <p:tag name="KSO_WM_DIAGRAM_MIN_ITEMCNT" val="3"/>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quot;type&quot;:1},&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5,6,5,6,5,6]}"/>
</p:tagLst>
</file>

<file path=ppt/tags/tag261.xml><?xml version="1.0" encoding="utf-8"?>
<p:tagLst xmlns:a="http://schemas.openxmlformats.org/drawingml/2006/main" xmlns:r="http://schemas.openxmlformats.org/officeDocument/2006/relationships" xmlns:p="http://schemas.openxmlformats.org/presentationml/2006/main">
  <p:tag name="KSO_WM_DIAGRAM_VIRTUALLY_FRAME" val="{&quot;height&quot;:311.753165696502,&quot;left&quot;:-3.75,&quot;top&quot;:51.51417322834645,&quot;width&quot;:720}"/>
  <p:tag name="KSO_WM_UNIT_HIGHLIGHT" val="0"/>
  <p:tag name="KSO_WM_UNIT_COMPATIBLE" val="0"/>
  <p:tag name="KSO_WM_UNIT_DIAGRAM_ISNUMVISUAL" val="0"/>
  <p:tag name="KSO_WM_UNIT_DIAGRAM_ISREFERUNIT" val="0"/>
  <p:tag name="KSO_WM_UNIT_ID" val="diagram20236929_6*m_h_i*1_3_1"/>
  <p:tag name="KSO_WM_TEMPLATE_CATEGORY" val="diagram"/>
  <p:tag name="KSO_WM_TEMPLATE_INDEX" val="20236929"/>
  <p:tag name="KSO_WM_UNIT_LAYERLEVEL" val="1_1_1"/>
  <p:tag name="KSO_WM_TAG_VERSION" val="3.0"/>
  <p:tag name="KSO_WM_BEAUTIFY_FLAG" val="#wm#"/>
  <p:tag name="KSO_WM_DIAGRAM_GROUP_CODE" val="m1-1"/>
  <p:tag name="KSO_WM_UNIT_TYPE" val="m_h_i"/>
  <p:tag name="KSO_WM_UNIT_INDEX" val="1_3_1"/>
  <p:tag name="KSO_WM_DIAGRAM_VERSION" val="3"/>
  <p:tag name="KSO_WM_DIAGRAM_COLOR_TRICK" val="1"/>
  <p:tag name="KSO_WM_DIAGRAM_COLOR_TEXT_CAN_REMOVE" val="n"/>
  <p:tag name="KSO_WM_DIAGRAM_MAX_ITEMCNT" val="12"/>
  <p:tag name="KSO_WM_DIAGRAM_MIN_ITEMCNT" val="3"/>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quot;type&quot;:1},&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5,6,5,6,5,6]}"/>
</p:tagLst>
</file>

<file path=ppt/tags/tag262.xml><?xml version="1.0" encoding="utf-8"?>
<p:tagLst xmlns:a="http://schemas.openxmlformats.org/drawingml/2006/main" xmlns:r="http://schemas.openxmlformats.org/officeDocument/2006/relationships" xmlns:p="http://schemas.openxmlformats.org/presentationml/2006/main">
  <p:tag name="KSO_WM_DIAGRAM_VIRTUALLY_FRAME" val="{&quot;height&quot;:311.753165696502,&quot;left&quot;:-3.75,&quot;top&quot;:51.51417322834645,&quot;width&quot;:720}"/>
  <p:tag name="KSO_WM_UNIT_HIGHLIGHT" val="0"/>
  <p:tag name="KSO_WM_UNIT_COMPATIBLE" val="0"/>
  <p:tag name="KSO_WM_UNIT_DIAGRAM_ISNUMVISUAL" val="0"/>
  <p:tag name="KSO_WM_UNIT_DIAGRAM_ISREFERUNIT" val="0"/>
  <p:tag name="KSO_WM_UNIT_ID" val="diagram20236929_6*m_h_i*1_8_1"/>
  <p:tag name="KSO_WM_TEMPLATE_CATEGORY" val="diagram"/>
  <p:tag name="KSO_WM_TEMPLATE_INDEX" val="20236929"/>
  <p:tag name="KSO_WM_UNIT_LAYERLEVEL" val="1_1_1"/>
  <p:tag name="KSO_WM_TAG_VERSION" val="3.0"/>
  <p:tag name="KSO_WM_BEAUTIFY_FLAG" val="#wm#"/>
  <p:tag name="KSO_WM_DIAGRAM_GROUP_CODE" val="m1-1"/>
  <p:tag name="KSO_WM_UNIT_TYPE" val="m_h_i"/>
  <p:tag name="KSO_WM_UNIT_INDEX" val="1_8_1"/>
  <p:tag name="KSO_WM_DIAGRAM_VERSION" val="3"/>
  <p:tag name="KSO_WM_DIAGRAM_COLOR_TRICK" val="1"/>
  <p:tag name="KSO_WM_DIAGRAM_COLOR_TEXT_CAN_REMOVE" val="n"/>
  <p:tag name="KSO_WM_DIAGRAM_MAX_ITEMCNT" val="12"/>
  <p:tag name="KSO_WM_DIAGRAM_MIN_ITEMCNT" val="3"/>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quot;type&quot;:1},&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5,6,5,6,5,6]}"/>
</p:tagLst>
</file>

<file path=ppt/tags/tag263.xml><?xml version="1.0" encoding="utf-8"?>
<p:tagLst xmlns:a="http://schemas.openxmlformats.org/drawingml/2006/main" xmlns:r="http://schemas.openxmlformats.org/officeDocument/2006/relationships" xmlns:p="http://schemas.openxmlformats.org/presentationml/2006/main">
  <p:tag name="KSO_WM_DIAGRAM_VIRTUALLY_FRAME" val="{&quot;height&quot;:311.753165696502,&quot;left&quot;:-3.75,&quot;top&quot;:51.51417322834645,&quot;width&quot;:720}"/>
  <p:tag name="KSO_WM_UNIT_HIGHLIGHT" val="0"/>
  <p:tag name="KSO_WM_UNIT_COMPATIBLE" val="0"/>
  <p:tag name="KSO_WM_UNIT_DIAGRAM_ISNUMVISUAL" val="0"/>
  <p:tag name="KSO_WM_UNIT_DIAGRAM_ISREFERUNIT" val="0"/>
  <p:tag name="KSO_WM_UNIT_ID" val="diagram20236929_6*m_h_i*1_7_1"/>
  <p:tag name="KSO_WM_TEMPLATE_CATEGORY" val="diagram"/>
  <p:tag name="KSO_WM_TEMPLATE_INDEX" val="20236929"/>
  <p:tag name="KSO_WM_UNIT_LAYERLEVEL" val="1_1_1"/>
  <p:tag name="KSO_WM_TAG_VERSION" val="3.0"/>
  <p:tag name="KSO_WM_BEAUTIFY_FLAG" val="#wm#"/>
  <p:tag name="KSO_WM_DIAGRAM_GROUP_CODE" val="m1-1"/>
  <p:tag name="KSO_WM_UNIT_TYPE" val="m_h_i"/>
  <p:tag name="KSO_WM_UNIT_INDEX" val="1_7_1"/>
  <p:tag name="KSO_WM_DIAGRAM_VERSION" val="3"/>
  <p:tag name="KSO_WM_DIAGRAM_COLOR_TRICK" val="1"/>
  <p:tag name="KSO_WM_DIAGRAM_COLOR_TEXT_CAN_REMOVE" val="n"/>
  <p:tag name="KSO_WM_DIAGRAM_MAX_ITEMCNT" val="12"/>
  <p:tag name="KSO_WM_DIAGRAM_MIN_ITEMCNT" val="3"/>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quot;type&quot;:1},&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5,6,5,6,5,6]}"/>
</p:tagLst>
</file>

<file path=ppt/tags/tag264.xml><?xml version="1.0" encoding="utf-8"?>
<p:tagLst xmlns:a="http://schemas.openxmlformats.org/drawingml/2006/main" xmlns:r="http://schemas.openxmlformats.org/officeDocument/2006/relationships" xmlns:p="http://schemas.openxmlformats.org/presentationml/2006/main">
  <p:tag name="KSO_WM_DIAGRAM_VIRTUALLY_FRAME" val="{&quot;height&quot;:311.753165696502,&quot;left&quot;:-3.75,&quot;top&quot;:51.51417322834645,&quot;width&quot;:720}"/>
  <p:tag name="KSO_WM_UNIT_HIGHLIGHT" val="0"/>
  <p:tag name="KSO_WM_UNIT_COMPATIBLE" val="0"/>
  <p:tag name="KSO_WM_UNIT_DIAGRAM_ISNUMVISUAL" val="0"/>
  <p:tag name="KSO_WM_UNIT_DIAGRAM_ISREFERUNIT" val="0"/>
  <p:tag name="KSO_WM_UNIT_ID" val="diagram20236929_6*m_h_i*1_6_1"/>
  <p:tag name="KSO_WM_TEMPLATE_CATEGORY" val="diagram"/>
  <p:tag name="KSO_WM_TEMPLATE_INDEX" val="20236929"/>
  <p:tag name="KSO_WM_UNIT_LAYERLEVEL" val="1_1_1"/>
  <p:tag name="KSO_WM_TAG_VERSION" val="3.0"/>
  <p:tag name="KSO_WM_BEAUTIFY_FLAG" val="#wm#"/>
  <p:tag name="KSO_WM_DIAGRAM_GROUP_CODE" val="m1-1"/>
  <p:tag name="KSO_WM_UNIT_TYPE" val="m_h_i"/>
  <p:tag name="KSO_WM_UNIT_INDEX" val="1_6_1"/>
  <p:tag name="KSO_WM_DIAGRAM_VERSION" val="3"/>
  <p:tag name="KSO_WM_DIAGRAM_COLOR_TRICK" val="1"/>
  <p:tag name="KSO_WM_DIAGRAM_COLOR_TEXT_CAN_REMOVE" val="n"/>
  <p:tag name="KSO_WM_DIAGRAM_MAX_ITEMCNT" val="12"/>
  <p:tag name="KSO_WM_DIAGRAM_MIN_ITEMCNT" val="3"/>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quot;type&quot;:1},&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5,6,5,6,5,6]}"/>
</p:tagLst>
</file>

<file path=ppt/tags/tag265.xml><?xml version="1.0" encoding="utf-8"?>
<p:tagLst xmlns:a="http://schemas.openxmlformats.org/drawingml/2006/main" xmlns:r="http://schemas.openxmlformats.org/officeDocument/2006/relationships" xmlns:p="http://schemas.openxmlformats.org/presentationml/2006/main">
  <p:tag name="KSO_WM_DIAGRAM_VIRTUALLY_FRAME" val="{&quot;height&quot;:311.753165696502,&quot;left&quot;:-3.75,&quot;top&quot;:51.51417322834645,&quot;width&quot;:720}"/>
  <p:tag name="KSO_WM_UNIT_HIGHLIGHT" val="0"/>
  <p:tag name="KSO_WM_UNIT_COMPATIBLE" val="0"/>
  <p:tag name="KSO_WM_UNIT_DIAGRAM_ISNUMVISUAL" val="0"/>
  <p:tag name="KSO_WM_UNIT_DIAGRAM_ISREFERUNIT" val="0"/>
  <p:tag name="KSO_WM_UNIT_ID" val="diagram20236929_6*m_h_f*1_1_1"/>
  <p:tag name="KSO_WM_TEMPLATE_CATEGORY" val="diagram"/>
  <p:tag name="KSO_WM_TEMPLATE_INDEX" val="20236929"/>
  <p:tag name="KSO_WM_UNIT_LAYERLEVEL" val="1_1_1"/>
  <p:tag name="KSO_WM_TAG_VERSION" val="3.0"/>
  <p:tag name="KSO_WM_BEAUTIFY_FLAG" val="#wm#"/>
  <p:tag name="KSO_WM_UNIT_SUBTYPE" val="a"/>
  <p:tag name="KSO_WM_UNIT_NOCLEAR" val="0"/>
  <p:tag name="KSO_WM_DIAGRAM_GROUP_CODE" val="m1-1"/>
  <p:tag name="KSO_WM_UNIT_TYPE" val="m_h_f"/>
  <p:tag name="KSO_WM_UNIT_INDEX" val="1_1_1"/>
  <p:tag name="KSO_WM_DIAGRAM_VERSION" val="3"/>
  <p:tag name="KSO_WM_DIAGRAM_COLOR_TRICK" val="1"/>
  <p:tag name="KSO_WM_DIAGRAM_COLOR_TEXT_CAN_REMOVE" val="n"/>
  <p:tag name="KSO_WM_DIAGRAM_MAX_ITEMCNT" val="12"/>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输入项正文，文字是您思想的提炼"/>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266.xml><?xml version="1.0" encoding="utf-8"?>
<p:tagLst xmlns:a="http://schemas.openxmlformats.org/drawingml/2006/main" xmlns:r="http://schemas.openxmlformats.org/officeDocument/2006/relationships" xmlns:p="http://schemas.openxmlformats.org/presentationml/2006/main">
  <p:tag name="KSO_WM_DIAGRAM_VIRTUALLY_FRAME" val="{&quot;height&quot;:311.753165696502,&quot;left&quot;:-3.75,&quot;top&quot;:51.51417322834645,&quot;width&quot;:720}"/>
  <p:tag name="KSO_WM_UNIT_HIGHLIGHT" val="0"/>
  <p:tag name="KSO_WM_UNIT_COMPATIBLE" val="0"/>
  <p:tag name="KSO_WM_UNIT_DIAGRAM_ISNUMVISUAL" val="0"/>
  <p:tag name="KSO_WM_UNIT_DIAGRAM_ISREFERUNIT" val="0"/>
  <p:tag name="KSO_WM_UNIT_ID" val="diagram20236929_6*m_h_a*1_1_2"/>
  <p:tag name="KSO_WM_TEMPLATE_CATEGORY" val="diagram"/>
  <p:tag name="KSO_WM_TEMPLATE_INDEX" val="20236929"/>
  <p:tag name="KSO_WM_UNIT_LAYERLEVEL" val="1_1_1"/>
  <p:tag name="KSO_WM_TAG_VERSION" val="3.0"/>
  <p:tag name="KSO_WM_BEAUTIFY_FLAG" val="#wm#"/>
  <p:tag name="KSO_WM_DIAGRAM_GROUP_CODE" val="m1-1"/>
  <p:tag name="KSO_WM_UNIT_TYPE" val="m_h_a"/>
  <p:tag name="KSO_WM_UNIT_INDEX" val="1_1_2"/>
  <p:tag name="KSO_WM_DIAGRAM_VERSION" val="3"/>
  <p:tag name="KSO_WM_DIAGRAM_COLOR_TRICK" val="1"/>
  <p:tag name="KSO_WM_DIAGRAM_COLOR_TEXT_CAN_REMOVE" val="n"/>
  <p:tag name="KSO_WM_UNIT_ISCONTENTSTITLE" val="0"/>
  <p:tag name="KSO_WM_UNIT_ISNUMDGMTITLE" val="0"/>
  <p:tag name="KSO_WM_UNIT_NOCLEAR" val="0"/>
  <p:tag name="KSO_WM_DIAGRAM_MAX_ITEMCNT" val="12"/>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267.xml><?xml version="1.0" encoding="utf-8"?>
<p:tagLst xmlns:a="http://schemas.openxmlformats.org/drawingml/2006/main" xmlns:r="http://schemas.openxmlformats.org/officeDocument/2006/relationships" xmlns:p="http://schemas.openxmlformats.org/presentationml/2006/main">
  <p:tag name="KSO_WM_DIAGRAM_VIRTUALLY_FRAME" val="{&quot;height&quot;:311.753165696502,&quot;left&quot;:-3.75,&quot;top&quot;:51.51417322834645,&quot;width&quot;:720}"/>
  <p:tag name="KSO_WM_UNIT_HIGHLIGHT" val="0"/>
  <p:tag name="KSO_WM_UNIT_COMPATIBLE" val="0"/>
  <p:tag name="KSO_WM_UNIT_DIAGRAM_ISNUMVISUAL" val="0"/>
  <p:tag name="KSO_WM_UNIT_DIAGRAM_ISREFERUNIT" val="0"/>
  <p:tag name="KSO_WM_UNIT_ID" val="diagram20236929_6*m_h_f*1_2_1"/>
  <p:tag name="KSO_WM_TEMPLATE_CATEGORY" val="diagram"/>
  <p:tag name="KSO_WM_TEMPLATE_INDEX" val="20236929"/>
  <p:tag name="KSO_WM_UNIT_LAYERLEVEL" val="1_1_1"/>
  <p:tag name="KSO_WM_TAG_VERSION" val="3.0"/>
  <p:tag name="KSO_WM_BEAUTIFY_FLAG" val="#wm#"/>
  <p:tag name="KSO_WM_UNIT_SUBTYPE" val="a"/>
  <p:tag name="KSO_WM_UNIT_NOCLEAR" val="0"/>
  <p:tag name="KSO_WM_DIAGRAM_GROUP_CODE" val="m1-1"/>
  <p:tag name="KSO_WM_UNIT_TYPE" val="m_h_f"/>
  <p:tag name="KSO_WM_UNIT_INDEX" val="1_2_1"/>
  <p:tag name="KSO_WM_DIAGRAM_VERSION" val="3"/>
  <p:tag name="KSO_WM_DIAGRAM_COLOR_TRICK" val="1"/>
  <p:tag name="KSO_WM_DIAGRAM_COLOR_TEXT_CAN_REMOVE" val="n"/>
  <p:tag name="KSO_WM_DIAGRAM_MAX_ITEMCNT" val="12"/>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输入项正文，文字是您思想的提炼"/>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268.xml><?xml version="1.0" encoding="utf-8"?>
<p:tagLst xmlns:a="http://schemas.openxmlformats.org/drawingml/2006/main" xmlns:r="http://schemas.openxmlformats.org/officeDocument/2006/relationships" xmlns:p="http://schemas.openxmlformats.org/presentationml/2006/main">
  <p:tag name="KSO_WM_DIAGRAM_VIRTUALLY_FRAME" val="{&quot;height&quot;:311.753165696502,&quot;left&quot;:-3.75,&quot;top&quot;:51.51417322834645,&quot;width&quot;:720}"/>
  <p:tag name="KSO_WM_UNIT_HIGHLIGHT" val="0"/>
  <p:tag name="KSO_WM_UNIT_COMPATIBLE" val="0"/>
  <p:tag name="KSO_WM_UNIT_DIAGRAM_ISNUMVISUAL" val="0"/>
  <p:tag name="KSO_WM_UNIT_DIAGRAM_ISREFERUNIT" val="0"/>
  <p:tag name="KSO_WM_UNIT_ID" val="diagram20236929_6*m_h_a*1_2_2"/>
  <p:tag name="KSO_WM_TEMPLATE_CATEGORY" val="diagram"/>
  <p:tag name="KSO_WM_TEMPLATE_INDEX" val="20236929"/>
  <p:tag name="KSO_WM_UNIT_LAYERLEVEL" val="1_1_1"/>
  <p:tag name="KSO_WM_TAG_VERSION" val="3.0"/>
  <p:tag name="KSO_WM_BEAUTIFY_FLAG" val="#wm#"/>
  <p:tag name="KSO_WM_DIAGRAM_GROUP_CODE" val="m1-1"/>
  <p:tag name="KSO_WM_UNIT_TYPE" val="m_h_a"/>
  <p:tag name="KSO_WM_UNIT_INDEX" val="1_2_2"/>
  <p:tag name="KSO_WM_DIAGRAM_VERSION" val="3"/>
  <p:tag name="KSO_WM_DIAGRAM_COLOR_TRICK" val="1"/>
  <p:tag name="KSO_WM_DIAGRAM_COLOR_TEXT_CAN_REMOVE" val="n"/>
  <p:tag name="KSO_WM_UNIT_ISCONTENTSTITLE" val="0"/>
  <p:tag name="KSO_WM_UNIT_ISNUMDGMTITLE" val="0"/>
  <p:tag name="KSO_WM_UNIT_NOCLEAR" val="0"/>
  <p:tag name="KSO_WM_DIAGRAM_MAX_ITEMCNT" val="12"/>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269.xml><?xml version="1.0" encoding="utf-8"?>
<p:tagLst xmlns:a="http://schemas.openxmlformats.org/drawingml/2006/main" xmlns:r="http://schemas.openxmlformats.org/officeDocument/2006/relationships" xmlns:p="http://schemas.openxmlformats.org/presentationml/2006/main">
  <p:tag name="KSO_WM_DIAGRAM_VIRTUALLY_FRAME" val="{&quot;height&quot;:311.753165696502,&quot;left&quot;:-3.75,&quot;top&quot;:51.51417322834645,&quot;width&quot;:720}"/>
  <p:tag name="KSO_WM_UNIT_HIGHLIGHT" val="0"/>
  <p:tag name="KSO_WM_UNIT_COMPATIBLE" val="0"/>
  <p:tag name="KSO_WM_UNIT_DIAGRAM_ISNUMVISUAL" val="0"/>
  <p:tag name="KSO_WM_UNIT_DIAGRAM_ISREFERUNIT" val="0"/>
  <p:tag name="KSO_WM_UNIT_ID" val="diagram20236929_6*m_h_f*1_3_1"/>
  <p:tag name="KSO_WM_TEMPLATE_CATEGORY" val="diagram"/>
  <p:tag name="KSO_WM_TEMPLATE_INDEX" val="20236929"/>
  <p:tag name="KSO_WM_UNIT_LAYERLEVEL" val="1_1_1"/>
  <p:tag name="KSO_WM_TAG_VERSION" val="3.0"/>
  <p:tag name="KSO_WM_BEAUTIFY_FLAG" val="#wm#"/>
  <p:tag name="KSO_WM_UNIT_SUBTYPE" val="a"/>
  <p:tag name="KSO_WM_UNIT_NOCLEAR" val="0"/>
  <p:tag name="KSO_WM_DIAGRAM_GROUP_CODE" val="m1-1"/>
  <p:tag name="KSO_WM_UNIT_TYPE" val="m_h_f"/>
  <p:tag name="KSO_WM_UNIT_INDEX" val="1_3_1"/>
  <p:tag name="KSO_WM_DIAGRAM_VERSION" val="3"/>
  <p:tag name="KSO_WM_DIAGRAM_COLOR_TRICK" val="1"/>
  <p:tag name="KSO_WM_DIAGRAM_COLOR_TEXT_CAN_REMOVE" val="n"/>
  <p:tag name="KSO_WM_DIAGRAM_MAX_ITEMCNT" val="12"/>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输入项正文，文字是您思想的提炼"/>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270.xml><?xml version="1.0" encoding="utf-8"?>
<p:tagLst xmlns:a="http://schemas.openxmlformats.org/drawingml/2006/main" xmlns:r="http://schemas.openxmlformats.org/officeDocument/2006/relationships" xmlns:p="http://schemas.openxmlformats.org/presentationml/2006/main">
  <p:tag name="KSO_WM_DIAGRAM_VIRTUALLY_FRAME" val="{&quot;height&quot;:311.753165696502,&quot;left&quot;:-3.75,&quot;top&quot;:51.51417322834645,&quot;width&quot;:720}"/>
  <p:tag name="KSO_WM_UNIT_HIGHLIGHT" val="0"/>
  <p:tag name="KSO_WM_UNIT_COMPATIBLE" val="0"/>
  <p:tag name="KSO_WM_UNIT_DIAGRAM_ISNUMVISUAL" val="0"/>
  <p:tag name="KSO_WM_UNIT_DIAGRAM_ISREFERUNIT" val="0"/>
  <p:tag name="KSO_WM_UNIT_ID" val="diagram20236929_6*m_h_a*1_3_2"/>
  <p:tag name="KSO_WM_TEMPLATE_CATEGORY" val="diagram"/>
  <p:tag name="KSO_WM_TEMPLATE_INDEX" val="20236929"/>
  <p:tag name="KSO_WM_UNIT_LAYERLEVEL" val="1_1_1"/>
  <p:tag name="KSO_WM_TAG_VERSION" val="3.0"/>
  <p:tag name="KSO_WM_BEAUTIFY_FLAG" val="#wm#"/>
  <p:tag name="KSO_WM_DIAGRAM_GROUP_CODE" val="m1-1"/>
  <p:tag name="KSO_WM_UNIT_TYPE" val="m_h_a"/>
  <p:tag name="KSO_WM_UNIT_INDEX" val="1_3_2"/>
  <p:tag name="KSO_WM_DIAGRAM_VERSION" val="3"/>
  <p:tag name="KSO_WM_DIAGRAM_COLOR_TRICK" val="1"/>
  <p:tag name="KSO_WM_DIAGRAM_COLOR_TEXT_CAN_REMOVE" val="n"/>
  <p:tag name="KSO_WM_UNIT_ISCONTENTSTITLE" val="0"/>
  <p:tag name="KSO_WM_UNIT_ISNUMDGMTITLE" val="0"/>
  <p:tag name="KSO_WM_UNIT_NOCLEAR" val="0"/>
  <p:tag name="KSO_WM_DIAGRAM_MAX_ITEMCNT" val="12"/>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271.xml><?xml version="1.0" encoding="utf-8"?>
<p:tagLst xmlns:a="http://schemas.openxmlformats.org/drawingml/2006/main" xmlns:r="http://schemas.openxmlformats.org/officeDocument/2006/relationships" xmlns:p="http://schemas.openxmlformats.org/presentationml/2006/main">
  <p:tag name="KSO_WM_DIAGRAM_VIRTUALLY_FRAME" val="{&quot;height&quot;:311.753165696502,&quot;left&quot;:-3.75,&quot;top&quot;:51.51417322834645,&quot;width&quot;:720}"/>
  <p:tag name="KSO_WM_UNIT_HIGHLIGHT" val="0"/>
  <p:tag name="KSO_WM_UNIT_COMPATIBLE" val="0"/>
  <p:tag name="KSO_WM_UNIT_DIAGRAM_ISNUMVISUAL" val="0"/>
  <p:tag name="KSO_WM_UNIT_DIAGRAM_ISREFERUNIT" val="0"/>
  <p:tag name="KSO_WM_UNIT_ID" val="diagram20236929_6*m_h_f*1_8_1"/>
  <p:tag name="KSO_WM_TEMPLATE_CATEGORY" val="diagram"/>
  <p:tag name="KSO_WM_TEMPLATE_INDEX" val="20236929"/>
  <p:tag name="KSO_WM_UNIT_LAYERLEVEL" val="1_1_1"/>
  <p:tag name="KSO_WM_TAG_VERSION" val="3.0"/>
  <p:tag name="KSO_WM_BEAUTIFY_FLAG" val="#wm#"/>
  <p:tag name="KSO_WM_UNIT_SUBTYPE" val="a"/>
  <p:tag name="KSO_WM_UNIT_NOCLEAR" val="0"/>
  <p:tag name="KSO_WM_DIAGRAM_GROUP_CODE" val="m1-1"/>
  <p:tag name="KSO_WM_UNIT_TYPE" val="m_h_f"/>
  <p:tag name="KSO_WM_UNIT_INDEX" val="1_8_1"/>
  <p:tag name="KSO_WM_DIAGRAM_VERSION" val="3"/>
  <p:tag name="KSO_WM_DIAGRAM_COLOR_TRICK" val="1"/>
  <p:tag name="KSO_WM_DIAGRAM_COLOR_TEXT_CAN_REMOVE" val="n"/>
  <p:tag name="KSO_WM_UNIT_VALUE" val="19"/>
  <p:tag name="KSO_WM_DIAGRAM_MAX_ITEMCNT" val="12"/>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输入项正文，文字是您思想的提炼"/>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272.xml><?xml version="1.0" encoding="utf-8"?>
<p:tagLst xmlns:a="http://schemas.openxmlformats.org/drawingml/2006/main" xmlns:r="http://schemas.openxmlformats.org/officeDocument/2006/relationships" xmlns:p="http://schemas.openxmlformats.org/presentationml/2006/main">
  <p:tag name="KSO_WM_DIAGRAM_VIRTUALLY_FRAME" val="{&quot;height&quot;:311.753165696502,&quot;left&quot;:-3.75,&quot;top&quot;:51.51417322834645,&quot;width&quot;:720}"/>
  <p:tag name="KSO_WM_UNIT_HIGHLIGHT" val="0"/>
  <p:tag name="KSO_WM_UNIT_COMPATIBLE" val="0"/>
  <p:tag name="KSO_WM_UNIT_DIAGRAM_ISNUMVISUAL" val="0"/>
  <p:tag name="KSO_WM_UNIT_DIAGRAM_ISREFERUNIT" val="0"/>
  <p:tag name="KSO_WM_UNIT_ID" val="diagram20236929_6*m_h_a*1_8_2"/>
  <p:tag name="KSO_WM_TEMPLATE_CATEGORY" val="diagram"/>
  <p:tag name="KSO_WM_TEMPLATE_INDEX" val="20236929"/>
  <p:tag name="KSO_WM_UNIT_LAYERLEVEL" val="1_1_1"/>
  <p:tag name="KSO_WM_TAG_VERSION" val="3.0"/>
  <p:tag name="KSO_WM_BEAUTIFY_FLAG" val="#wm#"/>
  <p:tag name="KSO_WM_DIAGRAM_GROUP_CODE" val="m1-1"/>
  <p:tag name="KSO_WM_UNIT_TYPE" val="m_h_a"/>
  <p:tag name="KSO_WM_UNIT_INDEX" val="1_8_2"/>
  <p:tag name="KSO_WM_DIAGRAM_VERSION" val="3"/>
  <p:tag name="KSO_WM_DIAGRAM_COLOR_TRICK" val="1"/>
  <p:tag name="KSO_WM_DIAGRAM_COLOR_TEXT_CAN_REMOVE" val="n"/>
  <p:tag name="KSO_WM_UNIT_ISCONTENTSTITLE" val="0"/>
  <p:tag name="KSO_WM_UNIT_ISNUMDGMTITLE" val="0"/>
  <p:tag name="KSO_WM_UNIT_NOCLEAR" val="0"/>
  <p:tag name="KSO_WM_DIAGRAM_MAX_ITEMCNT" val="12"/>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273.xml><?xml version="1.0" encoding="utf-8"?>
<p:tagLst xmlns:a="http://schemas.openxmlformats.org/drawingml/2006/main" xmlns:r="http://schemas.openxmlformats.org/officeDocument/2006/relationships" xmlns:p="http://schemas.openxmlformats.org/presentationml/2006/main">
  <p:tag name="KSO_WM_DIAGRAM_VIRTUALLY_FRAME" val="{&quot;height&quot;:311.753165696502,&quot;left&quot;:-3.75,&quot;top&quot;:51.51417322834645,&quot;width&quot;:720}"/>
  <p:tag name="KSO_WM_UNIT_HIGHLIGHT" val="0"/>
  <p:tag name="KSO_WM_UNIT_COMPATIBLE" val="0"/>
  <p:tag name="KSO_WM_UNIT_DIAGRAM_ISNUMVISUAL" val="0"/>
  <p:tag name="KSO_WM_UNIT_DIAGRAM_ISREFERUNIT" val="0"/>
  <p:tag name="KSO_WM_UNIT_ID" val="diagram20236929_6*m_h_f*1_7_1"/>
  <p:tag name="KSO_WM_TEMPLATE_CATEGORY" val="diagram"/>
  <p:tag name="KSO_WM_TEMPLATE_INDEX" val="20236929"/>
  <p:tag name="KSO_WM_UNIT_LAYERLEVEL" val="1_1_1"/>
  <p:tag name="KSO_WM_TAG_VERSION" val="3.0"/>
  <p:tag name="KSO_WM_BEAUTIFY_FLAG" val="#wm#"/>
  <p:tag name="KSO_WM_UNIT_SUBTYPE" val="a"/>
  <p:tag name="KSO_WM_UNIT_NOCLEAR" val="0"/>
  <p:tag name="KSO_WM_DIAGRAM_GROUP_CODE" val="m1-1"/>
  <p:tag name="KSO_WM_UNIT_TYPE" val="m_h_f"/>
  <p:tag name="KSO_WM_UNIT_INDEX" val="1_7_1"/>
  <p:tag name="KSO_WM_DIAGRAM_VERSION" val="3"/>
  <p:tag name="KSO_WM_DIAGRAM_COLOR_TRICK" val="1"/>
  <p:tag name="KSO_WM_DIAGRAM_COLOR_TEXT_CAN_REMOVE" val="n"/>
  <p:tag name="KSO_WM_UNIT_VALUE" val="19"/>
  <p:tag name="KSO_WM_DIAGRAM_MAX_ITEMCNT" val="12"/>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输入项正文，文字是您思想的提炼"/>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274.xml><?xml version="1.0" encoding="utf-8"?>
<p:tagLst xmlns:a="http://schemas.openxmlformats.org/drawingml/2006/main" xmlns:r="http://schemas.openxmlformats.org/officeDocument/2006/relationships" xmlns:p="http://schemas.openxmlformats.org/presentationml/2006/main">
  <p:tag name="KSO_WM_DIAGRAM_VIRTUALLY_FRAME" val="{&quot;height&quot;:311.753165696502,&quot;left&quot;:-3.75,&quot;top&quot;:51.51417322834645,&quot;width&quot;:720}"/>
  <p:tag name="KSO_WM_UNIT_HIGHLIGHT" val="0"/>
  <p:tag name="KSO_WM_UNIT_COMPATIBLE" val="0"/>
  <p:tag name="KSO_WM_UNIT_DIAGRAM_ISNUMVISUAL" val="0"/>
  <p:tag name="KSO_WM_UNIT_DIAGRAM_ISREFERUNIT" val="0"/>
  <p:tag name="KSO_WM_UNIT_ID" val="diagram20236929_6*m_h_a*1_7_2"/>
  <p:tag name="KSO_WM_TEMPLATE_CATEGORY" val="diagram"/>
  <p:tag name="KSO_WM_TEMPLATE_INDEX" val="20236929"/>
  <p:tag name="KSO_WM_UNIT_LAYERLEVEL" val="1_1_1"/>
  <p:tag name="KSO_WM_TAG_VERSION" val="3.0"/>
  <p:tag name="KSO_WM_BEAUTIFY_FLAG" val="#wm#"/>
  <p:tag name="KSO_WM_DIAGRAM_GROUP_CODE" val="m1-1"/>
  <p:tag name="KSO_WM_UNIT_TYPE" val="m_h_a"/>
  <p:tag name="KSO_WM_UNIT_INDEX" val="1_7_2"/>
  <p:tag name="KSO_WM_DIAGRAM_VERSION" val="3"/>
  <p:tag name="KSO_WM_DIAGRAM_COLOR_TRICK" val="1"/>
  <p:tag name="KSO_WM_DIAGRAM_COLOR_TEXT_CAN_REMOVE" val="n"/>
  <p:tag name="KSO_WM_UNIT_ISCONTENTSTITLE" val="0"/>
  <p:tag name="KSO_WM_UNIT_ISNUMDGMTITLE" val="0"/>
  <p:tag name="KSO_WM_UNIT_NOCLEAR" val="0"/>
  <p:tag name="KSO_WM_DIAGRAM_MAX_ITEMCNT" val="12"/>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275.xml><?xml version="1.0" encoding="utf-8"?>
<p:tagLst xmlns:a="http://schemas.openxmlformats.org/drawingml/2006/main" xmlns:r="http://schemas.openxmlformats.org/officeDocument/2006/relationships" xmlns:p="http://schemas.openxmlformats.org/presentationml/2006/main">
  <p:tag name="KSO_WM_DIAGRAM_VIRTUALLY_FRAME" val="{&quot;height&quot;:311.753165696502,&quot;left&quot;:-3.75,&quot;top&quot;:51.51417322834645,&quot;width&quot;:720}"/>
  <p:tag name="KSO_WM_UNIT_HIGHLIGHT" val="0"/>
  <p:tag name="KSO_WM_UNIT_COMPATIBLE" val="0"/>
  <p:tag name="KSO_WM_UNIT_DIAGRAM_ISNUMVISUAL" val="0"/>
  <p:tag name="KSO_WM_UNIT_DIAGRAM_ISREFERUNIT" val="0"/>
  <p:tag name="KSO_WM_UNIT_ID" val="diagram20236929_6*m_h_f*1_6_1"/>
  <p:tag name="KSO_WM_TEMPLATE_CATEGORY" val="diagram"/>
  <p:tag name="KSO_WM_TEMPLATE_INDEX" val="20236929"/>
  <p:tag name="KSO_WM_UNIT_LAYERLEVEL" val="1_1_1"/>
  <p:tag name="KSO_WM_TAG_VERSION" val="3.0"/>
  <p:tag name="KSO_WM_BEAUTIFY_FLAG" val="#wm#"/>
  <p:tag name="KSO_WM_UNIT_SUBTYPE" val="a"/>
  <p:tag name="KSO_WM_UNIT_NOCLEAR" val="0"/>
  <p:tag name="KSO_WM_UNIT_VALUE" val="19"/>
  <p:tag name="KSO_WM_DIAGRAM_GROUP_CODE" val="m1-1"/>
  <p:tag name="KSO_WM_UNIT_TYPE" val="m_h_f"/>
  <p:tag name="KSO_WM_UNIT_INDEX" val="1_6_1"/>
  <p:tag name="KSO_WM_DIAGRAM_VERSION" val="3"/>
  <p:tag name="KSO_WM_DIAGRAM_COLOR_TRICK" val="1"/>
  <p:tag name="KSO_WM_DIAGRAM_COLOR_TEXT_CAN_REMOVE" val="n"/>
  <p:tag name="KSO_WM_DIAGRAM_MAX_ITEMCNT" val="12"/>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输入项正文，文字是您思想的提炼"/>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276.xml><?xml version="1.0" encoding="utf-8"?>
<p:tagLst xmlns:a="http://schemas.openxmlformats.org/drawingml/2006/main" xmlns:r="http://schemas.openxmlformats.org/officeDocument/2006/relationships" xmlns:p="http://schemas.openxmlformats.org/presentationml/2006/main">
  <p:tag name="KSO_WM_DIAGRAM_VIRTUALLY_FRAME" val="{&quot;height&quot;:311.753165696502,&quot;left&quot;:-3.75,&quot;top&quot;:51.51417322834645,&quot;width&quot;:720}"/>
  <p:tag name="KSO_WM_UNIT_HIGHLIGHT" val="0"/>
  <p:tag name="KSO_WM_UNIT_COMPATIBLE" val="0"/>
  <p:tag name="KSO_WM_UNIT_DIAGRAM_ISNUMVISUAL" val="0"/>
  <p:tag name="KSO_WM_UNIT_DIAGRAM_ISREFERUNIT" val="0"/>
  <p:tag name="KSO_WM_UNIT_ID" val="diagram20236929_6*m_h_a*1_6_2"/>
  <p:tag name="KSO_WM_TEMPLATE_CATEGORY" val="diagram"/>
  <p:tag name="KSO_WM_TEMPLATE_INDEX" val="20236929"/>
  <p:tag name="KSO_WM_UNIT_LAYERLEVEL" val="1_1_1"/>
  <p:tag name="KSO_WM_TAG_VERSION" val="3.0"/>
  <p:tag name="KSO_WM_BEAUTIFY_FLAG" val="#wm#"/>
  <p:tag name="KSO_WM_DIAGRAM_GROUP_CODE" val="m1-1"/>
  <p:tag name="KSO_WM_UNIT_TYPE" val="m_h_a"/>
  <p:tag name="KSO_WM_UNIT_INDEX" val="1_6_2"/>
  <p:tag name="KSO_WM_DIAGRAM_VERSION" val="3"/>
  <p:tag name="KSO_WM_DIAGRAM_COLOR_TRICK" val="1"/>
  <p:tag name="KSO_WM_DIAGRAM_COLOR_TEXT_CAN_REMOVE" val="n"/>
  <p:tag name="KSO_WM_UNIT_ISCONTENTSTITLE" val="0"/>
  <p:tag name="KSO_WM_UNIT_ISNUMDGMTITLE" val="0"/>
  <p:tag name="KSO_WM_UNIT_NOCLEAR" val="0"/>
  <p:tag name="KSO_WM_DIAGRAM_MAX_ITEMCNT" val="12"/>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277.xml><?xml version="1.0" encoding="utf-8"?>
<p:tagLst xmlns:a="http://schemas.openxmlformats.org/drawingml/2006/main" xmlns:r="http://schemas.openxmlformats.org/officeDocument/2006/relationships" xmlns:p="http://schemas.openxmlformats.org/presentationml/2006/main">
  <p:tag name="KSO_WM_DIAGRAM_VIRTUALLY_FRAME" val="{&quot;height&quot;:311.753165696502,&quot;left&quot;:-3.75,&quot;top&quot;:51.51417322834645,&quot;width&quot;:720}"/>
  <p:tag name="KSO_WM_UNIT_HIGHLIGHT" val="0"/>
  <p:tag name="KSO_WM_UNIT_COMPATIBLE" val="0"/>
  <p:tag name="KSO_WM_UNIT_DIAGRAM_ISNUMVISUAL" val="0"/>
  <p:tag name="KSO_WM_UNIT_DIAGRAM_ISREFERUNIT" val="0"/>
  <p:tag name="KSO_WM_UNIT_ID" val="diagram20236929_6*m_h_i*1_4_1"/>
  <p:tag name="KSO_WM_TEMPLATE_CATEGORY" val="diagram"/>
  <p:tag name="KSO_WM_TEMPLATE_INDEX" val="20236929"/>
  <p:tag name="KSO_WM_UNIT_LAYERLEVEL" val="1_1_1"/>
  <p:tag name="KSO_WM_TAG_VERSION" val="3.0"/>
  <p:tag name="KSO_WM_BEAUTIFY_FLAG" val="#wm#"/>
  <p:tag name="KSO_WM_DIAGRAM_GROUP_CODE" val="m1-1"/>
  <p:tag name="KSO_WM_UNIT_TYPE" val="m_h_i"/>
  <p:tag name="KSO_WM_UNIT_INDEX" val="1_4_1"/>
  <p:tag name="KSO_WM_DIAGRAM_VERSION" val="3"/>
  <p:tag name="KSO_WM_DIAGRAM_COLOR_TRICK" val="1"/>
  <p:tag name="KSO_WM_DIAGRAM_COLOR_TEXT_CAN_REMOVE" val="n"/>
  <p:tag name="KSO_WM_DIAGRAM_MAX_ITEMCNT" val="12"/>
  <p:tag name="KSO_WM_DIAGRAM_MIN_ITEMCNT" val="3"/>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quot;type&quot;:1},&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5,6,5,6,5,6]}"/>
</p:tagLst>
</file>

<file path=ppt/tags/tag278.xml><?xml version="1.0" encoding="utf-8"?>
<p:tagLst xmlns:a="http://schemas.openxmlformats.org/drawingml/2006/main" xmlns:r="http://schemas.openxmlformats.org/officeDocument/2006/relationships" xmlns:p="http://schemas.openxmlformats.org/presentationml/2006/main">
  <p:tag name="KSO_WM_DIAGRAM_VIRTUALLY_FRAME" val="{&quot;height&quot;:311.753165696502,&quot;left&quot;:-3.75,&quot;top&quot;:51.51417322834645,&quot;width&quot;:720}"/>
  <p:tag name="KSO_WM_UNIT_HIGHLIGHT" val="0"/>
  <p:tag name="KSO_WM_UNIT_COMPATIBLE" val="0"/>
  <p:tag name="KSO_WM_UNIT_DIAGRAM_ISNUMVISUAL" val="0"/>
  <p:tag name="KSO_WM_UNIT_DIAGRAM_ISREFERUNIT" val="0"/>
  <p:tag name="KSO_WM_UNIT_ID" val="diagram20236929_6*m_h_i*1_5_1"/>
  <p:tag name="KSO_WM_TEMPLATE_CATEGORY" val="diagram"/>
  <p:tag name="KSO_WM_TEMPLATE_INDEX" val="20236929"/>
  <p:tag name="KSO_WM_UNIT_LAYERLEVEL" val="1_1_1"/>
  <p:tag name="KSO_WM_TAG_VERSION" val="3.0"/>
  <p:tag name="KSO_WM_BEAUTIFY_FLAG" val="#wm#"/>
  <p:tag name="KSO_WM_DIAGRAM_GROUP_CODE" val="m1-1"/>
  <p:tag name="KSO_WM_UNIT_TYPE" val="m_h_i"/>
  <p:tag name="KSO_WM_UNIT_INDEX" val="1_5_1"/>
  <p:tag name="KSO_WM_DIAGRAM_VERSION" val="3"/>
  <p:tag name="KSO_WM_DIAGRAM_COLOR_TRICK" val="1"/>
  <p:tag name="KSO_WM_DIAGRAM_COLOR_TEXT_CAN_REMOVE" val="n"/>
  <p:tag name="KSO_WM_DIAGRAM_MAX_ITEMCNT" val="12"/>
  <p:tag name="KSO_WM_DIAGRAM_MIN_ITEMCNT" val="3"/>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quot;type&quot;:1},&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5,6,5,6,5,6]}"/>
</p:tagLst>
</file>

<file path=ppt/tags/tag279.xml><?xml version="1.0" encoding="utf-8"?>
<p:tagLst xmlns:a="http://schemas.openxmlformats.org/drawingml/2006/main" xmlns:r="http://schemas.openxmlformats.org/officeDocument/2006/relationships" xmlns:p="http://schemas.openxmlformats.org/presentationml/2006/main">
  <p:tag name="KSO_WM_DIAGRAM_VIRTUALLY_FRAME" val="{&quot;height&quot;:311.753165696502,&quot;left&quot;:-3.75,&quot;top&quot;:51.51417322834645,&quot;width&quot;:720}"/>
  <p:tag name="KSO_WM_UNIT_HIGHLIGHT" val="0"/>
  <p:tag name="KSO_WM_UNIT_COMPATIBLE" val="0"/>
  <p:tag name="KSO_WM_UNIT_DIAGRAM_ISNUMVISUAL" val="0"/>
  <p:tag name="KSO_WM_UNIT_DIAGRAM_ISREFERUNIT" val="0"/>
  <p:tag name="KSO_WM_UNIT_ID" val="diagram20236929_6*m_h_f*1_4_1"/>
  <p:tag name="KSO_WM_TEMPLATE_CATEGORY" val="diagram"/>
  <p:tag name="KSO_WM_TEMPLATE_INDEX" val="20236929"/>
  <p:tag name="KSO_WM_UNIT_LAYERLEVEL" val="1_1_1"/>
  <p:tag name="KSO_WM_TAG_VERSION" val="3.0"/>
  <p:tag name="KSO_WM_BEAUTIFY_FLAG" val="#wm#"/>
  <p:tag name="KSO_WM_UNIT_SUBTYPE" val="a"/>
  <p:tag name="KSO_WM_UNIT_NOCLEAR" val="0"/>
  <p:tag name="KSO_WM_DIAGRAM_GROUP_CODE" val="m1-1"/>
  <p:tag name="KSO_WM_UNIT_TYPE" val="m_h_f"/>
  <p:tag name="KSO_WM_UNIT_INDEX" val="1_4_1"/>
  <p:tag name="KSO_WM_DIAGRAM_VERSION" val="3"/>
  <p:tag name="KSO_WM_DIAGRAM_COLOR_TRICK" val="1"/>
  <p:tag name="KSO_WM_DIAGRAM_COLOR_TEXT_CAN_REMOVE" val="n"/>
  <p:tag name="KSO_WM_DIAGRAM_MAX_ITEMCNT" val="12"/>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输入项正文，文字是您思想的提炼"/>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280.xml><?xml version="1.0" encoding="utf-8"?>
<p:tagLst xmlns:a="http://schemas.openxmlformats.org/drawingml/2006/main" xmlns:r="http://schemas.openxmlformats.org/officeDocument/2006/relationships" xmlns:p="http://schemas.openxmlformats.org/presentationml/2006/main">
  <p:tag name="KSO_WM_DIAGRAM_VIRTUALLY_FRAME" val="{&quot;height&quot;:311.753165696502,&quot;left&quot;:-3.75,&quot;top&quot;:51.51417322834645,&quot;width&quot;:720}"/>
  <p:tag name="KSO_WM_UNIT_HIGHLIGHT" val="0"/>
  <p:tag name="KSO_WM_UNIT_COMPATIBLE" val="0"/>
  <p:tag name="KSO_WM_UNIT_DIAGRAM_ISNUMVISUAL" val="0"/>
  <p:tag name="KSO_WM_UNIT_DIAGRAM_ISREFERUNIT" val="0"/>
  <p:tag name="KSO_WM_UNIT_ID" val="diagram20236929_6*m_h_a*1_4_2"/>
  <p:tag name="KSO_WM_TEMPLATE_CATEGORY" val="diagram"/>
  <p:tag name="KSO_WM_TEMPLATE_INDEX" val="20236929"/>
  <p:tag name="KSO_WM_UNIT_LAYERLEVEL" val="1_1_1"/>
  <p:tag name="KSO_WM_TAG_VERSION" val="3.0"/>
  <p:tag name="KSO_WM_BEAUTIFY_FLAG" val="#wm#"/>
  <p:tag name="KSO_WM_DIAGRAM_GROUP_CODE" val="m1-1"/>
  <p:tag name="KSO_WM_UNIT_TYPE" val="m_h_a"/>
  <p:tag name="KSO_WM_UNIT_INDEX" val="1_4_2"/>
  <p:tag name="KSO_WM_DIAGRAM_VERSION" val="3"/>
  <p:tag name="KSO_WM_DIAGRAM_COLOR_TRICK" val="1"/>
  <p:tag name="KSO_WM_DIAGRAM_COLOR_TEXT_CAN_REMOVE" val="n"/>
  <p:tag name="KSO_WM_UNIT_ISCONTENTSTITLE" val="0"/>
  <p:tag name="KSO_WM_UNIT_ISNUMDGMTITLE" val="0"/>
  <p:tag name="KSO_WM_UNIT_NOCLEAR" val="0"/>
  <p:tag name="KSO_WM_DIAGRAM_MAX_ITEMCNT" val="12"/>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281.xml><?xml version="1.0" encoding="utf-8"?>
<p:tagLst xmlns:a="http://schemas.openxmlformats.org/drawingml/2006/main" xmlns:r="http://schemas.openxmlformats.org/officeDocument/2006/relationships" xmlns:p="http://schemas.openxmlformats.org/presentationml/2006/main">
  <p:tag name="KSO_WM_DIAGRAM_VIRTUALLY_FRAME" val="{&quot;height&quot;:311.753165696502,&quot;left&quot;:-3.75,&quot;top&quot;:51.51417322834645,&quot;width&quot;:720}"/>
  <p:tag name="KSO_WM_UNIT_HIGHLIGHT" val="0"/>
  <p:tag name="KSO_WM_UNIT_COMPATIBLE" val="0"/>
  <p:tag name="KSO_WM_UNIT_DIAGRAM_ISNUMVISUAL" val="0"/>
  <p:tag name="KSO_WM_UNIT_DIAGRAM_ISREFERUNIT" val="0"/>
  <p:tag name="KSO_WM_UNIT_ID" val="diagram20236929_6*m_h_f*1_5_1"/>
  <p:tag name="KSO_WM_TEMPLATE_CATEGORY" val="diagram"/>
  <p:tag name="KSO_WM_TEMPLATE_INDEX" val="20236929"/>
  <p:tag name="KSO_WM_UNIT_LAYERLEVEL" val="1_1_1"/>
  <p:tag name="KSO_WM_TAG_VERSION" val="3.0"/>
  <p:tag name="KSO_WM_BEAUTIFY_FLAG" val="#wm#"/>
  <p:tag name="KSO_WM_UNIT_SUBTYPE" val="a"/>
  <p:tag name="KSO_WM_UNIT_NOCLEAR" val="0"/>
  <p:tag name="KSO_WM_DIAGRAM_GROUP_CODE" val="m1-1"/>
  <p:tag name="KSO_WM_UNIT_TYPE" val="m_h_f"/>
  <p:tag name="KSO_WM_UNIT_INDEX" val="1_5_1"/>
  <p:tag name="KSO_WM_DIAGRAM_VERSION" val="3"/>
  <p:tag name="KSO_WM_DIAGRAM_COLOR_TRICK" val="1"/>
  <p:tag name="KSO_WM_DIAGRAM_COLOR_TEXT_CAN_REMOVE" val="n"/>
  <p:tag name="KSO_WM_UNIT_VALUE" val="19"/>
  <p:tag name="KSO_WM_DIAGRAM_MAX_ITEMCNT" val="12"/>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输入项正文，文字是您思想的提炼"/>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282.xml><?xml version="1.0" encoding="utf-8"?>
<p:tagLst xmlns:a="http://schemas.openxmlformats.org/drawingml/2006/main" xmlns:r="http://schemas.openxmlformats.org/officeDocument/2006/relationships" xmlns:p="http://schemas.openxmlformats.org/presentationml/2006/main">
  <p:tag name="KSO_WM_DIAGRAM_VIRTUALLY_FRAME" val="{&quot;height&quot;:311.753165696502,&quot;left&quot;:-3.75,&quot;top&quot;:51.51417322834645,&quot;width&quot;:720}"/>
  <p:tag name="KSO_WM_UNIT_HIGHLIGHT" val="0"/>
  <p:tag name="KSO_WM_UNIT_COMPATIBLE" val="0"/>
  <p:tag name="KSO_WM_UNIT_DIAGRAM_ISNUMVISUAL" val="0"/>
  <p:tag name="KSO_WM_UNIT_DIAGRAM_ISREFERUNIT" val="0"/>
  <p:tag name="KSO_WM_UNIT_ID" val="diagram20236929_6*m_h_a*1_5_2"/>
  <p:tag name="KSO_WM_TEMPLATE_CATEGORY" val="diagram"/>
  <p:tag name="KSO_WM_TEMPLATE_INDEX" val="20236929"/>
  <p:tag name="KSO_WM_UNIT_LAYERLEVEL" val="1_1_1"/>
  <p:tag name="KSO_WM_TAG_VERSION" val="3.0"/>
  <p:tag name="KSO_WM_BEAUTIFY_FLAG" val="#wm#"/>
  <p:tag name="KSO_WM_DIAGRAM_GROUP_CODE" val="m1-1"/>
  <p:tag name="KSO_WM_UNIT_TYPE" val="m_h_a"/>
  <p:tag name="KSO_WM_UNIT_INDEX" val="1_5_2"/>
  <p:tag name="KSO_WM_DIAGRAM_VERSION" val="3"/>
  <p:tag name="KSO_WM_DIAGRAM_COLOR_TRICK" val="1"/>
  <p:tag name="KSO_WM_DIAGRAM_COLOR_TEXT_CAN_REMOVE" val="n"/>
  <p:tag name="KSO_WM_UNIT_ISCONTENTSTITLE" val="0"/>
  <p:tag name="KSO_WM_UNIT_ISNUMDGMTITLE" val="0"/>
  <p:tag name="KSO_WM_UNIT_NOCLEAR" val="0"/>
  <p:tag name="KSO_WM_UNIT_VALUE" val="15"/>
  <p:tag name="KSO_WM_DIAGRAM_MAX_ITEMCNT" val="12"/>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2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6929_6*m_h_i*1_1_2"/>
  <p:tag name="KSO_WM_TEMPLATE_CATEGORY" val="diagram"/>
  <p:tag name="KSO_WM_TEMPLATE_INDEX" val="20236929"/>
  <p:tag name="KSO_WM_UNIT_LAYERLEVEL" val="1_1_1"/>
  <p:tag name="KSO_WM_TAG_VERSION" val="3.0"/>
  <p:tag name="KSO_WM_BEAUTIFY_FLAG" val="#wm#"/>
  <p:tag name="KSO_WM_DIAGRAM_GROUP_CODE" val="m1-1"/>
  <p:tag name="KSO_WM_UNIT_SUBTYPE" val="nb"/>
  <p:tag name="KSO_WM_UNIT_TYPE" val="m_h_i"/>
  <p:tag name="KSO_WM_UNIT_INDEX" val="1_1_2"/>
  <p:tag name="KSO_WM_DIAGRAM_VERSION" val="3"/>
  <p:tag name="KSO_WM_DIAGRAM_COLOR_TRICK" val="1"/>
  <p:tag name="KSO_WM_DIAGRAM_COLOR_TEXT_CAN_REMOVE" val="n"/>
  <p:tag name="KSO_WM_UNIT_TEXT_FILL_TYPE" val="1"/>
  <p:tag name="KSO_WM_DIAGRAM_VIRTUALLY_FRAME" val="{&quot;height&quot;:311.753165696502,&quot;left&quot;:-3.75,&quot;top&quot;:51.51417322834645,&quot;width&quot;:720}"/>
  <p:tag name="KSO_WM_DIAGRAM_MAX_ITEMCNT" val="12"/>
  <p:tag name="KSO_WM_DIAGRAM_MIN_ITEMCNT" val="3"/>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2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6929_6*m_h_i*1_2_2"/>
  <p:tag name="KSO_WM_TEMPLATE_CATEGORY" val="diagram"/>
  <p:tag name="KSO_WM_TEMPLATE_INDEX" val="20236929"/>
  <p:tag name="KSO_WM_UNIT_LAYERLEVEL" val="1_1_1"/>
  <p:tag name="KSO_WM_TAG_VERSION" val="3.0"/>
  <p:tag name="KSO_WM_BEAUTIFY_FLAG" val="#wm#"/>
  <p:tag name="KSO_WM_DIAGRAM_GROUP_CODE" val="m1-1"/>
  <p:tag name="KSO_WM_UNIT_SUBTYPE" val="nb"/>
  <p:tag name="KSO_WM_UNIT_TYPE" val="m_h_i"/>
  <p:tag name="KSO_WM_UNIT_INDEX" val="1_2_2"/>
  <p:tag name="KSO_WM_DIAGRAM_VERSION" val="3"/>
  <p:tag name="KSO_WM_DIAGRAM_COLOR_TRICK" val="1"/>
  <p:tag name="KSO_WM_DIAGRAM_COLOR_TEXT_CAN_REMOVE" val="n"/>
  <p:tag name="KSO_WM_UNIT_TEXT_FILL_TYPE" val="1"/>
  <p:tag name="KSO_WM_DIAGRAM_VIRTUALLY_FRAME" val="{&quot;height&quot;:311.753165696502,&quot;left&quot;:-3.75,&quot;top&quot;:51.51417322834645,&quot;width&quot;:720}"/>
  <p:tag name="KSO_WM_DIAGRAM_MAX_ITEMCNT" val="12"/>
  <p:tag name="KSO_WM_DIAGRAM_MIN_ITEMCNT" val="3"/>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2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6929_6*m_h_i*1_3_2"/>
  <p:tag name="KSO_WM_TEMPLATE_CATEGORY" val="diagram"/>
  <p:tag name="KSO_WM_TEMPLATE_INDEX" val="20236929"/>
  <p:tag name="KSO_WM_UNIT_LAYERLEVEL" val="1_1_1"/>
  <p:tag name="KSO_WM_TAG_VERSION" val="3.0"/>
  <p:tag name="KSO_WM_BEAUTIFY_FLAG" val="#wm#"/>
  <p:tag name="KSO_WM_DIAGRAM_GROUP_CODE" val="m1-1"/>
  <p:tag name="KSO_WM_UNIT_SUBTYPE" val="nb"/>
  <p:tag name="KSO_WM_UNIT_TYPE" val="m_h_i"/>
  <p:tag name="KSO_WM_UNIT_INDEX" val="1_3_2"/>
  <p:tag name="KSO_WM_DIAGRAM_VERSION" val="3"/>
  <p:tag name="KSO_WM_DIAGRAM_COLOR_TRICK" val="1"/>
  <p:tag name="KSO_WM_DIAGRAM_COLOR_TEXT_CAN_REMOVE" val="n"/>
  <p:tag name="KSO_WM_UNIT_TEXT_FILL_TYPE" val="1"/>
  <p:tag name="KSO_WM_DIAGRAM_VIRTUALLY_FRAME" val="{&quot;height&quot;:311.753165696502,&quot;left&quot;:-3.75,&quot;top&quot;:51.51417322834645,&quot;width&quot;:720}"/>
  <p:tag name="KSO_WM_DIAGRAM_MAX_ITEMCNT" val="12"/>
  <p:tag name="KSO_WM_DIAGRAM_MIN_ITEMCNT" val="3"/>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2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6929_6*m_h_i*1_4_2"/>
  <p:tag name="KSO_WM_TEMPLATE_CATEGORY" val="diagram"/>
  <p:tag name="KSO_WM_TEMPLATE_INDEX" val="20236929"/>
  <p:tag name="KSO_WM_UNIT_LAYERLEVEL" val="1_1_1"/>
  <p:tag name="KSO_WM_TAG_VERSION" val="3.0"/>
  <p:tag name="KSO_WM_BEAUTIFY_FLAG" val="#wm#"/>
  <p:tag name="KSO_WM_DIAGRAM_GROUP_CODE" val="m1-1"/>
  <p:tag name="KSO_WM_UNIT_SUBTYPE" val="nb"/>
  <p:tag name="KSO_WM_UNIT_TYPE" val="m_h_i"/>
  <p:tag name="KSO_WM_UNIT_INDEX" val="1_4_2"/>
  <p:tag name="KSO_WM_DIAGRAM_VERSION" val="3"/>
  <p:tag name="KSO_WM_DIAGRAM_COLOR_TRICK" val="1"/>
  <p:tag name="KSO_WM_DIAGRAM_COLOR_TEXT_CAN_REMOVE" val="n"/>
  <p:tag name="KSO_WM_UNIT_TEXT_FILL_TYPE" val="1"/>
  <p:tag name="KSO_WM_DIAGRAM_VIRTUALLY_FRAME" val="{&quot;height&quot;:311.753165696502,&quot;left&quot;:-3.75,&quot;top&quot;:51.51417322834645,&quot;width&quot;:720}"/>
  <p:tag name="KSO_WM_DIAGRAM_MAX_ITEMCNT" val="12"/>
  <p:tag name="KSO_WM_DIAGRAM_MIN_ITEMCNT" val="3"/>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2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6929_6*m_h_i*1_5_2"/>
  <p:tag name="KSO_WM_TEMPLATE_CATEGORY" val="diagram"/>
  <p:tag name="KSO_WM_TEMPLATE_INDEX" val="20236929"/>
  <p:tag name="KSO_WM_UNIT_LAYERLEVEL" val="1_1_1"/>
  <p:tag name="KSO_WM_TAG_VERSION" val="3.0"/>
  <p:tag name="KSO_WM_BEAUTIFY_FLAG" val="#wm#"/>
  <p:tag name="KSO_WM_DIAGRAM_GROUP_CODE" val="m1-1"/>
  <p:tag name="KSO_WM_UNIT_SUBTYPE" val="nb"/>
  <p:tag name="KSO_WM_UNIT_TYPE" val="m_h_i"/>
  <p:tag name="KSO_WM_UNIT_INDEX" val="1_5_2"/>
  <p:tag name="KSO_WM_DIAGRAM_VERSION" val="3"/>
  <p:tag name="KSO_WM_DIAGRAM_COLOR_TRICK" val="1"/>
  <p:tag name="KSO_WM_DIAGRAM_COLOR_TEXT_CAN_REMOVE" val="n"/>
  <p:tag name="KSO_WM_UNIT_TEXT_FILL_TYPE" val="1"/>
  <p:tag name="KSO_WM_DIAGRAM_VIRTUALLY_FRAME" val="{&quot;height&quot;:311.753165696502,&quot;left&quot;:-3.75,&quot;top&quot;:51.51417322834645,&quot;width&quot;:720}"/>
  <p:tag name="KSO_WM_DIAGRAM_MAX_ITEMCNT" val="12"/>
  <p:tag name="KSO_WM_DIAGRAM_MIN_ITEMCNT" val="3"/>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2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6929_6*m_h_i*1_6_2"/>
  <p:tag name="KSO_WM_TEMPLATE_CATEGORY" val="diagram"/>
  <p:tag name="KSO_WM_TEMPLATE_INDEX" val="20236929"/>
  <p:tag name="KSO_WM_UNIT_LAYERLEVEL" val="1_1_1"/>
  <p:tag name="KSO_WM_TAG_VERSION" val="3.0"/>
  <p:tag name="KSO_WM_BEAUTIFY_FLAG" val="#wm#"/>
  <p:tag name="KSO_WM_DIAGRAM_GROUP_CODE" val="m1-1"/>
  <p:tag name="KSO_WM_UNIT_SUBTYPE" val="nb"/>
  <p:tag name="KSO_WM_UNIT_TYPE" val="m_h_i"/>
  <p:tag name="KSO_WM_UNIT_INDEX" val="1_6_2"/>
  <p:tag name="KSO_WM_DIAGRAM_VERSION" val="3"/>
  <p:tag name="KSO_WM_DIAGRAM_COLOR_TRICK" val="1"/>
  <p:tag name="KSO_WM_DIAGRAM_COLOR_TEXT_CAN_REMOVE" val="n"/>
  <p:tag name="KSO_WM_UNIT_TEXT_FILL_TYPE" val="1"/>
  <p:tag name="KSO_WM_DIAGRAM_VIRTUALLY_FRAME" val="{&quot;height&quot;:311.753165696502,&quot;left&quot;:-3.75,&quot;top&quot;:51.51417322834645,&quot;width&quot;:720}"/>
  <p:tag name="KSO_WM_DIAGRAM_MAX_ITEMCNT" val="12"/>
  <p:tag name="KSO_WM_DIAGRAM_MIN_ITEMCNT" val="3"/>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2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6929_6*m_h_i*1_7_2"/>
  <p:tag name="KSO_WM_TEMPLATE_CATEGORY" val="diagram"/>
  <p:tag name="KSO_WM_TEMPLATE_INDEX" val="20236929"/>
  <p:tag name="KSO_WM_UNIT_LAYERLEVEL" val="1_1_1"/>
  <p:tag name="KSO_WM_TAG_VERSION" val="3.0"/>
  <p:tag name="KSO_WM_BEAUTIFY_FLAG" val="#wm#"/>
  <p:tag name="KSO_WM_DIAGRAM_GROUP_CODE" val="m1-1"/>
  <p:tag name="KSO_WM_UNIT_SUBTYPE" val="nb"/>
  <p:tag name="KSO_WM_UNIT_TYPE" val="m_h_i"/>
  <p:tag name="KSO_WM_UNIT_INDEX" val="1_7_2"/>
  <p:tag name="KSO_WM_DIAGRAM_VERSION" val="3"/>
  <p:tag name="KSO_WM_DIAGRAM_COLOR_TRICK" val="1"/>
  <p:tag name="KSO_WM_DIAGRAM_COLOR_TEXT_CAN_REMOVE" val="n"/>
  <p:tag name="KSO_WM_UNIT_TEXT_FILL_TYPE" val="1"/>
  <p:tag name="KSO_WM_DIAGRAM_VIRTUALLY_FRAME" val="{&quot;height&quot;:311.753165696502,&quot;left&quot;:-3.75,&quot;top&quot;:51.51417322834645,&quot;width&quot;:720}"/>
  <p:tag name="KSO_WM_DIAGRAM_MAX_ITEMCNT" val="12"/>
  <p:tag name="KSO_WM_DIAGRAM_MIN_ITEMCNT" val="3"/>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2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36929_6*m_h_i*1_8_2"/>
  <p:tag name="KSO_WM_TEMPLATE_CATEGORY" val="diagram"/>
  <p:tag name="KSO_WM_TEMPLATE_INDEX" val="20236929"/>
  <p:tag name="KSO_WM_UNIT_LAYERLEVEL" val="1_1_1"/>
  <p:tag name="KSO_WM_TAG_VERSION" val="3.0"/>
  <p:tag name="KSO_WM_BEAUTIFY_FLAG" val="#wm#"/>
  <p:tag name="KSO_WM_DIAGRAM_GROUP_CODE" val="m1-1"/>
  <p:tag name="KSO_WM_UNIT_SUBTYPE" val="nb"/>
  <p:tag name="KSO_WM_UNIT_TYPE" val="m_h_i"/>
  <p:tag name="KSO_WM_UNIT_INDEX" val="1_8_2"/>
  <p:tag name="KSO_WM_DIAGRAM_VERSION" val="3"/>
  <p:tag name="KSO_WM_DIAGRAM_COLOR_TRICK" val="1"/>
  <p:tag name="KSO_WM_DIAGRAM_COLOR_TEXT_CAN_REMOVE" val="n"/>
  <p:tag name="KSO_WM_UNIT_TEXT_FILL_TYPE" val="1"/>
  <p:tag name="KSO_WM_DIAGRAM_VIRTUALLY_FRAME" val="{&quot;height&quot;:311.753165696502,&quot;left&quot;:-3.75,&quot;top&quot;:51.51417322834645,&quot;width&quot;:720}"/>
  <p:tag name="KSO_WM_DIAGRAM_MAX_ITEMCNT" val="12"/>
  <p:tag name="KSO_WM_DIAGRAM_MIN_ITEMCNT" val="3"/>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291.xml><?xml version="1.0" encoding="utf-8"?>
<p:tagLst xmlns:a="http://schemas.openxmlformats.org/drawingml/2006/main" xmlns:r="http://schemas.openxmlformats.org/officeDocument/2006/relationships" xmlns:p="http://schemas.openxmlformats.org/presentationml/2006/main">
  <p:tag name="KSO_WM_TAG_VERSION" val="1.0"/>
  <p:tag name="KSO_WM_SLIDE_ITEM_CNT" val="0"/>
  <p:tag name="KSO_WM_SLIDE_LAYOUT" val="a_b"/>
  <p:tag name="KSO_WM_SLIDE_LAYOUT_CNT" val="1_1"/>
  <p:tag name="KSO_WM_SLIDE_TYPE" val="title"/>
  <p:tag name="KSO_WM_BEAUTIFY_FLAG" val="#wm#"/>
  <p:tag name="KSO_WM_COMBINE_RELATE_SLIDE_ID" val="background20177604_1"/>
  <p:tag name="KSO_WM_TEMPLATE_CATEGORY" val="custom"/>
  <p:tag name="KSO_WM_TEMPLATE_INDEX" val="20180699"/>
  <p:tag name="KSO_WM_SLIDE_ID" val="custom20180699_1"/>
  <p:tag name="KSO_WM_SLIDE_INDEX" val="1"/>
  <p:tag name="KSO_WM_TEMPLATE_SUBCATEGORY" val="0"/>
  <p:tag name="KSO_WM_TEMPLATE_THUMBS_INDEX" val="1、4、5、6、11、12、16、18、26、27、"/>
  <p:tag name="KSO_WM_TEMPLATE_MASTER_TYPE" val="1"/>
  <p:tag name="KSO_WM_TEMPLATE_COLOR_TYPE" val="0"/>
</p:tagLst>
</file>

<file path=ppt/tags/tag2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VALUE" val="26"/>
  <p:tag name="KSO_WM_UNIT_TYPE" val="b"/>
  <p:tag name="KSO_WM_UNIT_INDEX" val="1"/>
  <p:tag name="KSO_WM_UNIT_PRESET_TEXT" val="单击此处添加副标题内容"/>
  <p:tag name="KSO_WM_TEMPLATE_CATEGORY" val="custom"/>
  <p:tag name="KSO_WM_TEMPLATE_INDEX" val="20204735"/>
  <p:tag name="KSO_WM_UNIT_ID" val="custom20204735_1*b*1"/>
  <p:tag name="KSO_WM_UNIT_ISNUMDGMTITLE" val="0"/>
  <p:tag name="KSO_WM_UNIT_TEXT_FILL_FORE_SCHEMECOLOR_INDEX_BRIGHTNESS" val="0"/>
  <p:tag name="KSO_WM_UNIT_TEXT_FILL_FORE_SCHEMECOLOR_INDEX" val="13"/>
  <p:tag name="KSO_WM_UNIT_TEXT_FILL_TYPE" val="1"/>
</p:tagLst>
</file>

<file path=ppt/tags/tag29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
  <p:tag name="KSO_WM_TEMPLATE_CATEGORY" val="custom"/>
  <p:tag name="KSO_WM_TEMPLATE_INDEX" val="20180699"/>
  <p:tag name="KSO_WM_UNIT_TYPE" val="b"/>
  <p:tag name="KSO_WM_UNIT_INDEX" val="1"/>
  <p:tag name="KSO_WM_UNIT_LAYERLEVEL" val="1"/>
  <p:tag name="KSO_WM_UNIT_VALUE" val="52"/>
  <p:tag name="KSO_WM_UNIT_ISCONTENTSTITLE" val="0"/>
  <p:tag name="KSO_WM_UNIT_HIGHLIGHT" val="0"/>
  <p:tag name="KSO_WM_UNIT_COMPATIBLE" val="0"/>
  <p:tag name="KSO_WM_UNIT_PRESET_TEXT_INDEX" val="4"/>
  <p:tag name="KSO_WM_UNIT_PRESET_TEXT_LEN" val="57"/>
  <p:tag name="KSO_WM_UNIT_ID" val="custom20180699_1*b*1"/>
  <p:tag name="KSO_WM_UNIT_ISNUMDGMTITLE" val="0"/>
  <p:tag name="KSO_WM_UNIT_NOCLEAR" val="0"/>
  <p:tag name="KSO_WM_UNIT_DIAGRAM_ISNUMVISUAL" val="0"/>
  <p:tag name="KSO_WM_UNIT_DIAGRAM_ISREFERUNIT" val="0"/>
  <p:tag name="KSO_WM_UNIT_TEXT_FILL_FORE_SCHEMECOLOR_INDEX_BRIGHTNESS" val="0"/>
  <p:tag name="KSO_WM_UNIT_TEXT_FILL_FORE_SCHEMECOLOR_INDEX" val="14"/>
  <p:tag name="KSO_WM_UNIT_TEXT_FILL_TYPE" val="1"/>
</p:tagLst>
</file>

<file path=ppt/tags/tag29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
  <p:tag name="KSO_WM_TEMPLATE_CATEGORY" val="custom"/>
  <p:tag name="KSO_WM_TEMPLATE_INDEX" val="20180699"/>
  <p:tag name="KSO_WM_UNIT_TYPE" val="a"/>
  <p:tag name="KSO_WM_UNIT_INDEX" val="1"/>
  <p:tag name="KSO_WM_UNIT_LAYERLEVEL" val="1"/>
  <p:tag name="KSO_WM_UNIT_VALUE" val="11"/>
  <p:tag name="KSO_WM_UNIT_ISCONTENTSTITLE" val="0"/>
  <p:tag name="KSO_WM_UNIT_HIGHLIGHT" val="0"/>
  <p:tag name="KSO_WM_UNIT_COMPATIBLE" val="0"/>
  <p:tag name="KSO_WM_UNIT_ID" val="custom20180699_1*a*1"/>
  <p:tag name="KSO_WM_UNIT_PRESET_TEXT" val="科技风深蓝色计划书"/>
  <p:tag name="KSO_WM_UNIT_ISNUMDGMTITLE" val="0"/>
  <p:tag name="KSO_WM_UNIT_NOCLEAR" val="0"/>
  <p:tag name="KSO_WM_UNIT_DIAGRAM_ISNUMVISUAL" val="0"/>
  <p:tag name="KSO_WM_UNIT_DIAGRAM_ISREFERUNIT" val="0"/>
</p:tagLst>
</file>

<file path=ppt/tags/tag2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6.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薄荷味的夏天"/>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0994_1*a*1"/>
  <p:tag name="KSO_WM_TEMPLATE_CATEGORY" val="custom"/>
  <p:tag name="KSO_WM_TEMPLATE_INDEX" val="20200994"/>
  <p:tag name="KSO_WM_UNIT_LAYERLEVEL" val="1"/>
  <p:tag name="KSO_WM_TAG_VERSION" val="1.0"/>
  <p:tag name="KSO_WM_BEAUTIFY_FLAG" val="#wm#"/>
  <p:tag name="KSO_WM_UNIT_ISNUMDGMTITLE" val="0"/>
  <p:tag name="KSO_WM_UNIT_TEXT_FILL_FORE_SCHEMECOLOR_INDEX_BRIGHTNESS" val="0"/>
  <p:tag name="KSO_WM_UNIT_TEXT_FILL_FORE_SCHEMECOLOR_INDEX" val="5"/>
  <p:tag name="KSO_WM_UNIT_TEXT_FILL_TYPE" val="1"/>
</p:tagLst>
</file>

<file path=ppt/tags/tag2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9.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0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2.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0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4.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0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8.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0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10.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1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31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6"/>
  <p:tag name="KSO_WM_UNIT_FILL_TYPE" val="1"/>
</p:tagLst>
</file>

<file path=ppt/tags/tag31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6"/>
  <p:tag name="KSO_WM_UNIT_FILL_TYPE" val="1"/>
</p:tagLst>
</file>

<file path=ppt/tags/tag314.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1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316.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1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318.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1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320.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2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322.xml><?xml version="1.0" encoding="utf-8"?>
<p:tagLst xmlns:a="http://schemas.openxmlformats.org/drawingml/2006/main" xmlns:r="http://schemas.openxmlformats.org/officeDocument/2006/relationships" xmlns:p="http://schemas.openxmlformats.org/presentationml/2006/main">
  <p:tag name="RAINPROBLEM" val="Polling"/>
  <p:tag name="PROBLEMSCORE" val="0.0"/>
  <p:tag name="ANONYMOUSPOLLING" val="False"/>
</p:tagLst>
</file>

<file path=ppt/tags/tag32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24.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253.1,&quot;left&quot;:87.75,&quot;top&quot;:219.35,&quot;width&quot;:560.25}"/>
</p:tagLst>
</file>

<file path=ppt/tags/tag325.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253.1,&quot;left&quot;:87.75,&quot;top&quot;:219.35,&quot;width&quot;:560.25}"/>
</p:tagLst>
</file>

<file path=ppt/tags/tag326.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253.1,&quot;left&quot;:87.75,&quot;top&quot;:219.35,&quot;width&quot;:560.25}"/>
</p:tagLst>
</file>

<file path=ppt/tags/tag327.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253.1,&quot;left&quot;:87.75,&quot;top&quot;:219.35,&quot;width&quot;:560.25}"/>
</p:tagLst>
</file>

<file path=ppt/tags/tag32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 name="KSO_WM_DIAGRAM_VIRTUALLY_FRAME" val="{&quot;height&quot;:253.1,&quot;left&quot;:87.75,&quot;top&quot;:219.35,&quot;width&quot;:560.25}"/>
</p:tagLst>
</file>

<file path=ppt/tags/tag32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 name="KSO_WM_DIAGRAM_VIRTUALLY_FRAME" val="{&quot;height&quot;:253.1,&quot;left&quot;:87.75,&quot;top&quot;:219.35,&quot;width&quot;:560.25}"/>
</p:tagLst>
</file>

<file path=ppt/tags/tag33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 name="KSO_WM_DIAGRAM_VIRTUALLY_FRAME" val="{&quot;height&quot;:253.1,&quot;left&quot;:87.75,&quot;top&quot;:219.35,&quot;width&quot;:560.25}"/>
</p:tagLst>
</file>

<file path=ppt/tags/tag33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 name="KSO_WM_DIAGRAM_VIRTUALLY_FRAME" val="{&quot;height&quot;:253.1,&quot;left&quot;:87.75,&quot;top&quot;:219.35,&quot;width&quot;:560.25}"/>
</p:tagLst>
</file>

<file path=ppt/tags/tag33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Polling"/>
</p:tagLst>
</file>

<file path=ppt/tags/tag3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Polling"/>
</p:tagLst>
</file>

<file path=ppt/tags/tag3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8.xml><?xml version="1.0" encoding="utf-8"?>
<p:tagLst xmlns:a="http://schemas.openxmlformats.org/drawingml/2006/main" xmlns:r="http://schemas.openxmlformats.org/officeDocument/2006/relationships" xmlns:p="http://schemas.openxmlformats.org/presentationml/2006/main">
  <p:tag name="RAINPROBLEMTYPE" val="ProblemTypeMarker"/>
  <p:tag name="RAINPROBLEM" val="PollingAnswer"/>
</p:tagLst>
</file>

<file path=ppt/tags/tag339.xml><?xml version="1.0" encoding="utf-8"?>
<p:tagLst xmlns:a="http://schemas.openxmlformats.org/drawingml/2006/main" xmlns:r="http://schemas.openxmlformats.org/officeDocument/2006/relationships" xmlns:p="http://schemas.openxmlformats.org/presentationml/2006/main">
  <p:tag name="TABLE_ENDDRAG_ORIGIN_RECT" val="629*349"/>
  <p:tag name="TABLE_ENDDRAG_RECT" val="20*118*629*349"/>
</p:tagLst>
</file>

<file path=ppt/tags/tag340.xml><?xml version="1.0" encoding="utf-8"?>
<p:tagLst xmlns:a="http://schemas.openxmlformats.org/drawingml/2006/main" xmlns:r="http://schemas.openxmlformats.org/officeDocument/2006/relationships" xmlns:p="http://schemas.openxmlformats.org/presentationml/2006/main">
  <p:tag name="TABLE_ENDDRAG_ORIGIN_RECT" val="631*381"/>
  <p:tag name="TABLE_ENDDRAG_RECT" val="27*123*631*381"/>
</p:tagLst>
</file>

<file path=ppt/tags/tag341.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42.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4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344.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4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346.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4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348.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4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350.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5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352.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5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354.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5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356.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5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358.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5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360.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RAINPROBLEMTYPE" val="MultipleChoiceMA"/>
  <p:tag name="PROBLEMSCORE_HALF" val="0.0"/>
</p:tagLst>
</file>

<file path=ppt/tags/tag36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62.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253.1,&quot;left&quot;:87.75,&quot;top&quot;:219.35,&quot;width&quot;:560.25}"/>
</p:tagLst>
</file>

<file path=ppt/tags/tag363.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253.1,&quot;left&quot;:87.75,&quot;top&quot;:219.35,&quot;width&quot;:560.25}"/>
</p:tagLst>
</file>

<file path=ppt/tags/tag364.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253.1,&quot;left&quot;:87.75,&quot;top&quot;:219.35,&quot;width&quot;:560.25}"/>
</p:tagLst>
</file>

<file path=ppt/tags/tag365.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253.1,&quot;left&quot;:87.75,&quot;top&quot;:219.35,&quot;width&quot;:560.25}"/>
</p:tagLst>
</file>

<file path=ppt/tags/tag36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 name="KSO_WM_DIAGRAM_VIRTUALLY_FRAME" val="{&quot;height&quot;:253.1,&quot;left&quot;:87.75,&quot;top&quot;:219.35,&quot;width&quot;:560.25}"/>
</p:tagLst>
</file>

<file path=ppt/tags/tag36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 name="KSO_WM_DIAGRAM_VIRTUALLY_FRAME" val="{&quot;height&quot;:253.1,&quot;left&quot;:87.75,&quot;top&quot;:219.35,&quot;width&quot;:560.25}"/>
</p:tagLst>
</file>

<file path=ppt/tags/tag36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 name="KSO_WM_DIAGRAM_VIRTUALLY_FRAME" val="{&quot;height&quot;:253.1,&quot;left&quot;:87.75,&quot;top&quot;:219.35,&quot;width&quot;:560.25}"/>
</p:tagLst>
</file>

<file path=ppt/tags/tag36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 name="KSO_WM_DIAGRAM_VIRTUALLY_FRAME" val="{&quot;height&quot;:253.1,&quot;left&quot;:87.75,&quot;top&quot;:219.35,&quot;width&quot;:560.25}"/>
</p:tagLst>
</file>

<file path=ppt/tags/tag37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7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3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7.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78.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3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0.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8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382.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8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384.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8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386.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8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388.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8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390.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9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392.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9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394.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9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396.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9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398.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39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400.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40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402.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40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404.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40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406.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40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40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0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410.xml><?xml version="1.0" encoding="utf-8"?>
<p:tagLst xmlns:a="http://schemas.openxmlformats.org/drawingml/2006/main" xmlns:r="http://schemas.openxmlformats.org/officeDocument/2006/relationships" xmlns:p="http://schemas.openxmlformats.org/presentationml/2006/main">
  <p:tag name="PROBLEMHASREMARK" val="False"/>
  <p:tag name="RAINPROBLEMTYPE" val="Polling"/>
  <p:tag name="RAINPROBLEM" val="Polling"/>
  <p:tag name="ANONYMOUSPOLLING" val="False"/>
  <p:tag name="PROBLEMSCORE" val="0.0"/>
</p:tagLst>
</file>

<file path=ppt/tags/tag411.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41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13.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253.1,&quot;left&quot;:87.75,&quot;top&quot;:219.35,&quot;width&quot;:560.25}"/>
</p:tagLst>
</file>

<file path=ppt/tags/tag414.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253.1,&quot;left&quot;:87.75,&quot;top&quot;:219.35,&quot;width&quot;:560.25}"/>
</p:tagLst>
</file>

<file path=ppt/tags/tag415.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253.1,&quot;left&quot;:87.75,&quot;top&quot;:219.35,&quot;width&quot;:560.25}"/>
</p:tagLst>
</file>

<file path=ppt/tags/tag416.xml><?xml version="1.0" encoding="utf-8"?>
<p:tagLst xmlns:a="http://schemas.openxmlformats.org/drawingml/2006/main" xmlns:r="http://schemas.openxmlformats.org/officeDocument/2006/relationships" xmlns:p="http://schemas.openxmlformats.org/presentationml/2006/main">
  <p:tag name="RAINPROBLEM" val="ProblemItem"/>
  <p:tag name="KSO_WM_DIAGRAM_VIRTUALLY_FRAME" val="{&quot;height&quot;:253.1,&quot;left&quot;:87.75,&quot;top&quot;:219.35,&quot;width&quot;:560.25}"/>
</p:tagLst>
</file>

<file path=ppt/tags/tag417.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KSO_WM_DIAGRAM_VIRTUALLY_FRAME" val="{&quot;height&quot;:253.1,&quot;left&quot;:87.75,&quot;top&quot;:219.35,&quot;width&quot;:560.25}"/>
  <p:tag name="RAINPROBLEMTYPE" val="Polling"/>
</p:tagLst>
</file>

<file path=ppt/tags/tag418.xml><?xml version="1.0" encoding="utf-8"?>
<p:tagLst xmlns:a="http://schemas.openxmlformats.org/drawingml/2006/main" xmlns:r="http://schemas.openxmlformats.org/officeDocument/2006/relationships" xmlns:p="http://schemas.openxmlformats.org/presentationml/2006/main">
  <p:tag name="RAINPROBLEM" val="ProblemBullet"/>
  <p:tag name="KSO_WM_DIAGRAM_VIRTUALLY_FRAME" val="{&quot;height&quot;:253.1,&quot;left&quot;:87.75,&quot;top&quot;:219.35,&quot;width&quot;:560.25}"/>
  <p:tag name="RAINPROBLEMTYPE" val="Polling"/>
  <p:tag name="RAINBULLET" val="Wrong"/>
</p:tagLst>
</file>

<file path=ppt/tags/tag419.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KSO_WM_DIAGRAM_VIRTUALLY_FRAME" val="{&quot;height&quot;:253.1,&quot;left&quot;:87.75,&quot;top&quot;:219.35,&quot;width&quot;:560.25}"/>
  <p:tag name="RAINPROBLEMTYPE" val="Polling"/>
</p:tagLst>
</file>

<file path=ppt/tags/tag420.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KSO_WM_DIAGRAM_VIRTUALLY_FRAME" val="{&quot;height&quot;:253.1,&quot;left&quot;:87.75,&quot;top&quot;:219.35,&quot;width&quot;:560.25}"/>
  <p:tag name="RAINPROBLEMTYPE" val="Polling"/>
</p:tagLst>
</file>

<file path=ppt/tags/tag42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Polling"/>
</p:tagLst>
</file>

<file path=ppt/tags/tag422.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423.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42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4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Polling"/>
</p:tagLst>
</file>

<file path=ppt/tags/tag4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30.xml><?xml version="1.0" encoding="utf-8"?>
<p:tagLst xmlns:a="http://schemas.openxmlformats.org/drawingml/2006/main" xmlns:r="http://schemas.openxmlformats.org/officeDocument/2006/relationships" xmlns:p="http://schemas.openxmlformats.org/presentationml/2006/main">
  <p:tag name="RAINPROBLEMTYPE" val="ProblemTypeMarker"/>
  <p:tag name="RAINPROBLEM" val="PollingAnswer"/>
</p:tagLst>
</file>

<file path=ppt/tags/tag43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43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43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434.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43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436.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43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438.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43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440.xml><?xml version="1.0" encoding="utf-8"?>
<p:tagLst xmlns:a="http://schemas.openxmlformats.org/drawingml/2006/main" xmlns:r="http://schemas.openxmlformats.org/officeDocument/2006/relationships" xmlns:p="http://schemas.openxmlformats.org/presentationml/2006/main">
  <p:tag name="TABLE_ENDDRAG_ORIGIN_RECT" val="595*234"/>
  <p:tag name="TABLE_ENDDRAG_RECT" val="62*297*595*234"/>
</p:tagLst>
</file>

<file path=ppt/theme/theme1.xml><?xml version="1.0" encoding="utf-8"?>
<a:theme xmlns:a="http://schemas.openxmlformats.org/drawingml/2006/main" name="1_Office 主题​​">
  <a:themeElements>
    <a:clrScheme name="">
      <a:dk1>
        <a:srgbClr val="000000"/>
      </a:dk1>
      <a:lt1>
        <a:srgbClr val="FFFFFF"/>
      </a:lt1>
      <a:dk2>
        <a:srgbClr val="E4F0E4"/>
      </a:dk2>
      <a:lt2>
        <a:srgbClr val="FFFFFF"/>
      </a:lt2>
      <a:accent1>
        <a:srgbClr val="8EAF98"/>
      </a:accent1>
      <a:accent2>
        <a:srgbClr val="99B596"/>
      </a:accent2>
      <a:accent3>
        <a:srgbClr val="A6BB92"/>
      </a:accent3>
      <a:accent4>
        <a:srgbClr val="B5C08E"/>
      </a:accent4>
      <a:accent5>
        <a:srgbClr val="C6C58C"/>
      </a:accent5>
      <a:accent6>
        <a:srgbClr val="D8C78B"/>
      </a:accent6>
      <a:hlink>
        <a:srgbClr val="99CCE3"/>
      </a:hlink>
      <a:folHlink>
        <a:srgbClr val="A27CA4"/>
      </a:folHlink>
    </a:clrScheme>
    <a:fontScheme name="自定义 1">
      <a:majorFont>
        <a:latin typeface="微软雅黑"/>
        <a:ea typeface="汉仪旗黑-85S"/>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主题​​">
  <a:themeElements>
    <a:clrScheme name="20180699">
      <a:dk1>
        <a:srgbClr val="404040"/>
      </a:dk1>
      <a:lt1>
        <a:srgbClr val="FFFFFF"/>
      </a:lt1>
      <a:dk2>
        <a:srgbClr val="ECECEC"/>
      </a:dk2>
      <a:lt2>
        <a:srgbClr val="FFFFFF"/>
      </a:lt2>
      <a:accent1>
        <a:srgbClr val="FFC000"/>
      </a:accent1>
      <a:accent2>
        <a:srgbClr val="E2C85F"/>
      </a:accent2>
      <a:accent3>
        <a:srgbClr val="BDCF95"/>
      </a:accent3>
      <a:accent4>
        <a:srgbClr val="92CCB7"/>
      </a:accent4>
      <a:accent5>
        <a:srgbClr val="68BFC6"/>
      </a:accent5>
      <a:accent6>
        <a:srgbClr val="00B2D5"/>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Office\Templates\Presentation Designs\Notebook.pot</Template>
  <TotalTime>2287</TotalTime>
  <Words>9919</Words>
  <Application>Microsoft Office PowerPoint</Application>
  <PresentationFormat>全屏显示(4:3)</PresentationFormat>
  <Paragraphs>667</Paragraphs>
  <Slides>67</Slides>
  <Notes>5</Notes>
  <HiddenSlides>0</HiddenSlides>
  <MMClips>0</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1</vt:i4>
      </vt:variant>
      <vt:variant>
        <vt:lpstr>幻灯片标题</vt:lpstr>
      </vt:variant>
      <vt:variant>
        <vt:i4>67</vt:i4>
      </vt:variant>
    </vt:vector>
  </HeadingPairs>
  <TitlesOfParts>
    <vt:vector size="81" baseType="lpstr">
      <vt:lpstr>quote-cjk-patch</vt:lpstr>
      <vt:lpstr>方正粗黑宋简体</vt:lpstr>
      <vt:lpstr>方正楷体_GB2312</vt:lpstr>
      <vt:lpstr>黑体</vt:lpstr>
      <vt:lpstr>华文楷体</vt:lpstr>
      <vt:lpstr>Arial</vt:lpstr>
      <vt:lpstr>Calibri</vt:lpstr>
      <vt:lpstr>Times New Roman</vt:lpstr>
      <vt:lpstr>Wingdings</vt:lpstr>
      <vt:lpstr>微软雅黑</vt:lpstr>
      <vt:lpstr>微软雅黑</vt:lpstr>
      <vt:lpstr>1_Office 主题​​</vt:lpstr>
      <vt:lpstr>3_Office 主题​​</vt:lpstr>
      <vt:lpstr>Package</vt:lpstr>
      <vt:lpstr>课程回顾：第1讲与第2讲</vt:lpstr>
      <vt:lpstr>课时安排与节点要求</vt:lpstr>
      <vt:lpstr>PowerPoint 演示文稿</vt:lpstr>
      <vt:lpstr>  《专业写作基础》 </vt:lpstr>
      <vt:lpstr>范文提纲点评 人工智能大模型：网络钓鱼邮件智能检测</vt:lpstr>
      <vt:lpstr>范文提纲点评 量子精密测量框架下原子钟技术演进与发展综述</vt:lpstr>
      <vt:lpstr>范文提纲点评 量子密钥分发（QKD）技术研究进展综述</vt:lpstr>
      <vt:lpstr>范文提纲点评 量子直接通信（QDC）研究进展与未来挑战：从协议设计到系统实现</vt:lpstr>
      <vt:lpstr>范文提纲点评 量子直接通信（QDC）研究进展与未来挑战：从协议设计到系统实现</vt:lpstr>
      <vt:lpstr>PowerPoint 演示文稿</vt:lpstr>
      <vt:lpstr>17/18世纪的欧洲</vt:lpstr>
      <vt:lpstr>19/20世纪的美国</vt:lpstr>
      <vt:lpstr>中国最早的期刊</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“XX杯”通信系统设计大赛：初赛作品评审规则</vt:lpstr>
      <vt:lpstr>“XX杯”通信系统设计大赛：决赛作品评审规则</vt:lpstr>
      <vt:lpstr>“XX杯”通信系统设计大赛：设计方案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如何给一篇论文起题目？</vt:lpstr>
      <vt:lpstr>PowerPoint 演示文稿</vt:lpstr>
      <vt:lpstr>PowerPoint 演示文稿</vt:lpstr>
      <vt:lpstr>PowerPoint 演示文稿</vt:lpstr>
      <vt:lpstr>关于论文标题：</vt:lpstr>
      <vt:lpstr>关于论文标题：好奇心</vt:lpstr>
      <vt:lpstr>PowerPoint 演示文稿</vt:lpstr>
      <vt:lpstr>IEEE期刊/会议的关键词?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写作的核心要素是什么？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投稿须知：各学报简介</vt:lpstr>
      <vt:lpstr>路易丝.卡茨. 批判性思维与说服性写作. 新华出版社，刘丰瑜。 2021年8月（第五章 写作与研究）</vt:lpstr>
      <vt:lpstr>第二次课下作业（请于11月2日前提交助教）</vt:lpstr>
      <vt:lpstr>撰写评语的思路之一</vt:lpstr>
      <vt:lpstr>撰写评语的思路之一</vt:lpstr>
      <vt:lpstr>撰写评语的思路之一</vt:lpstr>
    </vt:vector>
  </TitlesOfParts>
  <Company>dna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电子系统RF与天线</dc:title>
  <dc:creator>yyw</dc:creator>
  <cp:lastModifiedBy>Jiang Wu</cp:lastModifiedBy>
  <cp:revision>884</cp:revision>
  <dcterms:created xsi:type="dcterms:W3CDTF">2005-02-24T04:03:00Z</dcterms:created>
  <dcterms:modified xsi:type="dcterms:W3CDTF">2026-10-26T01:39:20Z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2052-12.1.0.18912</vt:lpwstr>
  </property>
  <property fmtid="{D5CDD505-2E9C-101B-9397-08002B2CF9AE}" pid="3" name="ICV">
    <vt:lpwstr>EFAC288604F1472C9F25B7881AF5CE61_13</vt:lpwstr>
  </property>
</Properties>
</file>
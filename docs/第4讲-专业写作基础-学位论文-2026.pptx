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23"/>
  </p:notesMasterIdLst>
  <p:handoutMasterIdLst>
    <p:handoutMasterId r:id="rId24"/>
  </p:handoutMasterIdLst>
  <p:sldIdLst>
    <p:sldId id="1368" r:id="rId3"/>
    <p:sldId id="753" r:id="rId4"/>
    <p:sldId id="754" r:id="rId5"/>
    <p:sldId id="755" r:id="rId6"/>
    <p:sldId id="756" r:id="rId7"/>
    <p:sldId id="757" r:id="rId8"/>
    <p:sldId id="758" r:id="rId9"/>
    <p:sldId id="760" r:id="rId10"/>
    <p:sldId id="759" r:id="rId11"/>
    <p:sldId id="779" r:id="rId12"/>
    <p:sldId id="781" r:id="rId13"/>
    <p:sldId id="782" r:id="rId14"/>
    <p:sldId id="784" r:id="rId15"/>
    <p:sldId id="786" r:id="rId16"/>
    <p:sldId id="787" r:id="rId17"/>
    <p:sldId id="788" r:id="rId18"/>
    <p:sldId id="789" r:id="rId19"/>
    <p:sldId id="792" r:id="rId20"/>
    <p:sldId id="793" r:id="rId21"/>
    <p:sldId id="1369" r:id="rId22"/>
  </p:sldIdLst>
  <p:sldSz cx="9144000" cy="6858000" type="screen4x3"/>
  <p:notesSz cx="6797675" cy="9926638"/>
  <p:custDataLst>
    <p:tags r:id="rId25"/>
  </p:custDataLst>
  <p:defaultTextStyle>
    <a:defPPr>
      <a:defRPr lang="zh-CN"/>
    </a:defPPr>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313" userDrawn="1">
          <p15:clr>
            <a:srgbClr val="A4A3A4"/>
          </p15:clr>
        </p15:guide>
        <p15:guide id="2" pos="573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zhou" initials="LZ" lastIdx="3" clrIdx="0"/>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000000"/>
    <a:srgbClr val="00FF00"/>
    <a:srgbClr val="EBDEC9"/>
    <a:srgbClr val="BE3A3A"/>
    <a:srgbClr val="806858"/>
    <a:srgbClr val="735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8360"/>
  </p:normalViewPr>
  <p:slideViewPr>
    <p:cSldViewPr showGuides="1">
      <p:cViewPr varScale="1">
        <p:scale>
          <a:sx n="90" d="100"/>
          <a:sy n="90" d="100"/>
        </p:scale>
        <p:origin x="1056" y="45"/>
      </p:cViewPr>
      <p:guideLst>
        <p:guide orient="horz" pos="4313"/>
        <p:guide pos="573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200" d="100"/>
        <a:sy n="200" d="100"/>
      </p:scale>
      <p:origin x="0" y="-238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1" name="Rectangle 3"/>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2" name="Rectangle 4"/>
          <p:cNvSpPr>
            <a:spLocks noGrp="1" noChangeArrowheads="1"/>
          </p:cNvSpPr>
          <p:nvPr>
            <p:ph type="ftr" sz="quarter" idx="2"/>
          </p:nvPr>
        </p:nvSpPr>
        <p:spPr bwMode="auto">
          <a:xfrm>
            <a:off x="0" y="9428163"/>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3" name="Rectangle 5"/>
          <p:cNvSpPr>
            <a:spLocks noGrp="1" noChangeArrowheads="1"/>
          </p:cNvSpPr>
          <p:nvPr>
            <p:ph type="sldNum" sz="quarter" idx="3"/>
          </p:nvPr>
        </p:nvSpPr>
        <p:spPr bwMode="auto">
          <a:xfrm>
            <a:off x="3849688" y="9428163"/>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D000B99-ACDB-487D-B0A9-E0C53689D8CD}"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17575" y="744538"/>
            <a:ext cx="4962525" cy="3722687"/>
          </a:xfrm>
          <a:prstGeom prst="rect">
            <a:avLst/>
          </a:prstGeom>
          <a:noFill/>
          <a:ln w="9525" cap="flat" cmpd="sng">
            <a:solidFill>
              <a:srgbClr val="000000"/>
            </a:solidFill>
            <a:prstDash val="solid"/>
            <a:miter/>
            <a:headEnd type="none" w="med" len="med"/>
            <a:tailEnd type="none" w="med" len="med"/>
          </a:ln>
        </p:spPr>
      </p:sp>
      <p:sp>
        <p:nvSpPr>
          <p:cNvPr id="181253"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81254" name="Rectangle 6"/>
          <p:cNvSpPr>
            <a:spLocks noGrp="1" noChangeArrowheads="1"/>
          </p:cNvSpPr>
          <p:nvPr>
            <p:ph type="ftr" sz="quarter" idx="4"/>
          </p:nvPr>
        </p:nvSpPr>
        <p:spPr bwMode="auto">
          <a:xfrm>
            <a:off x="0" y="9428163"/>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5" name="Rectangle 7"/>
          <p:cNvSpPr>
            <a:spLocks noGrp="1" noChangeArrowheads="1"/>
          </p:cNvSpPr>
          <p:nvPr>
            <p:ph type="sldNum" sz="quarter" idx="5"/>
          </p:nvPr>
        </p:nvSpPr>
        <p:spPr bwMode="auto">
          <a:xfrm>
            <a:off x="3849688" y="9428163"/>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90A0FE8-ED4E-4148-A85F-2F415B01D834}"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slideMaster" Target="../slideMasters/slideMaster1.xml"/><Relationship Id="rId5" Type="http://schemas.openxmlformats.org/officeDocument/2006/relationships/tags" Target="../tags/tag4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image" Target="../media/image1.jpeg"/><Relationship Id="rId5" Type="http://schemas.openxmlformats.org/officeDocument/2006/relationships/tags" Target="../tags/tag49.xml"/><Relationship Id="rId10" Type="http://schemas.openxmlformats.org/officeDocument/2006/relationships/slideMaster" Target="../slideMasters/slideMaster1.xml"/><Relationship Id="rId4" Type="http://schemas.openxmlformats.org/officeDocument/2006/relationships/tags" Target="../tags/tag48.xml"/><Relationship Id="rId9" Type="http://schemas.openxmlformats.org/officeDocument/2006/relationships/tags" Target="../tags/tag53.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slideMaster" Target="../slideMasters/slideMaster1.xml"/><Relationship Id="rId5" Type="http://schemas.openxmlformats.org/officeDocument/2006/relationships/tags" Target="../tags/tag58.xml"/><Relationship Id="rId4" Type="http://schemas.openxmlformats.org/officeDocument/2006/relationships/tags" Target="../tags/tag5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slideMaster" Target="../slideMasters/slideMaster1.xml"/><Relationship Id="rId4" Type="http://schemas.openxmlformats.org/officeDocument/2006/relationships/tags" Target="../tags/tag6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1.xml"/><Relationship Id="rId5" Type="http://schemas.openxmlformats.org/officeDocument/2006/relationships/tags" Target="../tags/tag67.xml"/><Relationship Id="rId4" Type="http://schemas.openxmlformats.org/officeDocument/2006/relationships/tags" Target="../tags/tag66.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slideMaster" Target="../slideMasters/slideMaster1.xml"/><Relationship Id="rId4" Type="http://schemas.openxmlformats.org/officeDocument/2006/relationships/tags" Target="../tags/tag7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slideMaster" Target="../slideMasters/slideMaster1.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92.xml"/><Relationship Id="rId3" Type="http://schemas.openxmlformats.org/officeDocument/2006/relationships/tags" Target="../tags/tag87.xml"/><Relationship Id="rId7" Type="http://schemas.openxmlformats.org/officeDocument/2006/relationships/tags" Target="../tags/tag91.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9"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08.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slideMaster" Target="../slideMasters/slideMaster1.xml"/><Relationship Id="rId5" Type="http://schemas.openxmlformats.org/officeDocument/2006/relationships/tags" Target="../tags/tag105.xml"/><Relationship Id="rId10" Type="http://schemas.openxmlformats.org/officeDocument/2006/relationships/tags" Target="../tags/tag110.xml"/><Relationship Id="rId4" Type="http://schemas.openxmlformats.org/officeDocument/2006/relationships/tags" Target="../tags/tag104.xml"/><Relationship Id="rId9" Type="http://schemas.openxmlformats.org/officeDocument/2006/relationships/tags" Target="../tags/tag10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Master" Target="../slideMasters/slideMaster1.xml"/><Relationship Id="rId5" Type="http://schemas.openxmlformats.org/officeDocument/2006/relationships/tags" Target="../tags/tag115.xml"/><Relationship Id="rId4" Type="http://schemas.openxmlformats.org/officeDocument/2006/relationships/tags" Target="../tags/tag114.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18" Type="http://schemas.openxmlformats.org/officeDocument/2006/relationships/image" Target="../media/image4.png"/><Relationship Id="rId3" Type="http://schemas.openxmlformats.org/officeDocument/2006/relationships/tags" Target="../tags/tag125.xml"/><Relationship Id="rId21" Type="http://schemas.openxmlformats.org/officeDocument/2006/relationships/image" Target="../media/image7.png"/><Relationship Id="rId7" Type="http://schemas.openxmlformats.org/officeDocument/2006/relationships/tags" Target="../tags/tag129.xml"/><Relationship Id="rId12" Type="http://schemas.openxmlformats.org/officeDocument/2006/relationships/tags" Target="../tags/tag134.xml"/><Relationship Id="rId17" Type="http://schemas.openxmlformats.org/officeDocument/2006/relationships/image" Target="../media/image3.jpeg"/><Relationship Id="rId25" Type="http://schemas.openxmlformats.org/officeDocument/2006/relationships/image" Target="../media/image11.png"/><Relationship Id="rId2" Type="http://schemas.openxmlformats.org/officeDocument/2006/relationships/tags" Target="../tags/tag124.xml"/><Relationship Id="rId16" Type="http://schemas.openxmlformats.org/officeDocument/2006/relationships/slideMaster" Target="../slideMasters/slideMaster2.xml"/><Relationship Id="rId20" Type="http://schemas.openxmlformats.org/officeDocument/2006/relationships/image" Target="../media/image6.png"/><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24" Type="http://schemas.openxmlformats.org/officeDocument/2006/relationships/image" Target="../media/image10.png"/><Relationship Id="rId5" Type="http://schemas.openxmlformats.org/officeDocument/2006/relationships/tags" Target="../tags/tag127.xml"/><Relationship Id="rId15" Type="http://schemas.openxmlformats.org/officeDocument/2006/relationships/tags" Target="../tags/tag137.xml"/><Relationship Id="rId23" Type="http://schemas.openxmlformats.org/officeDocument/2006/relationships/image" Target="../media/image9.png"/><Relationship Id="rId10" Type="http://schemas.openxmlformats.org/officeDocument/2006/relationships/tags" Target="../tags/tag132.xml"/><Relationship Id="rId19" Type="http://schemas.openxmlformats.org/officeDocument/2006/relationships/image" Target="../media/image5.png"/><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 Id="rId2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Master" Target="../slideMasters/slideMaster2.xml"/><Relationship Id="rId5" Type="http://schemas.openxmlformats.org/officeDocument/2006/relationships/tags" Target="../tags/tag142.xml"/><Relationship Id="rId4" Type="http://schemas.openxmlformats.org/officeDocument/2006/relationships/tags" Target="../tags/tag141.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50.xml"/><Relationship Id="rId3" Type="http://schemas.openxmlformats.org/officeDocument/2006/relationships/tags" Target="../tags/tag145.xml"/><Relationship Id="rId7" Type="http://schemas.openxmlformats.org/officeDocument/2006/relationships/tags" Target="../tags/tag149.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image" Target="../media/image12.png"/><Relationship Id="rId5" Type="http://schemas.openxmlformats.org/officeDocument/2006/relationships/tags" Target="../tags/tag147.xml"/><Relationship Id="rId10" Type="http://schemas.openxmlformats.org/officeDocument/2006/relationships/slideMaster" Target="../slideMasters/slideMaster2.xml"/><Relationship Id="rId4" Type="http://schemas.openxmlformats.org/officeDocument/2006/relationships/tags" Target="../tags/tag146.xml"/><Relationship Id="rId9" Type="http://schemas.openxmlformats.org/officeDocument/2006/relationships/tags" Target="../tags/tag151.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54.xml"/><Relationship Id="rId7" Type="http://schemas.openxmlformats.org/officeDocument/2006/relationships/slideMaster" Target="../slideMasters/slideMaster2.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65.xml"/><Relationship Id="rId3" Type="http://schemas.openxmlformats.org/officeDocument/2006/relationships/tags" Target="../tags/tag160.xml"/><Relationship Id="rId7" Type="http://schemas.openxmlformats.org/officeDocument/2006/relationships/tags" Target="../tags/tag164.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9"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5" Type="http://schemas.openxmlformats.org/officeDocument/2006/relationships/slideMaster" Target="../slideMasters/slideMaster2.xml"/><Relationship Id="rId4" Type="http://schemas.openxmlformats.org/officeDocument/2006/relationships/tags" Target="../tags/tag169.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175.xml"/><Relationship Id="rId7" Type="http://schemas.openxmlformats.org/officeDocument/2006/relationships/slideMaster" Target="../slideMasters/slideMaster2.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slideMaster" Target="../slideMasters/slideMaster2.xml"/><Relationship Id="rId5" Type="http://schemas.openxmlformats.org/officeDocument/2006/relationships/tags" Target="../tags/tag183.xml"/><Relationship Id="rId4" Type="http://schemas.openxmlformats.org/officeDocument/2006/relationships/tags" Target="../tags/tag18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5" Type="http://schemas.openxmlformats.org/officeDocument/2006/relationships/slideMaster" Target="../slideMasters/slideMaster2.xml"/><Relationship Id="rId4" Type="http://schemas.openxmlformats.org/officeDocument/2006/relationships/tags" Target="../tags/tag187.xml"/></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90.xml"/><Relationship Id="rId7" Type="http://schemas.openxmlformats.org/officeDocument/2006/relationships/tags" Target="../tags/tag194.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tags" Target="../tags/tag191.xml"/><Relationship Id="rId9"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image" Target="../media/image14.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slideMaster" Target="../slideMasters/slideMaster2.xml"/><Relationship Id="rId5" Type="http://schemas.openxmlformats.org/officeDocument/2006/relationships/tags" Target="../tags/tag199.xml"/><Relationship Id="rId4" Type="http://schemas.openxmlformats.org/officeDocument/2006/relationships/tags" Target="../tags/tag198.xml"/></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02.xml"/><Relationship Id="rId7" Type="http://schemas.openxmlformats.org/officeDocument/2006/relationships/tags" Target="../tags/tag206.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9"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14.xml"/><Relationship Id="rId3" Type="http://schemas.openxmlformats.org/officeDocument/2006/relationships/tags" Target="../tags/tag209.xml"/><Relationship Id="rId7" Type="http://schemas.openxmlformats.org/officeDocument/2006/relationships/tags" Target="../tags/tag213.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5" Type="http://schemas.openxmlformats.org/officeDocument/2006/relationships/tags" Target="../tags/tag211.xml"/><Relationship Id="rId10" Type="http://schemas.openxmlformats.org/officeDocument/2006/relationships/image" Target="../media/image14.png"/><Relationship Id="rId4" Type="http://schemas.openxmlformats.org/officeDocument/2006/relationships/tags" Target="../tags/tag210.xml"/><Relationship Id="rId9"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22.xml"/><Relationship Id="rId3" Type="http://schemas.openxmlformats.org/officeDocument/2006/relationships/tags" Target="../tags/tag217.xml"/><Relationship Id="rId7" Type="http://schemas.openxmlformats.org/officeDocument/2006/relationships/tags" Target="../tags/tag221.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5" Type="http://schemas.openxmlformats.org/officeDocument/2006/relationships/tags" Target="../tags/tag219.xml"/><Relationship Id="rId10" Type="http://schemas.openxmlformats.org/officeDocument/2006/relationships/image" Target="../media/image14.png"/><Relationship Id="rId4" Type="http://schemas.openxmlformats.org/officeDocument/2006/relationships/tags" Target="../tags/tag218.xml"/><Relationship Id="rId9"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230.xml"/><Relationship Id="rId3" Type="http://schemas.openxmlformats.org/officeDocument/2006/relationships/tags" Target="../tags/tag225.xml"/><Relationship Id="rId7" Type="http://schemas.openxmlformats.org/officeDocument/2006/relationships/tags" Target="../tags/tag229.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tags" Target="../tags/tag228.xml"/><Relationship Id="rId5" Type="http://schemas.openxmlformats.org/officeDocument/2006/relationships/tags" Target="../tags/tag227.xml"/><Relationship Id="rId10" Type="http://schemas.openxmlformats.org/officeDocument/2006/relationships/image" Target="../media/image14.png"/><Relationship Id="rId4" Type="http://schemas.openxmlformats.org/officeDocument/2006/relationships/tags" Target="../tags/tag226.xml"/><Relationship Id="rId9"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238.xml"/><Relationship Id="rId3" Type="http://schemas.openxmlformats.org/officeDocument/2006/relationships/tags" Target="../tags/tag233.xml"/><Relationship Id="rId7" Type="http://schemas.openxmlformats.org/officeDocument/2006/relationships/tags" Target="../tags/tag237.xml"/><Relationship Id="rId12" Type="http://schemas.openxmlformats.org/officeDocument/2006/relationships/image" Target="../media/image14.png"/><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slideMaster" Target="../slideMasters/slideMaster2.xml"/><Relationship Id="rId5" Type="http://schemas.openxmlformats.org/officeDocument/2006/relationships/tags" Target="../tags/tag235.xml"/><Relationship Id="rId10" Type="http://schemas.openxmlformats.org/officeDocument/2006/relationships/tags" Target="../tags/tag240.xml"/><Relationship Id="rId4" Type="http://schemas.openxmlformats.org/officeDocument/2006/relationships/tags" Target="../tags/tag234.xml"/><Relationship Id="rId9" Type="http://schemas.openxmlformats.org/officeDocument/2006/relationships/tags" Target="../tags/tag239.xml"/></Relationships>
</file>

<file path=ppt/slideLayouts/_rels/slideLayout3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43.xml"/><Relationship Id="rId7" Type="http://schemas.openxmlformats.org/officeDocument/2006/relationships/tags" Target="../tags/tag247.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9"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877400" y="2597580"/>
            <a:ext cx="5389200" cy="899100"/>
          </a:xfrm>
        </p:spPr>
        <p:txBody>
          <a:bodyPr lIns="90000" tIns="46800" rIns="90000" bIns="46800" anchor="b" anchorCtr="0">
            <a:normAutofit/>
          </a:bodyPr>
          <a:lstStyle>
            <a:lvl1pPr algn="dist">
              <a:defRPr sz="5400" b="0" spc="600" baseline="0">
                <a:solidFill>
                  <a:schemeClr val="accent1"/>
                </a:solidFill>
                <a:latin typeface="微软雅黑" panose="020B0503020204020204" charset="-122"/>
                <a:ea typeface="汉仪旗黑-85S" panose="00020600040101010101" pitchFamily="18" charset="-122"/>
              </a:defRPr>
            </a:lvl1pPr>
          </a:lstStyle>
          <a:p>
            <a:r>
              <a:rPr lang="zh-CN" altLang="en-US" dirty="0"/>
              <a:t>单击编辑标题</a:t>
            </a:r>
          </a:p>
        </p:txBody>
      </p:sp>
      <p:sp>
        <p:nvSpPr>
          <p:cNvPr id="3" name="副标题 2"/>
          <p:cNvSpPr>
            <a:spLocks noGrp="1"/>
          </p:cNvSpPr>
          <p:nvPr>
            <p:ph type="subTitle" idx="1" hasCustomPrompt="1"/>
            <p:custDataLst>
              <p:tags r:id="rId2"/>
            </p:custDataLst>
          </p:nvPr>
        </p:nvSpPr>
        <p:spPr>
          <a:xfrm>
            <a:off x="3023550" y="3882366"/>
            <a:ext cx="3096900" cy="376951"/>
          </a:xfrm>
        </p:spPr>
        <p:txBody>
          <a:bodyPr lIns="101600" tIns="38100" rIns="76200" bIns="38100">
            <a:normAutofit/>
          </a:bodyPr>
          <a:lstStyle>
            <a:lvl1pPr marL="0" indent="0" algn="ctr" eaLnBrk="1" fontAlgn="auto" latinLnBrk="0" hangingPunct="1">
              <a:lnSpc>
                <a:spcPct val="100000"/>
              </a:lnSpc>
              <a:buNone/>
              <a:defRPr sz="1050" u="none" strike="noStrike" kern="1200" cap="none" spc="200" normalizeH="0" baseline="0">
                <a:solidFill>
                  <a:schemeClr val="tx1">
                    <a:lumMod val="75000"/>
                    <a:lumOff val="25000"/>
                  </a:schemeClr>
                </a:solidFill>
                <a:uFillTx/>
                <a:latin typeface="微软雅黑" panose="020B050302020402020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2026/10/19</a:t>
            </a:fld>
            <a:endParaRPr lang="zh-CN" altLang="en-US"/>
          </a:p>
        </p:txBody>
      </p:sp>
      <p:sp>
        <p:nvSpPr>
          <p:cNvPr id="17" name="页脚占位符 16"/>
          <p:cNvSpPr>
            <a:spLocks noGrp="1"/>
          </p:cNvSpPr>
          <p:nvPr>
            <p:ph type="ftr" sz="quarter" idx="11"/>
            <p:custDataLst>
              <p:tags r:id="rId4"/>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dirty="0"/>
          </a:p>
        </p:txBody>
      </p:sp>
      <p:sp>
        <p:nvSpPr>
          <p:cNvPr id="18" name="灯片编号占位符 17"/>
          <p:cNvSpPr>
            <a:spLocks noGrp="1"/>
          </p:cNvSpPr>
          <p:nvPr>
            <p:ph type="sldNum" sz="quarter" idx="12"/>
            <p:custDataLst>
              <p:tags r:id="rId5"/>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285" y="102870"/>
            <a:ext cx="8139430" cy="727075"/>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32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285" y="999490"/>
            <a:ext cx="8139430" cy="466852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1" i="0" u="none" strike="noStrike" kern="1200" cap="none" spc="0" normalizeH="0" baseline="0" noProof="1" dirty="0">
                <a:solidFill>
                  <a:srgbClr val="0033CC"/>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1" i="0" u="none" strike="noStrike" kern="1200" cap="none" spc="0" normalizeH="0" baseline="0" noProof="1" dirty="0">
                <a:solidFill>
                  <a:srgbClr val="C00000"/>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619250" y="2736288"/>
            <a:ext cx="5905500" cy="807300"/>
          </a:xfrm>
        </p:spPr>
        <p:txBody>
          <a:bodyPr lIns="90000" tIns="46800" rIns="90000" bIns="46800" anchor="b" anchorCtr="0">
            <a:normAutofit/>
          </a:bodyPr>
          <a:lstStyle>
            <a:lvl1pPr algn="ctr">
              <a:defRPr sz="4800" b="0" u="none" strike="noStrike" kern="1200" cap="none" spc="800" normalizeH="0" baseline="0">
                <a:solidFill>
                  <a:schemeClr val="accent1"/>
                </a:solidFill>
                <a:uFillTx/>
                <a:latin typeface="微软雅黑" panose="020B0503020204020204" charset="-122"/>
                <a:ea typeface="汉仪旗黑-85S" panose="00020600040101010101" pitchFamily="18" charset="-122"/>
              </a:defRPr>
            </a:lvl1pPr>
          </a:lstStyle>
          <a:p>
            <a:r>
              <a:rPr lang="zh-CN" altLang="en-US" dirty="0"/>
              <a:t>单击此处编辑标题</a:t>
            </a:r>
          </a:p>
        </p:txBody>
      </p:sp>
      <p:sp>
        <p:nvSpPr>
          <p:cNvPr id="3" name="文本占位符 2"/>
          <p:cNvSpPr>
            <a:spLocks noGrp="1"/>
          </p:cNvSpPr>
          <p:nvPr>
            <p:ph type="body" idx="1"/>
            <p:custDataLst>
              <p:tags r:id="rId2"/>
            </p:custDataLst>
          </p:nvPr>
        </p:nvSpPr>
        <p:spPr>
          <a:xfrm>
            <a:off x="3023550" y="3885918"/>
            <a:ext cx="3096900" cy="398264"/>
          </a:xfrm>
        </p:spPr>
        <p:txBody>
          <a:bodyPr lIns="90000" tIns="46800" rIns="90000" bIns="46800">
            <a:normAutofit/>
          </a:bodyPr>
          <a:lstStyle>
            <a:lvl1pPr marL="0" indent="0" algn="ctr" eaLnBrk="1" fontAlgn="auto" latinLnBrk="0" hangingPunct="1">
              <a:lnSpc>
                <a:spcPct val="100000"/>
              </a:lnSpc>
              <a:buNone/>
              <a:defRPr kumimoji="0" lang="zh-CN" altLang="en-US" sz="1050" b="0" i="0" u="none" strike="noStrike" kern="1200" cap="none" spc="800" normalizeH="0" baseline="0" noProof="1">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2447"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4679158" y="1626121"/>
            <a:ext cx="3962432" cy="4041680"/>
          </a:xfrm>
        </p:spPr>
        <p:txBody>
          <a:bodyPr>
            <a:noAutofit/>
          </a:bodyPr>
          <a:lstStyle>
            <a:lvl1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1pPr>
            <a:lvl2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2pPr>
            <a:lvl3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3pPr>
            <a:lvl4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4pPr>
            <a:lvl5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6" name="页脚占位符 5"/>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8" name="页脚占位符 7"/>
          <p:cNvSpPr>
            <a:spLocks noGrp="1"/>
          </p:cNvSpPr>
          <p:nvPr>
            <p:ph type="ftr" sz="quarter" idx="11"/>
            <p:custDataLst>
              <p:tags r:id="rId7"/>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8"/>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9" name="矩形 8"/>
          <p:cNvSpPr/>
          <p:nvPr userDrawn="1">
            <p:custDataLst>
              <p:tags r:id="rId1"/>
            </p:custDataLst>
          </p:nvPr>
        </p:nvSpPr>
        <p:spPr>
          <a:xfrm>
            <a:off x="185057" y="243785"/>
            <a:ext cx="8773886" cy="6370431"/>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p:custDataLst>
              <p:tags r:id="rId2"/>
            </p:custDataLst>
          </p:nvPr>
        </p:nvSpPr>
        <p:spPr>
          <a:xfrm>
            <a:off x="4376057" y="716190"/>
            <a:ext cx="4265532"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3"/>
            </p:custDataLst>
          </p:nvPr>
        </p:nvSpPr>
        <p:spPr>
          <a:xfrm>
            <a:off x="322307" y="6349833"/>
            <a:ext cx="2700000" cy="316800"/>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322307" y="6349833"/>
            <a:ext cx="2700000" cy="316800"/>
          </a:xfrm>
        </p:spPr>
        <p:txBody>
          <a:bodyPr/>
          <a:lstStyle/>
          <a:p>
            <a:fld id="{760FBDFE-C587-4B4C-A407-44438C67B59E}" type="datetimeFigureOut">
              <a:rPr lang="zh-CN" altLang="en-US" smtClean="0"/>
              <a:t>2026/10/19</a:t>
            </a:fld>
            <a:endParaRPr lang="zh-CN" altLang="en-US"/>
          </a:p>
        </p:txBody>
      </p:sp>
      <p:sp>
        <p:nvSpPr>
          <p:cNvPr id="3" name="页脚占位符 2"/>
          <p:cNvSpPr>
            <a:spLocks noGrp="1"/>
          </p:cNvSpPr>
          <p:nvPr>
            <p:ph type="ftr" sz="quarter" idx="11"/>
            <p:custDataLst>
              <p:tags r:id="rId2"/>
            </p:custDataLst>
          </p:nvPr>
        </p:nvSpPr>
        <p:spPr>
          <a:xfrm>
            <a:off x="2592000" y="6349833"/>
            <a:ext cx="3960000" cy="3168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11" name="组合 10"/>
          <p:cNvGrpSpPr/>
          <p:nvPr userDrawn="1">
            <p:custDataLst>
              <p:tags r:id="rId1"/>
            </p:custDataLst>
          </p:nvPr>
        </p:nvGrpSpPr>
        <p:grpSpPr>
          <a:xfrm>
            <a:off x="0" y="0"/>
            <a:ext cx="9144000" cy="6858000"/>
            <a:chOff x="0" y="0"/>
            <a:chExt cx="12192000" cy="6858000"/>
          </a:xfrm>
        </p:grpSpPr>
        <p:pic>
          <p:nvPicPr>
            <p:cNvPr id="12" name="图片 11"/>
            <p:cNvPicPr>
              <a:picLocks noChangeAspect="1"/>
            </p:cNvPicPr>
            <p:nvPr userDrawn="1">
              <p:custDataLst>
                <p:tags r:id="rId8"/>
              </p:custDataLst>
            </p:nvPr>
          </p:nvPicPr>
          <p:blipFill>
            <a:blip r:embed="rId1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矩形 12"/>
            <p:cNvSpPr/>
            <p:nvPr userDrawn="1">
              <p:custDataLst>
                <p:tags r:id="rId9"/>
              </p:custDataLst>
            </p:nvPr>
          </p:nvSpPr>
          <p:spPr>
            <a:xfrm>
              <a:off x="0" y="0"/>
              <a:ext cx="12192000" cy="6858000"/>
            </a:xfrm>
            <a:prstGeom prst="rect">
              <a:avLst/>
            </a:prstGeom>
            <a:solidFill>
              <a:schemeClr val="bg1">
                <a:alpha val="80000"/>
              </a:schemeClr>
            </a:solidFill>
            <a:ln w="1016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350">
                <a:latin typeface="微软雅黑" panose="020B0503020204020204" charset="-122"/>
                <a:ea typeface="微软雅黑" panose="020B0503020204020204" charset="-122"/>
                <a:cs typeface="Viner Hand ITC" panose="03070502030502020203" charset="0"/>
                <a:sym typeface="+mn-ea"/>
              </a:endParaRPr>
            </a:p>
          </p:txBody>
        </p:sp>
      </p:grpSp>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9EFD9D74-47D9-4702-A33C-335B63B48DBF}" type="datetimeFigureOut">
              <a:rPr lang="zh-CN" altLang="en-US" smtClean="0"/>
              <a:t>2026/10/19</a:t>
            </a:fld>
            <a:endParaRPr lang="zh-CN" altLang="en-US" dirty="0"/>
          </a:p>
        </p:txBody>
      </p:sp>
      <p:sp>
        <p:nvSpPr>
          <p:cNvPr id="6" name="页脚占位符 5"/>
          <p:cNvSpPr>
            <a:spLocks noGrp="1"/>
          </p:cNvSpPr>
          <p:nvPr>
            <p:ph type="ftr" sz="quarter" idx="11"/>
            <p:custDataLst>
              <p:tags r:id="rId6"/>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2"/>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3"/>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u="none" strike="noStrike" kern="1200" cap="none" spc="0" normalizeH="0" baseline="0">
                <a:latin typeface="微软雅黑" panose="020B0503020204020204" charset="-122"/>
                <a:ea typeface="微软雅黑" panose="020B0503020204020204" charset="-122"/>
              </a:defRPr>
            </a:lvl1pPr>
            <a:lvl2pPr>
              <a:defRPr u="none" strike="noStrike" kern="1200" cap="none" spc="0" normalizeH="0" baseline="0">
                <a:latin typeface="微软雅黑" panose="020B0503020204020204" charset="-122"/>
                <a:ea typeface="微软雅黑" panose="020B0503020204020204" charset="-122"/>
              </a:defRPr>
            </a:lvl2pPr>
            <a:lvl3pPr>
              <a:defRPr u="none" strike="noStrike" kern="1200" cap="none" spc="0" normalizeH="0" baseline="0">
                <a:latin typeface="微软雅黑" panose="020B0503020204020204" charset="-122"/>
                <a:ea typeface="微软雅黑" panose="020B0503020204020204" charset="-122"/>
              </a:defRPr>
            </a:lvl3pPr>
            <a:lvl4pPr>
              <a:defRPr u="none" strike="noStrike" kern="1200" cap="none" spc="0" normalizeH="0" baseline="0">
                <a:latin typeface="微软雅黑" panose="020B0503020204020204" charset="-122"/>
                <a:ea typeface="微软雅黑" panose="020B0503020204020204" charset="-122"/>
              </a:defRPr>
            </a:lvl4pPr>
            <a:lvl5pPr>
              <a:defRPr u="none" strike="noStrike" kern="1200" cap="none" spc="0" normalizeH="0" baseline="0">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647825" y="2597580"/>
            <a:ext cx="5848350" cy="899100"/>
          </a:xfrm>
        </p:spPr>
        <p:txBody>
          <a:bodyPr vert="horz" lIns="90000" tIns="46800" rIns="90000" bIns="46800" rtlCol="0" anchor="b" anchorCtr="0">
            <a:normAutofit/>
          </a:bodyPr>
          <a:lstStyle>
            <a:lvl1pPr marL="0" marR="0" algn="dist" defTabSz="914400" rtl="0" eaLnBrk="1" fontAlgn="auto" latinLnBrk="0" hangingPunct="1">
              <a:lnSpc>
                <a:spcPct val="100000"/>
              </a:lnSpc>
              <a:buNone/>
              <a:defRPr kumimoji="0" lang="zh-CN" altLang="en-US" sz="5400" b="0" i="0" u="none" strike="noStrike" kern="1200" cap="none" spc="600" normalizeH="0" baseline="0" noProof="1" dirty="0">
                <a:solidFill>
                  <a:schemeClr val="accent1"/>
                </a:solidFill>
                <a:uFillTx/>
                <a:latin typeface="微软雅黑" panose="020B0503020204020204" charset="-122"/>
                <a:ea typeface="汉仪旗黑-85S" panose="00020600040101010101" pitchFamily="18" charset="-122"/>
                <a:cs typeface="+mj-cs"/>
                <a:sym typeface="+mn-ea"/>
              </a:defRPr>
            </a:lvl1pPr>
          </a:lstStyle>
          <a:p>
            <a:pPr lvl="0"/>
            <a:r>
              <a:rPr dirty="0">
                <a:sym typeface="+mn-ea"/>
              </a:rPr>
              <a:t>单击编辑标题</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a:p>
        </p:txBody>
      </p:sp>
      <p:sp>
        <p:nvSpPr>
          <p:cNvPr id="12" name="文本占位符 11"/>
          <p:cNvSpPr>
            <a:spLocks noGrp="1"/>
          </p:cNvSpPr>
          <p:nvPr>
            <p:ph type="body" sz="quarter" idx="13" hasCustomPrompt="1"/>
            <p:custDataLst>
              <p:tags r:id="rId5"/>
            </p:custDataLst>
          </p:nvPr>
        </p:nvSpPr>
        <p:spPr>
          <a:xfrm>
            <a:off x="2938323" y="3859229"/>
            <a:ext cx="3267354" cy="238125"/>
          </a:xfrm>
        </p:spPr>
        <p:txBody>
          <a:bodyPr>
            <a:normAutofit/>
          </a:bodyPr>
          <a:lstStyle>
            <a:lvl1pPr marL="0" indent="0" algn="ctr">
              <a:lnSpc>
                <a:spcPct val="100000"/>
              </a:lnSpc>
              <a:buNone/>
              <a:defRPr sz="1050" spc="800" baseline="0">
                <a:solidFill>
                  <a:schemeClr val="tx1">
                    <a:lumMod val="75000"/>
                    <a:lumOff val="25000"/>
                  </a:schemeClr>
                </a:solidFill>
                <a:latin typeface="微软雅黑" panose="020B0503020204020204" charset="-122"/>
              </a:defRPr>
            </a:lvl1pPr>
            <a:lvl2pPr marL="342900" indent="0" algn="ctr">
              <a:lnSpc>
                <a:spcPct val="100000"/>
              </a:lnSpc>
              <a:buNone/>
              <a:defRPr sz="1050" spc="800" baseline="0">
                <a:solidFill>
                  <a:schemeClr val="tx1">
                    <a:lumMod val="75000"/>
                    <a:lumOff val="25000"/>
                  </a:schemeClr>
                </a:solidFill>
                <a:latin typeface="微软雅黑" panose="020B0503020204020204" charset="-122"/>
              </a:defRPr>
            </a:lvl2pPr>
          </a:lstStyle>
          <a:p>
            <a:pPr lvl="0"/>
            <a:r>
              <a:rPr lang="zh-CN" altLang="en-US" dirty="0"/>
              <a:t>单击此处编辑文本</a:t>
            </a:r>
          </a:p>
          <a:p>
            <a:pPr lvl="1"/>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no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no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custDataLst>
              <p:tags r:id="rId2"/>
            </p:custDataLst>
          </p:nvPr>
        </p:nvSpPr>
        <p:spPr>
          <a:xfrm>
            <a:off x="961200" y="1339650"/>
            <a:ext cx="7219800" cy="542700"/>
          </a:xfrm>
        </p:spPr>
        <p:txBody>
          <a:bodyPr anchor="ctr"/>
          <a:lstStyle>
            <a:lvl1pPr>
              <a:defRPr sz="2400"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3"/>
            </p:custDataLst>
          </p:nvPr>
        </p:nvSpPr>
        <p:spPr>
          <a:xfrm>
            <a:off x="960835" y="2594250"/>
            <a:ext cx="7219950" cy="2583900"/>
          </a:xfrm>
        </p:spPr>
        <p:txBody>
          <a:bodyPr/>
          <a:lstStyle>
            <a:lvl1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noFill/>
        <a:effectLst/>
      </p:bgPr>
    </p:bg>
    <p:spTree>
      <p:nvGrpSpPr>
        <p:cNvPr id="1" name=""/>
        <p:cNvGrpSpPr/>
        <p:nvPr/>
      </p:nvGrpSpPr>
      <p:grpSpPr>
        <a:xfrm>
          <a:off x="0" y="0"/>
          <a:ext cx="0" cy="0"/>
          <a:chOff x="0" y="0"/>
          <a:chExt cx="0" cy="0"/>
        </a:xfrm>
      </p:grpSpPr>
      <p:sp>
        <p:nvSpPr>
          <p:cNvPr id="16" name="矩形 15"/>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custDataLst>
              <p:tags r:id="rId2"/>
            </p:custDataLst>
          </p:nvPr>
        </p:nvSpPr>
        <p:spPr>
          <a:xfrm>
            <a:off x="437400" y="880650"/>
            <a:ext cx="2970000" cy="661500"/>
          </a:xfrm>
        </p:spPr>
        <p:txBody>
          <a:bodyPr anchor="ctr"/>
          <a:lstStyle>
            <a:lvl1pPr>
              <a:defRPr sz="27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40100" y="2275650"/>
            <a:ext cx="2967300" cy="3069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3825900" y="1405930"/>
            <a:ext cx="4860000" cy="381595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noFill/>
        <a:effectLst/>
      </p:bgPr>
    </p:bg>
    <p:spTree>
      <p:nvGrpSpPr>
        <p:cNvPr id="1" name=""/>
        <p:cNvGrpSpPr/>
        <p:nvPr/>
      </p:nvGrpSpPr>
      <p:grpSpPr>
        <a:xfrm>
          <a:off x="0" y="0"/>
          <a:ext cx="0" cy="0"/>
          <a:chOff x="0" y="0"/>
          <a:chExt cx="0" cy="0"/>
        </a:xfrm>
      </p:grpSpPr>
      <p:sp>
        <p:nvSpPr>
          <p:cNvPr id="17" name="矩形 16"/>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custDataLst>
              <p:tags r:id="rId2"/>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3"/>
            </p:custDataLst>
          </p:nvPr>
        </p:nvSpPr>
        <p:spPr>
          <a:xfrm>
            <a:off x="459000" y="859500"/>
            <a:ext cx="8232300" cy="469800"/>
          </a:xfrm>
        </p:spPr>
        <p:txBody>
          <a:bodyPr anchor="ctr"/>
          <a:lstStyle>
            <a:lvl1pPr algn="ctr">
              <a:defRPr sz="27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59000" y="1763100"/>
            <a:ext cx="8231981" cy="621000"/>
          </a:xfrm>
        </p:spPr>
        <p:txBody>
          <a:bodyPr/>
          <a:lstStyle>
            <a:lvl1pPr algn="ct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8"/>
            </p:custDataLst>
          </p:nvPr>
        </p:nvSpPr>
        <p:spPr>
          <a:xfrm>
            <a:off x="459581" y="3236850"/>
            <a:ext cx="8224200" cy="25731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noFill/>
        <a:effectLst/>
      </p:bgPr>
    </p:bg>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24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noFill/>
        <a:effectLst/>
      </p:bgPr>
    </p:bg>
    <p:spTree>
      <p:nvGrpSpPr>
        <p:cNvPr id="1" name=""/>
        <p:cNvGrpSpPr/>
        <p:nvPr/>
      </p:nvGrpSpPr>
      <p:grpSpPr>
        <a:xfrm>
          <a:off x="0" y="0"/>
          <a:ext cx="0" cy="0"/>
          <a:chOff x="0" y="0"/>
          <a:chExt cx="0" cy="0"/>
        </a:xfrm>
      </p:grpSpPr>
      <p:sp>
        <p:nvSpPr>
          <p:cNvPr id="16" name="矩形 15"/>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10" name="矩形 9"/>
          <p:cNvSpPr/>
          <p:nvPr userDrawn="1">
            <p:custDataLst>
              <p:tags r:id="rId2"/>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434700" y="292846"/>
            <a:ext cx="8278200" cy="33147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userDrawn="1">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userDrawn="1">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userDrawn="1">
            <p:ph sz="quarter" idx="13"/>
            <p:custDataLst>
              <p:tags r:id="rId7"/>
            </p:custDataLst>
          </p:nvPr>
        </p:nvSpPr>
        <p:spPr>
          <a:xfrm>
            <a:off x="434700" y="2025000"/>
            <a:ext cx="4006800" cy="21708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userDrawn="1">
            <p:ph sz="quarter" idx="14"/>
            <p:custDataLst>
              <p:tags r:id="rId8"/>
            </p:custDataLst>
          </p:nvPr>
        </p:nvSpPr>
        <p:spPr>
          <a:xfrm>
            <a:off x="4681800" y="2025000"/>
            <a:ext cx="4025700" cy="21708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userDrawn="1">
            <p:ph type="body" sz="quarter" idx="15"/>
            <p:custDataLst>
              <p:tags r:id="rId9"/>
            </p:custDataLst>
          </p:nvPr>
        </p:nvSpPr>
        <p:spPr>
          <a:xfrm>
            <a:off x="429300" y="4914450"/>
            <a:ext cx="4006800" cy="585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userDrawn="1">
            <p:ph type="body" sz="quarter" idx="16"/>
            <p:custDataLst>
              <p:tags r:id="rId10"/>
            </p:custDataLst>
          </p:nvPr>
        </p:nvSpPr>
        <p:spPr>
          <a:xfrm>
            <a:off x="4689900" y="4910850"/>
            <a:ext cx="4025700" cy="585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no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142100" y="1637550"/>
            <a:ext cx="6858000" cy="1790100"/>
          </a:xfrm>
        </p:spPr>
        <p:txBody>
          <a:bodyPr anchor="b"/>
          <a:lstStyle>
            <a:lvl1pPr algn="ctr">
              <a:defRPr sz="45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5"/>
            </p:custDataLst>
          </p:nvPr>
        </p:nvSpPr>
        <p:spPr>
          <a:xfrm>
            <a:off x="1141810" y="4069800"/>
            <a:ext cx="6858000" cy="1242000"/>
          </a:xfrm>
        </p:spPr>
        <p:txBody>
          <a:bodyPr/>
          <a:lstStyle>
            <a:lvl1pPr algn="ct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17">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0" y="0"/>
            <a:ext cx="9144000" cy="6858000"/>
            <a:chOff x="0" y="0"/>
            <a:chExt cx="12192000" cy="6858000"/>
          </a:xfrm>
        </p:grpSpPr>
        <p:grpSp>
          <p:nvGrpSpPr>
            <p:cNvPr id="7" name="组合 6"/>
            <p:cNvGrpSpPr/>
            <p:nvPr/>
          </p:nvGrpSpPr>
          <p:grpSpPr>
            <a:xfrm>
              <a:off x="0" y="0"/>
              <a:ext cx="12192000" cy="6858000"/>
              <a:chOff x="0" y="0"/>
              <a:chExt cx="12192000" cy="6858000"/>
            </a:xfrm>
          </p:grpSpPr>
          <p:grpSp>
            <p:nvGrpSpPr>
              <p:cNvPr id="8" name="组合 7"/>
              <p:cNvGrpSpPr/>
              <p:nvPr/>
            </p:nvGrpSpPr>
            <p:grpSpPr>
              <a:xfrm>
                <a:off x="8545007" y="0"/>
                <a:ext cx="3646993" cy="6858000"/>
                <a:chOff x="8545007" y="0"/>
                <a:chExt cx="3646993" cy="6858000"/>
              </a:xfrm>
            </p:grpSpPr>
            <p:pic>
              <p:nvPicPr>
                <p:cNvPr id="10" name="图片 9"/>
                <p:cNvPicPr>
                  <a:picLocks noChangeAspect="1"/>
                </p:cNvPicPr>
                <p:nvPr>
                  <p:custDataLst>
                    <p:tags r:id="rId14"/>
                  </p:custDataLst>
                </p:nvPr>
              </p:nvPicPr>
              <p:blipFill>
                <a:blip r:embed="rId18"/>
                <a:stretch>
                  <a:fillRect/>
                </a:stretch>
              </p:blipFill>
              <p:spPr>
                <a:xfrm>
                  <a:off x="8545007" y="0"/>
                  <a:ext cx="3646993" cy="2982191"/>
                </a:xfrm>
                <a:prstGeom prst="rect">
                  <a:avLst/>
                </a:prstGeom>
              </p:spPr>
            </p:pic>
            <p:pic>
              <p:nvPicPr>
                <p:cNvPr id="11" name="图片 10"/>
                <p:cNvPicPr>
                  <a:picLocks noChangeAspect="1"/>
                </p:cNvPicPr>
                <p:nvPr>
                  <p:custDataLst>
                    <p:tags r:id="rId15"/>
                  </p:custDataLst>
                </p:nvPr>
              </p:nvPicPr>
              <p:blipFill>
                <a:blip r:embed="rId19" cstate="print">
                  <a:extLst>
                    <a:ext uri="{28A0092B-C50C-407E-A947-70E740481C1C}">
                      <a14:useLocalDpi xmlns:a14="http://schemas.microsoft.com/office/drawing/2010/main" val="0"/>
                    </a:ext>
                  </a:extLst>
                </a:blip>
                <a:stretch>
                  <a:fillRect/>
                </a:stretch>
              </p:blipFill>
              <p:spPr>
                <a:xfrm>
                  <a:off x="9102436" y="4066720"/>
                  <a:ext cx="2925924" cy="2791280"/>
                </a:xfrm>
                <a:prstGeom prst="rect">
                  <a:avLst/>
                </a:prstGeom>
              </p:spPr>
            </p:pic>
          </p:grpSp>
          <p:pic>
            <p:nvPicPr>
              <p:cNvPr id="9" name="图片 8"/>
              <p:cNvPicPr>
                <a:picLocks noChangeAspect="1"/>
              </p:cNvPicPr>
              <p:nvPr>
                <p:custDataLst>
                  <p:tags r:id="rId13"/>
                </p:custDataLst>
              </p:nvPr>
            </p:nvPicPr>
            <p:blipFill>
              <a:blip r:embed="rId20"/>
              <a:stretch>
                <a:fillRect/>
              </a:stretch>
            </p:blipFill>
            <p:spPr>
              <a:xfrm>
                <a:off x="0" y="0"/>
                <a:ext cx="7137443" cy="6858000"/>
              </a:xfrm>
              <a:prstGeom prst="rect">
                <a:avLst/>
              </a:prstGeom>
            </p:spPr>
          </p:pic>
        </p:grpSp>
        <p:pic>
          <p:nvPicPr>
            <p:cNvPr id="12" name="图片 11"/>
            <p:cNvPicPr>
              <a:picLocks noChangeAspect="1"/>
            </p:cNvPicPr>
            <p:nvPr>
              <p:custDataLst>
                <p:tags r:id="rId12"/>
              </p:custDataLst>
            </p:nvPr>
          </p:nvPicPr>
          <p:blipFill>
            <a:blip r:embed="rId21"/>
            <a:stretch>
              <a:fillRect/>
            </a:stretch>
          </p:blipFill>
          <p:spPr>
            <a:xfrm>
              <a:off x="812461" y="1029461"/>
              <a:ext cx="4909467" cy="4653606"/>
            </a:xfrm>
            <a:prstGeom prst="rect">
              <a:avLst/>
            </a:prstGeom>
          </p:spPr>
        </p:pic>
      </p:grpSp>
      <p:sp>
        <p:nvSpPr>
          <p:cNvPr id="4" name="日期占位符 3"/>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grpSp>
        <p:nvGrpSpPr>
          <p:cNvPr id="14" name="组合 13"/>
          <p:cNvGrpSpPr/>
          <p:nvPr>
            <p:custDataLst>
              <p:tags r:id="rId5"/>
            </p:custDataLst>
          </p:nvPr>
        </p:nvGrpSpPr>
        <p:grpSpPr>
          <a:xfrm>
            <a:off x="3586441" y="2188860"/>
            <a:ext cx="4894709" cy="1030733"/>
            <a:chOff x="4781921" y="2017071"/>
            <a:chExt cx="6526279" cy="1374310"/>
          </a:xfrm>
        </p:grpSpPr>
        <p:pic>
          <p:nvPicPr>
            <p:cNvPr id="15" name="图片 14"/>
            <p:cNvPicPr>
              <a:picLocks noChangeAspect="1"/>
            </p:cNvPicPr>
            <p:nvPr>
              <p:custDataLst>
                <p:tags r:id="rId10"/>
              </p:custDataLst>
            </p:nvPr>
          </p:nvPicPr>
          <p:blipFill>
            <a:blip r:embed="rId22"/>
            <a:stretch>
              <a:fillRect/>
            </a:stretch>
          </p:blipFill>
          <p:spPr>
            <a:xfrm>
              <a:off x="4931680" y="2017071"/>
              <a:ext cx="6376520" cy="595076"/>
            </a:xfrm>
            <a:prstGeom prst="rect">
              <a:avLst/>
            </a:prstGeom>
          </p:spPr>
        </p:pic>
        <p:pic>
          <p:nvPicPr>
            <p:cNvPr id="16" name="图片 15"/>
            <p:cNvPicPr>
              <a:picLocks noChangeAspect="1"/>
            </p:cNvPicPr>
            <p:nvPr>
              <p:custDataLst>
                <p:tags r:id="rId11"/>
              </p:custDataLst>
            </p:nvPr>
          </p:nvPicPr>
          <p:blipFill>
            <a:blip r:embed="rId23"/>
            <a:stretch>
              <a:fillRect/>
            </a:stretch>
          </p:blipFill>
          <p:spPr>
            <a:xfrm>
              <a:off x="4781921" y="2943045"/>
              <a:ext cx="6462076" cy="448336"/>
            </a:xfrm>
            <a:prstGeom prst="rect">
              <a:avLst/>
            </a:prstGeom>
          </p:spPr>
        </p:pic>
      </p:grpSp>
      <p:pic>
        <p:nvPicPr>
          <p:cNvPr id="17" name="图片 16"/>
          <p:cNvPicPr>
            <a:picLocks noChangeAspect="1"/>
          </p:cNvPicPr>
          <p:nvPr>
            <p:custDataLst>
              <p:tags r:id="rId6"/>
            </p:custDataLst>
          </p:nvPr>
        </p:nvPicPr>
        <p:blipFill>
          <a:blip r:embed="rId24"/>
          <a:stretch>
            <a:fillRect/>
          </a:stretch>
        </p:blipFill>
        <p:spPr>
          <a:xfrm>
            <a:off x="3276286" y="2666598"/>
            <a:ext cx="5059183" cy="1179623"/>
          </a:xfrm>
          <a:prstGeom prst="rect">
            <a:avLst/>
          </a:prstGeom>
        </p:spPr>
      </p:pic>
      <p:pic>
        <p:nvPicPr>
          <p:cNvPr id="18" name="图片 17"/>
          <p:cNvPicPr>
            <a:picLocks noChangeAspect="1"/>
          </p:cNvPicPr>
          <p:nvPr>
            <p:custDataLst>
              <p:tags r:id="rId7"/>
            </p:custDataLst>
          </p:nvPr>
        </p:nvPicPr>
        <p:blipFill>
          <a:blip r:embed="rId25"/>
          <a:stretch>
            <a:fillRect/>
          </a:stretch>
        </p:blipFill>
        <p:spPr>
          <a:xfrm rot="10800000" flipV="1">
            <a:off x="3524259" y="3233189"/>
            <a:ext cx="112112" cy="225369"/>
          </a:xfrm>
          <a:prstGeom prst="rect">
            <a:avLst/>
          </a:prstGeom>
        </p:spPr>
      </p:pic>
      <p:sp>
        <p:nvSpPr>
          <p:cNvPr id="3" name="副标题 2"/>
          <p:cNvSpPr>
            <a:spLocks noGrp="1"/>
          </p:cNvSpPr>
          <p:nvPr>
            <p:ph type="subTitle" idx="1" hasCustomPrompt="1"/>
            <p:custDataLst>
              <p:tags r:id="rId8"/>
            </p:custDataLst>
          </p:nvPr>
        </p:nvSpPr>
        <p:spPr>
          <a:xfrm>
            <a:off x="3627905" y="3552912"/>
            <a:ext cx="4761279" cy="509267"/>
          </a:xfrm>
        </p:spPr>
        <p:txBody>
          <a:bodyPr>
            <a:normAutofit/>
          </a:bodyPr>
          <a:lstStyle>
            <a:lvl1pPr marL="0" indent="0" algn="ctr">
              <a:buNone/>
              <a:defRPr sz="1015">
                <a:solidFill>
                  <a:schemeClr val="bg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编辑副标题</a:t>
            </a:r>
          </a:p>
        </p:txBody>
      </p:sp>
      <p:sp>
        <p:nvSpPr>
          <p:cNvPr id="2" name="标题 1"/>
          <p:cNvSpPr>
            <a:spLocks noGrp="1"/>
          </p:cNvSpPr>
          <p:nvPr>
            <p:ph type="ctrTitle" hasCustomPrompt="1"/>
            <p:custDataLst>
              <p:tags r:id="rId9"/>
            </p:custDataLst>
          </p:nvPr>
        </p:nvSpPr>
        <p:spPr>
          <a:xfrm>
            <a:off x="3627905" y="2335611"/>
            <a:ext cx="4761279" cy="779977"/>
          </a:xfrm>
        </p:spPr>
        <p:txBody>
          <a:bodyPr anchor="ctr">
            <a:normAutofit/>
          </a:bodyPr>
          <a:lstStyle>
            <a:lvl1pPr algn="ctr">
              <a:defRPr sz="2700" b="1">
                <a:solidFill>
                  <a:schemeClr val="bg1"/>
                </a:solidFill>
                <a:effectLst/>
              </a:defRPr>
            </a:lvl1pPr>
          </a:lstStyle>
          <a:p>
            <a:r>
              <a:rPr lang="zh-CN" altLang="en-US" dirty="0"/>
              <a:t>编辑标题</a:t>
            </a:r>
          </a:p>
        </p:txBody>
      </p:sp>
    </p:spTree>
    <p:extLst>
      <p:ext uri="{BB962C8B-B14F-4D97-AF65-F5344CB8AC3E}">
        <p14:creationId xmlns:p14="http://schemas.microsoft.com/office/powerpoint/2010/main" val="334476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35610" y="0"/>
            <a:ext cx="8079740" cy="994410"/>
          </a:xfrm>
        </p:spPr>
        <p:txBody>
          <a:bodyPr/>
          <a:lstStyle>
            <a:lvl1pPr>
              <a:defRPr>
                <a:latin typeface="方正粗黑宋简体" panose="02000000000000000000" charset="-122"/>
                <a:ea typeface="方正粗黑宋简体" panose="02000000000000000000" charset="-122"/>
              </a:defRPr>
            </a:lvl1pPr>
          </a:lstStyle>
          <a:p>
            <a:r>
              <a:rPr lang="zh-CN" altLang="en-US"/>
              <a:t>单击此处编辑母版标题样式</a:t>
            </a:r>
          </a:p>
        </p:txBody>
      </p:sp>
      <p:sp>
        <p:nvSpPr>
          <p:cNvPr id="3" name="内容占位符 2"/>
          <p:cNvSpPr>
            <a:spLocks noGrp="1"/>
          </p:cNvSpPr>
          <p:nvPr>
            <p:ph idx="1"/>
            <p:custDataLst>
              <p:tags r:id="rId2"/>
            </p:custDataLst>
          </p:nvPr>
        </p:nvSpPr>
        <p:spPr>
          <a:xfrm>
            <a:off x="461010" y="1014730"/>
            <a:ext cx="8655050" cy="5358130"/>
          </a:xfrm>
        </p:spPr>
        <p:txBody>
          <a:bodyPr/>
          <a:lstStyle>
            <a:lvl1pPr eaLnBrk="1" fontAlgn="auto" latinLnBrk="0" hangingPunct="1">
              <a:lnSpc>
                <a:spcPct val="100000"/>
              </a:lnSpc>
              <a:spcBef>
                <a:spcPts val="600"/>
              </a:spcBef>
              <a:defRPr sz="2400">
                <a:solidFill>
                  <a:srgbClr val="0000FF"/>
                </a:solidFill>
              </a:defRPr>
            </a:lvl1pPr>
            <a:lvl2pPr eaLnBrk="1" fontAlgn="auto" latinLnBrk="0" hangingPunct="1">
              <a:lnSpc>
                <a:spcPct val="100000"/>
              </a:lnSpc>
              <a:spcBef>
                <a:spcPts val="600"/>
              </a:spcBef>
              <a:defRPr sz="2000">
                <a:gradFill>
                  <a:gsLst>
                    <a:gs pos="0">
                      <a:srgbClr val="012D86"/>
                    </a:gs>
                    <a:gs pos="100000">
                      <a:srgbClr val="0E2557"/>
                    </a:gs>
                  </a:gsLst>
                  <a:lin scaled="0"/>
                </a:gradFill>
              </a:defRPr>
            </a:lvl2pPr>
            <a:lvl3pPr eaLnBrk="1" fontAlgn="auto" latinLnBrk="0" hangingPunct="1">
              <a:lnSpc>
                <a:spcPct val="100000"/>
              </a:lnSpc>
              <a:spcBef>
                <a:spcPts val="600"/>
              </a:spcBef>
              <a:defRPr sz="1800">
                <a:solidFill>
                  <a:srgbClr val="FF0000"/>
                </a:solidFill>
              </a:defRPr>
            </a:lvl3pPr>
            <a:lvl4pPr eaLnBrk="1" fontAlgn="auto" latinLnBrk="0" hangingPunct="1">
              <a:lnSpc>
                <a:spcPct val="100000"/>
              </a:lnSpc>
              <a:spcBef>
                <a:spcPts val="600"/>
              </a:spcBef>
              <a:defRPr sz="1600">
                <a:solidFill>
                  <a:srgbClr val="BE3A3A"/>
                </a:solidFill>
              </a:defRPr>
            </a:lvl4pPr>
            <a:lvl5pPr eaLnBrk="1" fontAlgn="auto" latinLnBrk="0" hangingPunct="1">
              <a:lnSpc>
                <a:spcPct val="100000"/>
              </a:lnSpc>
              <a:spcBef>
                <a:spcPts val="600"/>
              </a:spcBef>
              <a:defRPr sz="1400">
                <a:gradFill>
                  <a:gsLst>
                    <a:gs pos="0">
                      <a:srgbClr val="7B32B2"/>
                    </a:gs>
                    <a:gs pos="100000">
                      <a:srgbClr val="401A5D"/>
                    </a:gs>
                  </a:gsLst>
                  <a:lin scaled="0"/>
                </a:gra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269890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椭圆 6"/>
          <p:cNvSpPr/>
          <p:nvPr>
            <p:custDataLst>
              <p:tags r:id="rId1"/>
            </p:custDataLst>
          </p:nvPr>
        </p:nvSpPr>
        <p:spPr>
          <a:xfrm>
            <a:off x="1174711" y="2326714"/>
            <a:ext cx="2204573" cy="220457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8" name="图片 7"/>
          <p:cNvPicPr>
            <a:picLocks noChangeAspect="1"/>
          </p:cNvPicPr>
          <p:nvPr>
            <p:custDataLst>
              <p:tags r:id="rId2"/>
            </p:custDataLst>
          </p:nvPr>
        </p:nvPicPr>
        <p:blipFill>
          <a:blip r:embed="rId11"/>
          <a:stretch>
            <a:fillRect/>
          </a:stretch>
        </p:blipFill>
        <p:spPr>
          <a:xfrm>
            <a:off x="508538" y="1877974"/>
            <a:ext cx="3272606" cy="3102052"/>
          </a:xfrm>
          <a:prstGeom prst="rect">
            <a:avLst/>
          </a:prstGeom>
          <a:noFill/>
        </p:spPr>
      </p:pic>
      <p:sp>
        <p:nvSpPr>
          <p:cNvPr id="11" name="文本框 10"/>
          <p:cNvSpPr txBox="1"/>
          <p:nvPr>
            <p:custDataLst>
              <p:tags r:id="rId3"/>
            </p:custDataLst>
          </p:nvPr>
        </p:nvSpPr>
        <p:spPr>
          <a:xfrm>
            <a:off x="1104212" y="2369798"/>
            <a:ext cx="2226298" cy="2364710"/>
          </a:xfrm>
          <a:prstGeom prst="rect">
            <a:avLst/>
          </a:prstGeom>
          <a:noFill/>
        </p:spPr>
        <p:txBody>
          <a:bodyPr wrap="square" rtlCol="0" anchor="ctr">
            <a:normAutofit/>
          </a:bodyPr>
          <a:lstStyle/>
          <a:p>
            <a:pPr marL="0" marR="0" indent="0" algn="ctr" defTabSz="914400" rtl="0" eaLnBrk="1" fontAlgn="auto" latinLnBrk="0" hangingPunct="1">
              <a:lnSpc>
                <a:spcPct val="100000"/>
              </a:lnSpc>
              <a:spcBef>
                <a:spcPts val="0"/>
              </a:spcBef>
              <a:spcAft>
                <a:spcPts val="0"/>
              </a:spcAft>
              <a:buClrTx/>
              <a:buSzTx/>
              <a:buFontTx/>
              <a:buNone/>
            </a:pPr>
            <a:r>
              <a:rPr lang="en-US" altLang="zh-CN"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rPr>
              <a:t>1</a:t>
            </a:r>
            <a:endParaRPr lang="zh-CN" altLang="en-US"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endParaRPr>
          </a:p>
          <a:p>
            <a:pPr algn="ctr"/>
            <a:endParaRPr lang="zh-CN" altLang="en-US" sz="1575" dirty="0">
              <a:solidFill>
                <a:schemeClr val="accent1"/>
              </a:solidFill>
              <a:latin typeface="+mn-lt"/>
            </a:endParaRPr>
          </a:p>
        </p:txBody>
      </p:sp>
      <p:sp>
        <p:nvSpPr>
          <p:cNvPr id="4" name="日期占位符 3"/>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cxnSp>
        <p:nvCxnSpPr>
          <p:cNvPr id="10" name="直接连接符 9"/>
          <p:cNvCxnSpPr/>
          <p:nvPr>
            <p:custDataLst>
              <p:tags r:id="rId7"/>
            </p:custDataLst>
          </p:nvPr>
        </p:nvCxnSpPr>
        <p:spPr>
          <a:xfrm>
            <a:off x="3771792" y="3510454"/>
            <a:ext cx="465259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idx="1" hasCustomPrompt="1"/>
            <p:custDataLst>
              <p:tags r:id="rId8"/>
            </p:custDataLst>
          </p:nvPr>
        </p:nvSpPr>
        <p:spPr>
          <a:xfrm>
            <a:off x="3413349" y="3695478"/>
            <a:ext cx="5378830" cy="621410"/>
          </a:xfrm>
        </p:spPr>
        <p:txBody>
          <a:bodyPr>
            <a:normAutofit/>
          </a:bodyPr>
          <a:lstStyle>
            <a:lvl1pPr marL="0" indent="0" algn="ctr">
              <a:buNone/>
              <a:defRPr sz="1015">
                <a:solidFill>
                  <a:schemeClr val="tx1"/>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a:t>单击此处编辑副标题</a:t>
            </a:r>
          </a:p>
        </p:txBody>
      </p:sp>
      <p:sp>
        <p:nvSpPr>
          <p:cNvPr id="2" name="标题 1"/>
          <p:cNvSpPr>
            <a:spLocks noGrp="1"/>
          </p:cNvSpPr>
          <p:nvPr>
            <p:ph type="title" hasCustomPrompt="1"/>
            <p:custDataLst>
              <p:tags r:id="rId9"/>
            </p:custDataLst>
          </p:nvPr>
        </p:nvSpPr>
        <p:spPr>
          <a:xfrm>
            <a:off x="3413349" y="1619469"/>
            <a:ext cx="5378830" cy="1551026"/>
          </a:xfrm>
        </p:spPr>
        <p:txBody>
          <a:bodyPr anchor="b">
            <a:normAutofit/>
          </a:bodyPr>
          <a:lstStyle>
            <a:lvl1pPr algn="ctr">
              <a:defRPr sz="3715" b="1">
                <a:effectLst/>
              </a:defRPr>
            </a:lvl1pPr>
          </a:lstStyle>
          <a:p>
            <a:r>
              <a:rPr lang="zh-CN" altLang="en-US" dirty="0"/>
              <a:t>单击此处编辑标题</a:t>
            </a:r>
          </a:p>
        </p:txBody>
      </p:sp>
    </p:spTree>
    <p:extLst>
      <p:ext uri="{BB962C8B-B14F-4D97-AF65-F5344CB8AC3E}">
        <p14:creationId xmlns:p14="http://schemas.microsoft.com/office/powerpoint/2010/main" val="130927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6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530820"/>
            <a:ext cx="7886700" cy="994172"/>
          </a:xfrm>
        </p:spPr>
        <p:txBody>
          <a:bodyPr/>
          <a:lstStyle/>
          <a:p>
            <a:r>
              <a:rPr lang="zh-CN" altLang="en-US"/>
              <a:t>单击此处编辑母版标题样式</a:t>
            </a:r>
          </a:p>
        </p:txBody>
      </p:sp>
      <p:sp>
        <p:nvSpPr>
          <p:cNvPr id="3" name="内容占位符 2"/>
          <p:cNvSpPr>
            <a:spLocks noGrp="1"/>
          </p:cNvSpPr>
          <p:nvPr>
            <p:ph sz="half" idx="1"/>
            <p:custDataLst>
              <p:tags r:id="rId2"/>
            </p:custDataLst>
          </p:nvPr>
        </p:nvSpPr>
        <p:spPr>
          <a:xfrm>
            <a:off x="628650" y="2369542"/>
            <a:ext cx="3886200" cy="326350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4629150" y="2369542"/>
            <a:ext cx="3886200" cy="3263503"/>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2953607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1" y="530820"/>
            <a:ext cx="7886700" cy="994172"/>
          </a:xfrm>
        </p:spPr>
        <p:txBody>
          <a:bodyPr/>
          <a:lstStyle/>
          <a:p>
            <a:r>
              <a:rPr lang="zh-CN" altLang="en-US"/>
              <a:t>单击此处编辑母版标题样式</a:t>
            </a:r>
          </a:p>
        </p:txBody>
      </p:sp>
      <p:sp>
        <p:nvSpPr>
          <p:cNvPr id="3" name="文本占位符 2"/>
          <p:cNvSpPr>
            <a:spLocks noGrp="1"/>
          </p:cNvSpPr>
          <p:nvPr>
            <p:ph type="body" idx="1"/>
            <p:custDataLst>
              <p:tags r:id="rId2"/>
            </p:custDataLst>
          </p:nvPr>
        </p:nvSpPr>
        <p:spPr>
          <a:xfrm>
            <a:off x="629841" y="1848026"/>
            <a:ext cx="3868340"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629841" y="2965649"/>
            <a:ext cx="3868340"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4629150" y="1848026"/>
            <a:ext cx="3887391"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4629150" y="2965649"/>
            <a:ext cx="3887391"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8" name="页脚占位符 7"/>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17922472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132080"/>
            <a:ext cx="7886700" cy="657225"/>
          </a:xfrm>
        </p:spPr>
        <p:txBody>
          <a:bodyPr vert="horz" lIns="101600" tIns="38100" rIns="76200" bIns="38100" rtlCol="0" anchor="t" anchorCtr="0">
            <a:no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dirty="0">
                <a:solidFill>
                  <a:schemeClr val="tx1"/>
                </a:solidFill>
                <a:uFillTx/>
                <a:latin typeface="方正粗黑宋简体" panose="02000000000000000000" charset="-122"/>
                <a:ea typeface="方正粗黑宋简体" panose="02000000000000000000"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1155714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3" name="页脚占位符 2"/>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36189903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0" y="657225"/>
            <a:ext cx="3123900" cy="1200150"/>
          </a:xfrm>
        </p:spPr>
        <p:txBody>
          <a:bodyPr anchor="t" anchorCtr="0">
            <a:normAutofit/>
          </a:bodyPr>
          <a:lstStyle>
            <a:lvl1pPr>
              <a:defRPr sz="2475"/>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3888000" y="1132650"/>
            <a:ext cx="4627800" cy="40527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zh-CN" altLang="en-US" dirty="0"/>
          </a:p>
        </p:txBody>
      </p:sp>
      <p:sp>
        <p:nvSpPr>
          <p:cNvPr id="4" name="文本占位符 3"/>
          <p:cNvSpPr>
            <a:spLocks noGrp="1"/>
          </p:cNvSpPr>
          <p:nvPr>
            <p:ph type="body" sz="half" idx="2"/>
            <p:custDataLst>
              <p:tags r:id="rId3"/>
            </p:custDataLst>
          </p:nvPr>
        </p:nvSpPr>
        <p:spPr>
          <a:xfrm>
            <a:off x="629840" y="2592397"/>
            <a:ext cx="3123900" cy="2801489"/>
          </a:xfrm>
        </p:spPr>
        <p:txBody>
          <a:bodyPr>
            <a:normAutofit/>
          </a:bodyPr>
          <a:lstStyle>
            <a:lvl1pPr marL="0" indent="0">
              <a:buNone/>
              <a:defRPr sz="1015"/>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9EFD9D74-47D9-4702-A33C-335B63B48DBF}" type="datetimeFigureOut">
              <a:rPr lang="zh-CN" altLang="en-US" smtClean="0"/>
              <a:t>2026/10/19</a:t>
            </a:fld>
            <a:endParaRPr lang="zh-CN" altLang="en-US" dirty="0"/>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42515062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725747" y="1091605"/>
            <a:ext cx="789603" cy="4358879"/>
          </a:xfrm>
        </p:spPr>
        <p:txBody>
          <a:bodyPr vert="eaVert">
            <a:normAutofit/>
          </a:bodyPr>
          <a:lstStyle>
            <a:lvl1pPr>
              <a:defRPr sz="2025"/>
            </a:lvl1pPr>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a:xfrm>
            <a:off x="628650" y="1091605"/>
            <a:ext cx="6803183"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D997B5FA-0921-464F-AAE1-844C04324D75}"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12532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401991"/>
            <a:ext cx="2057400" cy="273844"/>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28650" y="1246414"/>
            <a:ext cx="7886700" cy="416922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5500445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3293369" y="2495952"/>
            <a:ext cx="4404947" cy="994172"/>
          </a:xfrm>
        </p:spPr>
        <p:txBody>
          <a:bodyPr anchor="b">
            <a:normAutofit/>
          </a:bodyPr>
          <a:lstStyle>
            <a:lvl1pPr algn="l">
              <a:defRPr sz="3040" b="1">
                <a:solidFill>
                  <a:schemeClr val="tx1"/>
                </a:solidFill>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pic>
        <p:nvPicPr>
          <p:cNvPr id="6" name="图片 5"/>
          <p:cNvPicPr>
            <a:picLocks noChangeAspect="1"/>
          </p:cNvPicPr>
          <p:nvPr>
            <p:custDataLst>
              <p:tags r:id="rId5"/>
            </p:custDataLst>
          </p:nvPr>
        </p:nvPicPr>
        <p:blipFill>
          <a:blip r:embed="rId9"/>
          <a:stretch>
            <a:fillRect/>
          </a:stretch>
        </p:blipFill>
        <p:spPr>
          <a:xfrm>
            <a:off x="1901536" y="2349199"/>
            <a:ext cx="2456303" cy="2328291"/>
          </a:xfrm>
          <a:prstGeom prst="rect">
            <a:avLst/>
          </a:prstGeom>
        </p:spPr>
      </p:pic>
      <p:cxnSp>
        <p:nvCxnSpPr>
          <p:cNvPr id="7" name="直接连接符 6"/>
          <p:cNvCxnSpPr/>
          <p:nvPr>
            <p:custDataLst>
              <p:tags r:id="rId6"/>
            </p:custDataLst>
          </p:nvPr>
        </p:nvCxnSpPr>
        <p:spPr>
          <a:xfrm>
            <a:off x="3344169" y="3729639"/>
            <a:ext cx="24685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副标题 2"/>
          <p:cNvSpPr>
            <a:spLocks noGrp="1"/>
          </p:cNvSpPr>
          <p:nvPr>
            <p:ph type="subTitle" idx="1" hasCustomPrompt="1"/>
            <p:custDataLst>
              <p:tags r:id="rId7"/>
            </p:custDataLst>
          </p:nvPr>
        </p:nvSpPr>
        <p:spPr>
          <a:xfrm>
            <a:off x="3293369" y="3888337"/>
            <a:ext cx="4404947" cy="509267"/>
          </a:xfrm>
        </p:spPr>
        <p:txBody>
          <a:bodyPr>
            <a:normAutofit/>
          </a:bodyPr>
          <a:lstStyle>
            <a:lvl1pPr marL="0" indent="0" algn="l">
              <a:buNone/>
              <a:defRPr sz="1015">
                <a:solidFill>
                  <a:schemeClr val="tx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单击编辑副标题</a:t>
            </a:r>
          </a:p>
        </p:txBody>
      </p:sp>
    </p:spTree>
    <p:extLst>
      <p:ext uri="{BB962C8B-B14F-4D97-AF65-F5344CB8AC3E}">
        <p14:creationId xmlns:p14="http://schemas.microsoft.com/office/powerpoint/2010/main" val="283012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1"/>
            </p:custDataLst>
          </p:nvPr>
        </p:nvPicPr>
        <p:blipFill>
          <a:blip r:embed="rId7"/>
          <a:stretch>
            <a:fillRect/>
          </a:stretch>
        </p:blipFill>
        <p:spPr>
          <a:xfrm>
            <a:off x="48577" y="249238"/>
            <a:ext cx="1127284" cy="1068705"/>
          </a:xfrm>
          <a:prstGeom prst="rect">
            <a:avLst/>
          </a:prstGeom>
        </p:spPr>
      </p:pic>
      <p:sp>
        <p:nvSpPr>
          <p:cNvPr id="2" name="标题 1"/>
          <p:cNvSpPr>
            <a:spLocks noGrp="1"/>
          </p:cNvSpPr>
          <p:nvPr>
            <p:ph type="title"/>
            <p:custDataLst>
              <p:tags r:id="rId2"/>
            </p:custDataLst>
          </p:nvPr>
        </p:nvSpPr>
        <p:spPr>
          <a:xfrm>
            <a:off x="628650" y="530820"/>
            <a:ext cx="7886700" cy="994172"/>
          </a:xfrm>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151588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10" name="图片 9"/>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961200" y="1339650"/>
            <a:ext cx="7219800" cy="542700"/>
          </a:xfrm>
        </p:spPr>
        <p:txBody>
          <a:bodyPr anchor="ctr"/>
          <a:lstStyle>
            <a:lvl1pP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6"/>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8313573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dirty="0">
              <a:sym typeface="+mn-ea"/>
            </a:endParaRPr>
          </a:p>
        </p:txBody>
      </p:sp>
      <p:pic>
        <p:nvPicPr>
          <p:cNvPr id="10" name="图片 9"/>
          <p:cNvPicPr>
            <a:picLocks noChangeAspect="1"/>
          </p:cNvPicPr>
          <p:nvPr userDrawn="1">
            <p:custDataLst>
              <p:tags r:id="rId2"/>
            </p:custDataLst>
          </p:nvPr>
        </p:nvPicPr>
        <p:blipFill>
          <a:blip r:embed="rId10"/>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anchor="ctr"/>
          <a:lstStyle>
            <a:lvl1pPr>
              <a:defRPr sz="2025"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3466947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2"/>
            </p:custDataLst>
          </p:nvPr>
        </p:nvSpPr>
        <p:spPr>
          <a:xfrm>
            <a:off x="459000" y="859500"/>
            <a:ext cx="8232300" cy="469800"/>
          </a:xfrm>
        </p:spPr>
        <p:txBody>
          <a:bodyPr anchor="ctr"/>
          <a:lstStyle>
            <a:lvl1pPr algn="ctr">
              <a:defRPr sz="2025"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59000" y="1763100"/>
            <a:ext cx="8231981" cy="621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459581" y="3236850"/>
            <a:ext cx="8224200" cy="25731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6" name="图片 5"/>
          <p:cNvPicPr>
            <a:picLocks noChangeAspect="1"/>
          </p:cNvPicPr>
          <p:nvPr userDrawn="1">
            <p:custDataLst>
              <p:tags r:id="rId8"/>
            </p:custDataLst>
          </p:nvPr>
        </p:nvPicPr>
        <p:blipFill>
          <a:blip r:embed="rId10"/>
          <a:stretch>
            <a:fillRect/>
          </a:stretch>
        </p:blipFill>
        <p:spPr>
          <a:xfrm>
            <a:off x="48577" y="249238"/>
            <a:ext cx="1127284" cy="1068705"/>
          </a:xfrm>
          <a:prstGeom prst="rect">
            <a:avLst/>
          </a:prstGeom>
        </p:spPr>
      </p:pic>
    </p:spTree>
    <p:extLst>
      <p:ext uri="{BB962C8B-B14F-4D97-AF65-F5344CB8AC3E}">
        <p14:creationId xmlns:p14="http://schemas.microsoft.com/office/powerpoint/2010/main" val="34415259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custDataLst>
              <p:tags r:id="rId1"/>
            </p:custDataLst>
          </p:nvPr>
        </p:nvPicPr>
        <p:blipFill>
          <a:blip r:embed="rId10"/>
          <a:stretch>
            <a:fillRect/>
          </a:stretch>
        </p:blipFill>
        <p:spPr>
          <a:xfrm>
            <a:off x="48577" y="249238"/>
            <a:ext cx="1127284" cy="1068705"/>
          </a:xfrm>
          <a:prstGeom prst="rect">
            <a:avLst/>
          </a:prstGeom>
        </p:spPr>
      </p:pic>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16225492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12"/>
          <a:stretch>
            <a:fillRect/>
          </a:stretch>
        </p:blipFill>
        <p:spPr>
          <a:xfrm>
            <a:off x="48577" y="249238"/>
            <a:ext cx="1127284" cy="1068705"/>
          </a:xfrm>
          <a:prstGeom prst="rect">
            <a:avLst/>
          </a:prstGeom>
        </p:spPr>
      </p:pic>
      <p:sp>
        <p:nvSpPr>
          <p:cNvPr id="2" name="标题 1"/>
          <p:cNvSpPr>
            <a:spLocks noGrp="1"/>
          </p:cNvSpPr>
          <p:nvPr>
            <p:ph type="title"/>
            <p:custDataLst>
              <p:tags r:id="rId3"/>
            </p:custDataLst>
          </p:nvPr>
        </p:nvSpPr>
        <p:spPr>
          <a:xfrm>
            <a:off x="434700" y="292846"/>
            <a:ext cx="8278200" cy="331473"/>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36096555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1142100" y="1637550"/>
            <a:ext cx="6858000" cy="1790100"/>
          </a:xfrm>
        </p:spPr>
        <p:txBody>
          <a:bodyPr anchor="b"/>
          <a:lstStyle>
            <a:lvl1pPr algn="ctr">
              <a:defRPr sz="3375" baseline="0">
                <a:solidFill>
                  <a:schemeClr val="tx1"/>
                </a:solidFill>
                <a:latin typeface="Arial" panose="020B0604020202020204" pitchFamily="34" charset="0"/>
                <a:ea typeface="微软雅黑" panose="020B0503020204020204" charset="-122"/>
              </a:defRPr>
            </a:lvl1pPr>
          </a:lstStyle>
          <a:p>
            <a:r>
              <a:rPr lang="zh-CN" altLang="en-US" dirty="0"/>
              <a:t>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hasCustomPrompt="1"/>
            <p:custDataLst>
              <p:tags r:id="rId7"/>
            </p:custDataLst>
          </p:nvPr>
        </p:nvSpPr>
        <p:spPr>
          <a:xfrm>
            <a:off x="1141810" y="4069800"/>
            <a:ext cx="6858000" cy="1242000"/>
          </a:xfrm>
        </p:spPr>
        <p:txBody>
          <a:bodyPr/>
          <a:lstStyle>
            <a:lvl1pPr marL="0" indent="0" algn="ctr">
              <a:buNone/>
              <a:defRPr baseline="0">
                <a:solidFill>
                  <a:schemeClr val="tx1"/>
                </a:solidFill>
                <a:latin typeface="Arial" panose="020B0604020202020204" pitchFamily="34" charset="0"/>
                <a:ea typeface="微软雅黑" panose="020B0503020204020204" charset="-122"/>
              </a:defRPr>
            </a:lvl1pPr>
          </a:lstStyle>
          <a:p>
            <a:pPr lvl="0"/>
            <a:r>
              <a:rPr lang="zh-CN" altLang="en-US" dirty="0"/>
              <a:t>编辑副标题</a:t>
            </a:r>
          </a:p>
        </p:txBody>
      </p:sp>
    </p:spTree>
    <p:extLst>
      <p:ext uri="{BB962C8B-B14F-4D97-AF65-F5344CB8AC3E}">
        <p14:creationId xmlns:p14="http://schemas.microsoft.com/office/powerpoint/2010/main" val="1335220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1048596" name="灯片编号占位符 15"/>
          <p:cNvSpPr>
            <a:spLocks noGrp="1"/>
          </p:cNvSpPr>
          <p:nvPr>
            <p:ph type="sldNum" sz="quarter" idx="12"/>
          </p:nvPr>
        </p:nvSpPr>
        <p:spPr>
          <a:xfrm>
            <a:off x="8101012" y="6405440"/>
            <a:ext cx="1042988" cy="365125"/>
          </a:xfrm>
        </p:spPr>
        <p:txBody>
          <a:bodyPr/>
          <a:lstStyle>
            <a:lvl1pPr algn="ctr">
              <a:defRPr sz="1500" b="1">
                <a:solidFill>
                  <a:schemeClr val="bg1"/>
                </a:solidFill>
              </a:defRPr>
            </a:lvl1pPr>
          </a:lstStyle>
          <a:p>
            <a:fld id="{51D91E7F-84B6-4064-9D4E-CC7D244BCA04}" type="slidenum">
              <a:rPr lang="zh-CN" altLang="en-US" smtClean="0"/>
              <a:t>‹#›</a:t>
            </a:fld>
            <a:endParaRPr lang="zh-CN" altLang="en-US" dirty="0"/>
          </a:p>
        </p:txBody>
      </p:sp>
    </p:spTree>
    <p:extLst>
      <p:ext uri="{BB962C8B-B14F-4D97-AF65-F5344CB8AC3E}">
        <p14:creationId xmlns:p14="http://schemas.microsoft.com/office/powerpoint/2010/main" val="312612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tags" Target="../tags/tag121.xml"/><Relationship Id="rId3" Type="http://schemas.openxmlformats.org/officeDocument/2006/relationships/slideLayout" Target="../slideLayouts/slideLayout21.xml"/><Relationship Id="rId21" Type="http://schemas.openxmlformats.org/officeDocument/2006/relationships/tags" Target="../tags/tag116.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tags" Target="../tags/tag120.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tags" Target="../tags/tag11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ags" Target="../tags/tag118.xml"/><Relationship Id="rId28" Type="http://schemas.openxmlformats.org/officeDocument/2006/relationships/image" Target="../media/image2.png"/><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tags" Target="../tags/tag117.xml"/><Relationship Id="rId27" Type="http://schemas.openxmlformats.org/officeDocument/2006/relationships/tags" Target="../tags/tag1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2026/10/19</a:t>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372110" y="0"/>
            <a:ext cx="8143240" cy="710565"/>
          </a:xfrm>
          <a:prstGeom prst="rect">
            <a:avLst/>
          </a:prstGeom>
        </p:spPr>
        <p:txBody>
          <a:bodyPr vert="horz" lIns="91440" tIns="45720" rIns="91440" bIns="45720" rtlCol="0" anchor="ctr">
            <a:norm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a:solidFill>
                  <a:schemeClr val="tx1"/>
                </a:solidFill>
                <a:latin typeface="方正粗黑宋简体" panose="02000000000000000000" charset="-122"/>
                <a:ea typeface="方正粗黑宋简体" panose="02000000000000000000" charset="-122"/>
                <a:cs typeface="+mj-cs"/>
              </a:defRPr>
            </a:lvl1pPr>
          </a:lstStyle>
          <a:p>
            <a:r>
              <a:rPr lang="zh-CN" altLang="en-US"/>
              <a:t>单击此处编辑母版标题样式</a:t>
            </a:r>
          </a:p>
        </p:txBody>
      </p:sp>
      <p:sp>
        <p:nvSpPr>
          <p:cNvPr id="3" name="文本占位符 2"/>
          <p:cNvSpPr>
            <a:spLocks noGrp="1"/>
          </p:cNvSpPr>
          <p:nvPr>
            <p:ph type="body" idx="1"/>
            <p:custDataLst>
              <p:tags r:id="rId22"/>
            </p:custDataLst>
          </p:nvPr>
        </p:nvSpPr>
        <p:spPr>
          <a:xfrm>
            <a:off x="383540" y="822325"/>
            <a:ext cx="8131810" cy="4667250"/>
          </a:xfrm>
          <a:prstGeom prst="rect">
            <a:avLst/>
          </a:prstGeom>
        </p:spPr>
        <p:txBody>
          <a:bodyPr vert="horz" lIns="91440" tIns="45720" rIns="91440" bIns="45720" rtlCol="0">
            <a:normAutofit/>
          </a:bodyPr>
          <a:lstStyle/>
          <a:p>
            <a:pPr lvl="0" algn="l">
              <a:lnSpc>
                <a:spcPct val="100000"/>
              </a:lnSpc>
              <a:spcBef>
                <a:spcPts val="600"/>
              </a:spcBef>
              <a:buClrTx/>
              <a:buSzTx/>
            </a:pPr>
            <a:r>
              <a:rPr lang="zh-CN" altLang="en-US" dirty="0"/>
              <a:t>编辑母版文本样式</a:t>
            </a:r>
          </a:p>
          <a:p>
            <a:pPr lvl="1" algn="l">
              <a:lnSpc>
                <a:spcPct val="100000"/>
              </a:lnSpc>
              <a:spcBef>
                <a:spcPts val="600"/>
              </a:spcBef>
              <a:buClrTx/>
              <a:buSzTx/>
            </a:pPr>
            <a:r>
              <a:rPr lang="zh-CN" altLang="en-US" dirty="0"/>
              <a:t>第二级</a:t>
            </a:r>
          </a:p>
          <a:p>
            <a:pPr lvl="2" algn="l">
              <a:lnSpc>
                <a:spcPct val="100000"/>
              </a:lnSpc>
              <a:spcBef>
                <a:spcPts val="600"/>
              </a:spcBef>
              <a:buClrTx/>
              <a:buSzTx/>
            </a:pPr>
            <a:r>
              <a:rPr lang="zh-CN" altLang="en-US" dirty="0"/>
              <a:t>第三级</a:t>
            </a:r>
          </a:p>
          <a:p>
            <a:pPr lvl="3" algn="l">
              <a:lnSpc>
                <a:spcPct val="100000"/>
              </a:lnSpc>
              <a:spcBef>
                <a:spcPts val="600"/>
              </a:spcBef>
              <a:buClrTx/>
              <a:buSzTx/>
            </a:pPr>
            <a:r>
              <a:rPr lang="zh-CN" altLang="en-US" dirty="0"/>
              <a:t>第四级</a:t>
            </a:r>
          </a:p>
          <a:p>
            <a:pPr lvl="4" algn="l">
              <a:lnSpc>
                <a:spcPct val="100000"/>
              </a:lnSpc>
              <a:spcBef>
                <a:spcPts val="600"/>
              </a:spcBef>
              <a:buClrTx/>
              <a:buSzTx/>
            </a:pPr>
            <a:r>
              <a:rPr lang="zh-CN" altLang="en-US" dirty="0"/>
              <a:t>第五级</a:t>
            </a:r>
          </a:p>
        </p:txBody>
      </p:sp>
      <p:sp>
        <p:nvSpPr>
          <p:cNvPr id="4" name="日期占位符 3"/>
          <p:cNvSpPr>
            <a:spLocks noGrp="1"/>
          </p:cNvSpPr>
          <p:nvPr>
            <p:ph type="dt" sz="half" idx="2"/>
            <p:custDataLst>
              <p:tags r:id="rId23"/>
            </p:custDataLst>
          </p:nvPr>
        </p:nvSpPr>
        <p:spPr>
          <a:xfrm>
            <a:off x="628650" y="5624513"/>
            <a:ext cx="2057400" cy="273844"/>
          </a:xfrm>
          <a:prstGeom prst="rect">
            <a:avLst/>
          </a:prstGeom>
        </p:spPr>
        <p:txBody>
          <a:bodyPr vert="horz" lIns="91440" tIns="45720" rIns="91440" bIns="45720" rtlCol="0" anchor="ctr">
            <a:normAutofit/>
          </a:bodyPr>
          <a:lstStyle>
            <a:lvl1pPr algn="l">
              <a:defRPr sz="675">
                <a:solidFill>
                  <a:schemeClr val="bg1">
                    <a:lumMod val="65000"/>
                  </a:schemeClr>
                </a:solidFill>
              </a:defRPr>
            </a:lvl1pPr>
          </a:lstStyle>
          <a:p>
            <a:fld id="{3B358A95-C3A6-445A-9253-6EEA2DB226D8}" type="datetimeFigureOut">
              <a:rPr lang="zh-CN" altLang="en-US" smtClean="0"/>
              <a:t>2026/10/19</a:t>
            </a:fld>
            <a:endParaRPr lang="zh-CN" altLang="en-US" dirty="0"/>
          </a:p>
        </p:txBody>
      </p:sp>
      <p:sp>
        <p:nvSpPr>
          <p:cNvPr id="5" name="页脚占位符 4"/>
          <p:cNvSpPr>
            <a:spLocks noGrp="1"/>
          </p:cNvSpPr>
          <p:nvPr>
            <p:ph type="ftr" sz="quarter" idx="3"/>
            <p:custDataLst>
              <p:tags r:id="rId24"/>
            </p:custDataLst>
          </p:nvPr>
        </p:nvSpPr>
        <p:spPr>
          <a:xfrm>
            <a:off x="3028950" y="5624513"/>
            <a:ext cx="3086100" cy="273844"/>
          </a:xfrm>
          <a:prstGeom prst="rect">
            <a:avLst/>
          </a:prstGeom>
        </p:spPr>
        <p:txBody>
          <a:bodyPr vert="horz" lIns="91440" tIns="45720" rIns="91440" bIns="45720" rtlCol="0" anchor="ctr">
            <a:normAutofit/>
          </a:bodyPr>
          <a:lstStyle>
            <a:lvl1pPr algn="ctr">
              <a:defRPr sz="675">
                <a:solidFill>
                  <a:schemeClr val="bg1">
                    <a:lumMod val="65000"/>
                  </a:schemeClr>
                </a:solidFill>
              </a:defRPr>
            </a:lvl1pPr>
          </a:lstStyle>
          <a:p>
            <a:endParaRPr lang="zh-CN" altLang="en-US"/>
          </a:p>
        </p:txBody>
      </p:sp>
      <p:sp>
        <p:nvSpPr>
          <p:cNvPr id="6" name="灯片编号占位符 5"/>
          <p:cNvSpPr>
            <a:spLocks noGrp="1"/>
          </p:cNvSpPr>
          <p:nvPr>
            <p:ph type="sldNum" sz="quarter" idx="4"/>
            <p:custDataLst>
              <p:tags r:id="rId25"/>
            </p:custDataLst>
          </p:nvPr>
        </p:nvSpPr>
        <p:spPr>
          <a:xfrm>
            <a:off x="6457950" y="5624513"/>
            <a:ext cx="2057400" cy="273844"/>
          </a:xfrm>
          <a:prstGeom prst="rect">
            <a:avLst/>
          </a:prstGeom>
        </p:spPr>
        <p:txBody>
          <a:bodyPr vert="horz" lIns="91440" tIns="45720" rIns="91440" bIns="45720" rtlCol="0" anchor="ctr">
            <a:normAutofit/>
          </a:bodyPr>
          <a:lstStyle>
            <a:lvl1pPr algn="r">
              <a:defRPr sz="675">
                <a:solidFill>
                  <a:schemeClr val="bg1">
                    <a:lumMod val="65000"/>
                  </a:schemeClr>
                </a:solidFill>
              </a:defRPr>
            </a:lvl1pPr>
          </a:lstStyle>
          <a:p>
            <a:fld id="{EB8C49CF-321A-4DB1-9C29-37DB43122813}" type="slidenum">
              <a:rPr lang="zh-CN" altLang="en-US" smtClean="0"/>
              <a:t>‹#›</a:t>
            </a:fld>
            <a:endParaRPr lang="zh-CN" altLang="en-US"/>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lt1"/>
              </a:solidFill>
            </a:endParaRPr>
          </a:p>
        </p:txBody>
      </p:sp>
      <p:pic>
        <p:nvPicPr>
          <p:cNvPr id="1035" name="图片 12"/>
          <p:cNvPicPr>
            <a:picLocks noChangeAspect="1"/>
          </p:cNvPicPr>
          <p:nvPr userDrawn="1">
            <p:custDataLst>
              <p:tags r:id="rId27"/>
            </p:custDataLst>
          </p:nvPr>
        </p:nvPicPr>
        <p:blipFill>
          <a:blip r:embed="rId28">
            <a:clrChange>
              <a:clrFrom>
                <a:srgbClr val="FFFFFF"/>
              </a:clrFrom>
              <a:clrTo>
                <a:srgbClr val="FFFFFF">
                  <a:alpha val="0"/>
                </a:srgbClr>
              </a:clrTo>
            </a:clrChange>
          </a:blip>
          <a:stretch>
            <a:fillRect/>
          </a:stretch>
        </p:blipFill>
        <p:spPr>
          <a:xfrm>
            <a:off x="8515350" y="63183"/>
            <a:ext cx="617538" cy="623887"/>
          </a:xfrm>
          <a:prstGeom prst="rect">
            <a:avLst/>
          </a:prstGeom>
          <a:noFill/>
          <a:ln w="9525">
            <a:noFill/>
          </a:ln>
        </p:spPr>
      </p:pic>
    </p:spTree>
    <p:extLst>
      <p:ext uri="{BB962C8B-B14F-4D97-AF65-F5344CB8AC3E}">
        <p14:creationId xmlns:p14="http://schemas.microsoft.com/office/powerpoint/2010/main" val="378429416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Lst>
  <p:txStyles>
    <p:titleStyle>
      <a:lvl1pPr algn="l" defTabSz="51435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28905" indent="-128270" algn="l" defTabSz="514350" rtl="0" eaLnBrk="1" latinLnBrk="0" hangingPunct="1">
        <a:lnSpc>
          <a:spcPct val="90000"/>
        </a:lnSpc>
        <a:spcBef>
          <a:spcPct val="113000"/>
        </a:spcBef>
        <a:buFont typeface="Arial" panose="020B0604020202020204" pitchFamily="34" charset="0"/>
        <a:buChar char="•"/>
        <a:defRPr sz="2800" kern="1200">
          <a:solidFill>
            <a:schemeClr val="tx1"/>
          </a:solidFill>
          <a:latin typeface="+mn-lt"/>
          <a:ea typeface="+mn-ea"/>
          <a:cs typeface="+mn-cs"/>
        </a:defRPr>
      </a:lvl1pPr>
      <a:lvl2pPr marL="38608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2pPr>
      <a:lvl3pPr marL="643255"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3pPr>
      <a:lvl4pPr marL="90043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4pPr>
      <a:lvl5pPr marL="1157605" indent="-128270" algn="l" defTabSz="514350" rtl="0" eaLnBrk="1" latinLnBrk="0" hangingPunct="1">
        <a:lnSpc>
          <a:spcPct val="90000"/>
        </a:lnSpc>
        <a:spcBef>
          <a:spcPts val="280"/>
        </a:spcBef>
        <a:buFont typeface="Arial" panose="020B0604020202020204" pitchFamily="34" charset="0"/>
        <a:buChar char="•"/>
        <a:defRPr sz="1600" kern="1200">
          <a:solidFill>
            <a:schemeClr val="tx1"/>
          </a:solidFill>
          <a:latin typeface="+mn-lt"/>
          <a:ea typeface="+mn-ea"/>
          <a:cs typeface="+mn-cs"/>
        </a:defRPr>
      </a:lvl5pPr>
      <a:lvl6pPr marL="141478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tags" Target="../tags/tag250.xml"/><Relationship Id="rId7" Type="http://schemas.openxmlformats.org/officeDocument/2006/relationships/slideLayout" Target="../slideLayouts/slideLayout19.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8.xml"/></Relationships>
</file>

<file path=ppt/slides/_rels/slide7.xml.rels><?xml version="1.0" encoding="UTF-8" standalone="yes"?>
<Relationships xmlns="http://schemas.openxmlformats.org/package/2006/relationships"><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 Id="rId4"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3.xml"/><Relationship Id="rId1" Type="http://schemas.openxmlformats.org/officeDocument/2006/relationships/tags" Target="../tags/tag26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image" Target="../media/image17.png"/><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8.xml"/><Relationship Id="rId1" Type="http://schemas.openxmlformats.org/officeDocument/2006/relationships/tags" Target="../tags/tag267.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tags" Target="../tags/tag271.xml"/><Relationship Id="rId7" Type="http://schemas.openxmlformats.org/officeDocument/2006/relationships/image" Target="../media/image22.png"/><Relationship Id="rId2" Type="http://schemas.openxmlformats.org/officeDocument/2006/relationships/tags" Target="../tags/tag270.xml"/><Relationship Id="rId1" Type="http://schemas.openxmlformats.org/officeDocument/2006/relationships/tags" Target="../tags/tag26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274.xml"/><Relationship Id="rId7" Type="http://schemas.openxmlformats.org/officeDocument/2006/relationships/image" Target="../media/image24.png"/><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image" Target="../media/image23.png"/><Relationship Id="rId5" Type="http://schemas.openxmlformats.org/officeDocument/2006/relationships/slideLayout" Target="../slideLayouts/slideLayout2.xml"/><Relationship Id="rId4" Type="http://schemas.openxmlformats.org/officeDocument/2006/relationships/tags" Target="../tags/tag275.xml"/><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7.xml"/><Relationship Id="rId1" Type="http://schemas.openxmlformats.org/officeDocument/2006/relationships/tags" Target="../tags/tag276.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9.xml"/><Relationship Id="rId1" Type="http://schemas.openxmlformats.org/officeDocument/2006/relationships/tags" Target="../tags/tag278.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1.xml"/><Relationship Id="rId1" Type="http://schemas.openxmlformats.org/officeDocument/2006/relationships/tags" Target="../tags/tag280.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3.xml"/><Relationship Id="rId1" Type="http://schemas.openxmlformats.org/officeDocument/2006/relationships/tags" Target="../tags/tag282.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5.xml"/><Relationship Id="rId1" Type="http://schemas.openxmlformats.org/officeDocument/2006/relationships/tags" Target="../tags/tag284.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28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4"/>
          <p:cNvSpPr>
            <a:spLocks noGrp="1"/>
          </p:cNvSpPr>
          <p:nvPr>
            <p:custDataLst>
              <p:tags r:id="rId2"/>
            </p:custDataLst>
          </p:nvPr>
        </p:nvSpPr>
        <p:spPr>
          <a:xfrm>
            <a:off x="689610" y="3877866"/>
            <a:ext cx="4569619" cy="277654"/>
          </a:xfrm>
          <a:prstGeom prst="rect">
            <a:avLst/>
          </a:prstGeom>
        </p:spPr>
        <p:txBody>
          <a:bodyPr vert="horz" wrap="square" lIns="0" tIns="0" rIns="0" bIns="0" rtlCol="0" anchor="t" anchorCtr="0">
            <a:normAutofit fontScale="37500" lnSpcReduction="20000"/>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1125" b="0" u="none" strike="noStrike" kern="1200" cap="none" spc="200" normalizeH="0" baseline="0">
                <a:solidFill>
                  <a:schemeClr val="tx1"/>
                </a:solidFill>
                <a:uFillTx/>
                <a:latin typeface="Arial" panose="020B0604020202020204" pitchFamily="34" charset="0"/>
                <a:ea typeface="隶书" panose="02010509060101010101" pitchFamily="49" charset="-122"/>
                <a:cs typeface="+mn-cs"/>
              </a:defRPr>
            </a:lvl1pPr>
            <a:lvl2pPr marL="257175" indent="0" algn="ctr" defTabSz="514350" rtl="0" eaLnBrk="1" fontAlgn="auto" latinLnBrk="0" hangingPunct="1">
              <a:lnSpc>
                <a:spcPct val="130000"/>
              </a:lnSpc>
              <a:spcBef>
                <a:spcPts val="0"/>
              </a:spcBef>
              <a:spcAft>
                <a:spcPts val="1000"/>
              </a:spcAft>
              <a:buFont typeface="Arial" panose="020B0604020202020204" pitchFamily="34" charset="0"/>
              <a:buNone/>
              <a:tabLst>
                <a:tab pos="905510" algn="l"/>
              </a:tabLst>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2pPr>
            <a:lvl3pPr marL="51435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3pPr>
            <a:lvl4pPr marL="771525"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4pPr>
            <a:lvl5pPr marL="102870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5pPr>
            <a:lvl6pPr marL="128587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6pPr>
            <a:lvl7pPr marL="154305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7pPr>
            <a:lvl8pPr marL="180022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8pPr>
            <a:lvl9pPr marL="205740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9pPr>
          </a:lstStyle>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第一讲  课程概述、文献检索与综述</a:t>
            </a:r>
          </a:p>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部分幻灯片素材源自：武刚  姚佰承 黄勇军 杨鍊 邬震宇</a:t>
            </a:r>
          </a:p>
        </p:txBody>
      </p:sp>
      <p:sp>
        <p:nvSpPr>
          <p:cNvPr id="4" name="副标题 3"/>
          <p:cNvSpPr>
            <a:spLocks noGrp="1"/>
          </p:cNvSpPr>
          <p:nvPr>
            <p:ph type="subTitle" idx="1"/>
            <p:custDataLst>
              <p:tags r:id="rId3"/>
            </p:custDataLst>
          </p:nvPr>
        </p:nvSpPr>
        <p:spPr>
          <a:xfrm>
            <a:off x="4016568" y="3552825"/>
            <a:ext cx="4761230" cy="1692275"/>
          </a:xfrm>
        </p:spPr>
        <p:txBody>
          <a:bodyPr>
            <a:noAutofit/>
          </a:bodyPr>
          <a:lstStyle/>
          <a:p>
            <a:pPr marL="0" lvl="0" indent="-285750" fontAlgn="ctr">
              <a:lnSpc>
                <a:spcPct val="130000"/>
              </a:lnSpc>
              <a:spcBef>
                <a:spcPts val="1000"/>
              </a:spcBef>
              <a:spcAft>
                <a:spcPts val="0"/>
              </a:spcAft>
              <a:buSzPct val="100000"/>
              <a:buFont typeface="Wingdings" panose="05000000000000000000" charset="0"/>
              <a:buNone/>
            </a:pPr>
            <a:r>
              <a:rPr lang="zh-CN" altLang="en-US" sz="2400" dirty="0">
                <a:solidFill>
                  <a:schemeClr val="lt1"/>
                </a:solidFill>
              </a:rPr>
              <a:t>巫江</a:t>
            </a:r>
            <a:endParaRPr lang="en-US" altLang="zh-CN" sz="2400" dirty="0">
              <a:solidFill>
                <a:schemeClr val="lt1"/>
              </a:solidFill>
            </a:endParaRP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电子科技大学 </a:t>
            </a: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基础与前沿研究院</a:t>
            </a:r>
            <a:endParaRPr lang="en-US" altLang="zh-CN" sz="2400" u="none" strike="noStrike" baseline="0" dirty="0">
              <a:solidFill>
                <a:schemeClr val="lt1"/>
              </a:solidFill>
              <a:uLnTx/>
              <a:uFillTx/>
            </a:endParaRPr>
          </a:p>
          <a:p>
            <a:pPr marL="0" lvl="0" indent="-285750" fontAlgn="ctr">
              <a:lnSpc>
                <a:spcPct val="130000"/>
              </a:lnSpc>
              <a:spcBef>
                <a:spcPts val="1000"/>
              </a:spcBef>
              <a:spcAft>
                <a:spcPts val="0"/>
              </a:spcAft>
              <a:buSzPct val="100000"/>
              <a:buFont typeface="Wingdings" panose="05000000000000000000" charset="0"/>
              <a:buNone/>
            </a:pPr>
            <a:r>
              <a:rPr lang="en-US" altLang="zh-CN" sz="2400" dirty="0">
                <a:solidFill>
                  <a:schemeClr val="lt1"/>
                </a:solidFill>
              </a:rPr>
              <a:t>jiangwu@uestc.edu.cn</a:t>
            </a:r>
            <a:endParaRPr lang="zh-CN" altLang="en-US" sz="2400" u="none" strike="noStrike" baseline="0" dirty="0">
              <a:solidFill>
                <a:schemeClr val="lt1"/>
              </a:solidFill>
              <a:uLnTx/>
              <a:uFillTx/>
            </a:endParaRPr>
          </a:p>
        </p:txBody>
      </p:sp>
      <p:sp>
        <p:nvSpPr>
          <p:cNvPr id="5" name="标题 4"/>
          <p:cNvSpPr>
            <a:spLocks noGrp="1"/>
          </p:cNvSpPr>
          <p:nvPr>
            <p:ph type="ctrTitle"/>
            <p:custDataLst>
              <p:tags r:id="rId4"/>
            </p:custDataLst>
          </p:nvPr>
        </p:nvSpPr>
        <p:spPr>
          <a:xfrm>
            <a:off x="3829878" y="1341120"/>
            <a:ext cx="5134610" cy="1867535"/>
          </a:xfrm>
        </p:spPr>
        <p:txBody>
          <a:bodyPr>
            <a:normAutofit fontScale="90000"/>
          </a:bodyPr>
          <a:lstStyle/>
          <a:p>
            <a:pPr marL="0" indent="0" algn="ctr">
              <a:lnSpc>
                <a:spcPct val="150000"/>
              </a:lnSpc>
              <a:spcBef>
                <a:spcPts val="0"/>
              </a:spcBef>
              <a:spcAft>
                <a:spcPts val="0"/>
              </a:spcAft>
              <a:buSzPct val="100000"/>
              <a:buNone/>
            </a:pPr>
            <a:br>
              <a:rPr lang="en-US" altLang="zh-CN" sz="3600" u="none" strike="noStrike" baseline="0" dirty="0">
                <a:solidFill>
                  <a:schemeClr val="accent1"/>
                </a:solidFill>
                <a:uLnTx/>
                <a:uFillTx/>
              </a:rPr>
            </a:br>
            <a:br>
              <a:rPr lang="en-US" altLang="zh-CN" sz="3600" u="none" strike="noStrike" baseline="0" dirty="0">
                <a:solidFill>
                  <a:schemeClr val="accent1"/>
                </a:solidFill>
                <a:uLnTx/>
                <a:uFillTx/>
              </a:rPr>
            </a:br>
            <a:r>
              <a:rPr lang="en-US" altLang="zh-CN" sz="3600" u="none" strike="noStrike" baseline="0" dirty="0">
                <a:solidFill>
                  <a:schemeClr val="accent1"/>
                </a:solidFill>
                <a:uLnTx/>
                <a:uFillTx/>
              </a:rPr>
              <a:t>《</a:t>
            </a:r>
            <a:r>
              <a:rPr lang="en-US" altLang="zh-CN" sz="3600" u="none" strike="noStrike" baseline="0" dirty="0" err="1">
                <a:solidFill>
                  <a:schemeClr val="accent1"/>
                </a:solidFill>
                <a:uLnTx/>
                <a:uFillTx/>
              </a:rPr>
              <a:t>专业写作</a:t>
            </a:r>
            <a:r>
              <a:rPr lang="zh-CN" altLang="en-US" sz="3600" u="none" strike="noStrike" baseline="0" dirty="0">
                <a:solidFill>
                  <a:schemeClr val="accent1"/>
                </a:solidFill>
                <a:uLnTx/>
                <a:uFillTx/>
              </a:rPr>
              <a:t>基础</a:t>
            </a:r>
            <a:r>
              <a:rPr lang="en-US" altLang="zh-CN" sz="3600" u="none" strike="noStrike" baseline="0" dirty="0">
                <a:solidFill>
                  <a:schemeClr val="accent1"/>
                </a:solidFill>
                <a:uLnTx/>
                <a:uFillTx/>
              </a:rPr>
              <a:t>》</a:t>
            </a:r>
            <a:br>
              <a:rPr lang="en-US" altLang="zh-CN" sz="3600" u="none" strike="noStrike" baseline="0" dirty="0">
                <a:solidFill>
                  <a:schemeClr val="accent1"/>
                </a:solidFill>
                <a:uLnTx/>
                <a:uFillTx/>
              </a:rPr>
            </a:br>
            <a:endParaRPr lang="en-US" altLang="zh-CN" sz="3600" u="none" strike="noStrike" baseline="0" dirty="0">
              <a:solidFill>
                <a:schemeClr val="accent1"/>
              </a:solidFill>
              <a:uLnTx/>
              <a:uFillTx/>
            </a:endParaRPr>
          </a:p>
        </p:txBody>
      </p:sp>
      <p:sp>
        <p:nvSpPr>
          <p:cNvPr id="6" name="文本框 5"/>
          <p:cNvSpPr txBox="1"/>
          <p:nvPr>
            <p:custDataLst>
              <p:tags r:id="rId5"/>
            </p:custDataLst>
          </p:nvPr>
        </p:nvSpPr>
        <p:spPr>
          <a:xfrm>
            <a:off x="4932045" y="116840"/>
            <a:ext cx="3964940" cy="4603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2026-2027-01</a:t>
            </a:r>
            <a:r>
              <a:rPr kumimoji="0" lang="zh-CN" altLang="en-US"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学期</a:t>
            </a:r>
          </a:p>
        </p:txBody>
      </p:sp>
      <p:sp>
        <p:nvSpPr>
          <p:cNvPr id="9" name="文本框 8">
            <a:extLst>
              <a:ext uri="{FF2B5EF4-FFF2-40B4-BE49-F238E27FC236}">
                <a16:creationId xmlns:a16="http://schemas.microsoft.com/office/drawing/2014/main" id="{AB4E61D1-F0AB-2035-E7E7-5C18B836AD97}"/>
              </a:ext>
            </a:extLst>
          </p:cNvPr>
          <p:cNvSpPr txBox="1"/>
          <p:nvPr/>
        </p:nvSpPr>
        <p:spPr>
          <a:xfrm>
            <a:off x="4200107" y="6237312"/>
            <a:ext cx="439415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助教：周翔宇 </a:t>
            </a:r>
            <a:r>
              <a:rPr kumimoji="0" lang="en-US" altLang="zh-CN"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QQ:2661829386</a:t>
            </a:r>
            <a:endPar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endParaRPr>
          </a:p>
        </p:txBody>
      </p:sp>
      <p:sp>
        <p:nvSpPr>
          <p:cNvPr id="14" name="标题 1"/>
          <p:cNvSpPr>
            <a:spLocks noGrp="1"/>
          </p:cNvSpPr>
          <p:nvPr>
            <p:custDataLst>
              <p:tags r:id="rId6"/>
            </p:custDataLst>
          </p:nvPr>
        </p:nvSpPr>
        <p:spPr>
          <a:xfrm>
            <a:off x="4016569" y="1246426"/>
            <a:ext cx="4940652" cy="673854"/>
          </a:xfrm>
          <a:prstGeom prst="rect">
            <a:avLst/>
          </a:prstGeom>
        </p:spPr>
        <p:txBody>
          <a:bodyPr vert="horz" lIns="90000" tIns="46800" rIns="90000" bIns="46800" rtlCol="0" anchor="b" anchorCtr="0">
            <a:normAutofit fontScale="97500"/>
          </a:bodyPr>
          <a:lstStyle>
            <a:lvl1pPr algn="dist" defTabSz="685800" rtl="0" eaLnBrk="1" fontAlgn="auto" latinLnBrk="0" hangingPunct="1">
              <a:lnSpc>
                <a:spcPct val="100000"/>
              </a:lnSpc>
              <a:spcBef>
                <a:spcPct val="0"/>
              </a:spcBef>
              <a:buNone/>
              <a:defRPr sz="5400" b="0" u="none" strike="noStrike" kern="1200" cap="none" spc="600" normalizeH="0" baseline="0">
                <a:solidFill>
                  <a:schemeClr val="accent1"/>
                </a:solidFill>
                <a:uFillTx/>
                <a:latin typeface="微软雅黑" panose="020B0503020204020204" charset="-122"/>
                <a:ea typeface="汉仪旗黑-85S" panose="00020600040101010101" pitchFamily="18" charset="-122"/>
                <a:cs typeface="+mj-cs"/>
              </a:defRPr>
            </a:lvl1pPr>
          </a:lstStyle>
          <a:p>
            <a:pPr marL="0" indent="0" algn="ctr">
              <a:lnSpc>
                <a:spcPct val="100000"/>
              </a:lnSpc>
              <a:spcBef>
                <a:spcPts val="0"/>
              </a:spcBef>
              <a:spcAft>
                <a:spcPts val="0"/>
              </a:spcAft>
              <a:buSzPct val="100000"/>
              <a:buNone/>
            </a:pPr>
            <a:r>
              <a:rPr lang="zh-CN" altLang="en-US" sz="2800" b="1" strike="noStrike" baseline="0" dirty="0">
                <a:solidFill>
                  <a:schemeClr val="bg1"/>
                </a:solidFill>
                <a:latin typeface="方正楷体_GB2312" panose="02000000000000000000" charset="-122"/>
                <a:ea typeface="方正楷体_GB2312" panose="02000000000000000000" charset="-122"/>
                <a:cs typeface="方正楷体_GB2312" panose="02000000000000000000" charset="-122"/>
              </a:rPr>
              <a:t>第</a:t>
            </a:r>
            <a:r>
              <a:rPr lang="en-US" altLang="zh-CN" sz="2800" b="1" dirty="0">
                <a:solidFill>
                  <a:schemeClr val="bg1"/>
                </a:solidFill>
                <a:latin typeface="方正楷体_GB2312" panose="02000000000000000000" charset="-122"/>
                <a:ea typeface="方正楷体_GB2312" panose="02000000000000000000" charset="-122"/>
                <a:cs typeface="方正楷体_GB2312" panose="02000000000000000000" charset="-122"/>
              </a:rPr>
              <a:t>4</a:t>
            </a:r>
            <a:r>
              <a:rPr lang="zh-CN" altLang="en-US" sz="2800" b="1" strike="noStrike" baseline="0" dirty="0">
                <a:solidFill>
                  <a:schemeClr val="bg1"/>
                </a:solidFill>
                <a:latin typeface="方正楷体_GB2312" panose="02000000000000000000" charset="-122"/>
                <a:ea typeface="方正楷体_GB2312" panose="02000000000000000000" charset="-122"/>
                <a:cs typeface="方正楷体_GB2312" panose="02000000000000000000" charset="-122"/>
              </a:rPr>
              <a:t>讲：</a:t>
            </a:r>
            <a:r>
              <a:rPr lang="zh-CN" altLang="en-US" sz="2800" b="1" dirty="0">
                <a:solidFill>
                  <a:schemeClr val="bg1"/>
                </a:solidFill>
                <a:latin typeface="方正楷体_GB2312" panose="02000000000000000000" charset="-122"/>
                <a:ea typeface="方正楷体_GB2312" panose="02000000000000000000" charset="-122"/>
                <a:cs typeface="方正楷体_GB2312" panose="02000000000000000000" charset="-122"/>
              </a:rPr>
              <a:t>学位</a:t>
            </a:r>
            <a:r>
              <a:rPr lang="zh-CN" altLang="en-US" sz="2800" b="1" strike="noStrike" baseline="0" dirty="0">
                <a:solidFill>
                  <a:schemeClr val="bg1"/>
                </a:solidFill>
                <a:latin typeface="方正楷体_GB2312" panose="02000000000000000000" charset="-122"/>
                <a:ea typeface="方正楷体_GB2312" panose="02000000000000000000" charset="-122"/>
                <a:cs typeface="方正楷体_GB2312" panose="02000000000000000000" charset="-122"/>
              </a:rPr>
              <a:t>论文写作</a:t>
            </a:r>
            <a:endParaRPr lang="en-US" altLang="zh-CN" sz="2800" b="1" strike="noStrike" baseline="0" dirty="0">
              <a:solidFill>
                <a:schemeClr val="bg1"/>
              </a:solidFill>
              <a:latin typeface="方正楷体_GB2312" panose="02000000000000000000" charset="-122"/>
              <a:ea typeface="方正楷体_GB2312" panose="02000000000000000000" charset="-122"/>
              <a:cs typeface="方正楷体_GB2312" panose="02000000000000000000" charset="-122"/>
            </a:endParaRPr>
          </a:p>
        </p:txBody>
      </p:sp>
      <p:pic>
        <p:nvPicPr>
          <p:cNvPr id="8" name="图片 7">
            <a:extLst>
              <a:ext uri="{FF2B5EF4-FFF2-40B4-BE49-F238E27FC236}">
                <a16:creationId xmlns:a16="http://schemas.microsoft.com/office/drawing/2014/main" id="{0D2ACF26-4F53-5F21-E24A-9FA200055737}"/>
              </a:ext>
            </a:extLst>
          </p:cNvPr>
          <p:cNvPicPr>
            <a:picLocks noChangeAspect="1"/>
          </p:cNvPicPr>
          <p:nvPr/>
        </p:nvPicPr>
        <p:blipFill>
          <a:blip r:embed="rId8" cstate="print">
            <a:clrChange>
              <a:clrFrom>
                <a:srgbClr val="0F0E13"/>
              </a:clrFrom>
              <a:clrTo>
                <a:srgbClr val="0F0E13">
                  <a:alpha val="0"/>
                </a:srgbClr>
              </a:clrTo>
            </a:clrChange>
            <a:extLst>
              <a:ext uri="{28A0092B-C50C-407E-A947-70E740481C1C}">
                <a14:useLocalDpi xmlns:a14="http://schemas.microsoft.com/office/drawing/2010/main" val="0"/>
              </a:ext>
            </a:extLst>
          </a:blip>
          <a:stretch>
            <a:fillRect/>
          </a:stretch>
        </p:blipFill>
        <p:spPr>
          <a:xfrm>
            <a:off x="-27184" y="-13841"/>
            <a:ext cx="3857062" cy="6858000"/>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0964"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成果形式（二）：学位论文</a:t>
            </a:r>
          </a:p>
        </p:txBody>
      </p:sp>
      <p:sp>
        <p:nvSpPr>
          <p:cNvPr id="8" name="Rectangle 15"/>
          <p:cNvSpPr/>
          <p:nvPr/>
        </p:nvSpPr>
        <p:spPr>
          <a:xfrm>
            <a:off x="908050" y="1564323"/>
            <a:ext cx="8223250" cy="521970"/>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l"/>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什么是学位论文：</a:t>
            </a:r>
          </a:p>
        </p:txBody>
      </p:sp>
      <p:sp>
        <p:nvSpPr>
          <p:cNvPr id="12" name="文本框 11"/>
          <p:cNvSpPr txBox="1"/>
          <p:nvPr/>
        </p:nvSpPr>
        <p:spPr>
          <a:xfrm>
            <a:off x="914400" y="3315018"/>
            <a:ext cx="8210550" cy="521970"/>
          </a:xfrm>
          <a:prstGeom prst="rect">
            <a:avLst/>
          </a:prstGeom>
          <a:noFill/>
        </p:spPr>
        <p:txBody>
          <a:bodyPr wrap="square" rtlCol="0">
            <a:spAutoFit/>
          </a:bodyPr>
          <a:lstStyle/>
          <a:p>
            <a:pPr marL="457200" marR="0" indent="-457200" defTabSz="914400" eaLnBrk="1" fontAlgn="auto" hangingPunct="1">
              <a:spcBef>
                <a:spcPts val="0"/>
              </a:spcBef>
              <a:spcAft>
                <a:spcPts val="0"/>
              </a:spcAft>
              <a:buClrTx/>
              <a:buSzTx/>
              <a:buFont typeface="Wingdings" panose="05000000000000000000" charset="0"/>
              <a:buChar char="l"/>
            </a:pP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撰写学位论文的意义：</a:t>
            </a:r>
          </a:p>
        </p:txBody>
      </p:sp>
      <p:sp>
        <p:nvSpPr>
          <p:cNvPr id="13" name="文本框 12"/>
          <p:cNvSpPr txBox="1"/>
          <p:nvPr/>
        </p:nvSpPr>
        <p:spPr>
          <a:xfrm>
            <a:off x="927100" y="2116138"/>
            <a:ext cx="8197850" cy="119888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学位论文是表明作者从事科学研究取得创造性的结果或有了新的见解，并以此为内容撰写而成、作为提出申请授予相应的学位时评审用的学术论文。</a:t>
            </a:r>
          </a:p>
        </p:txBody>
      </p:sp>
      <p:sp>
        <p:nvSpPr>
          <p:cNvPr id="14" name="文本框 13"/>
          <p:cNvSpPr txBox="1"/>
          <p:nvPr/>
        </p:nvSpPr>
        <p:spPr>
          <a:xfrm>
            <a:off x="945833" y="3988118"/>
            <a:ext cx="8197850" cy="156845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）学位论文是科研工作的总结。</a:t>
            </a:r>
          </a:p>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）撰写学位论文有助于提高科研能力和创造思维能力。</a:t>
            </a:r>
          </a:p>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）学位论文反映学生综合素质和全面处理问题的能力。</a:t>
            </a:r>
          </a:p>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4</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）学位论文是授予毕业生学位的依据。</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第四章 学位论文写作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blinds(horizontal)">
                                      <p:cBhvr>
                                        <p:cTn id="7" dur="500"/>
                                        <p:tgtEl>
                                          <p:spTgt spid="409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500"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8"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1988"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成果形式（二）：学位论文</a:t>
            </a:r>
          </a:p>
        </p:txBody>
      </p:sp>
      <p:sp>
        <p:nvSpPr>
          <p:cNvPr id="10" name="Rectangle 15"/>
          <p:cNvSpPr/>
          <p:nvPr/>
        </p:nvSpPr>
        <p:spPr>
          <a:xfrm>
            <a:off x="933450" y="1564640"/>
            <a:ext cx="8223250" cy="521970"/>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l"/>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学位论文分级：</a:t>
            </a:r>
          </a:p>
        </p:txBody>
      </p:sp>
      <p:sp>
        <p:nvSpPr>
          <p:cNvPr id="11" name="文本框 10"/>
          <p:cNvSpPr txBox="1"/>
          <p:nvPr/>
        </p:nvSpPr>
        <p:spPr>
          <a:xfrm>
            <a:off x="933450" y="2160270"/>
            <a:ext cx="8307388" cy="156845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）学士学位论文：考核学生对专业理论知识、专业基础知识的掌握及运用这些知识分析解决问题的能力和水平，因此选题不宜过大，篇幅不宜过长，内容不宜过难。</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万字左右。</a:t>
            </a:r>
          </a:p>
        </p:txBody>
      </p:sp>
      <p:sp>
        <p:nvSpPr>
          <p:cNvPr id="15" name="文本框 14"/>
          <p:cNvSpPr txBox="1"/>
          <p:nvPr/>
        </p:nvSpPr>
        <p:spPr>
          <a:xfrm>
            <a:off x="933450" y="3703638"/>
            <a:ext cx="8320088" cy="119888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）硕士学位论文：注重考核学生独立从事科学技术研究工作的能力，以及对专业问题的独到见解，要求充分反映作者独立思考能力。</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万</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~5</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万字左右。</a:t>
            </a:r>
          </a:p>
        </p:txBody>
      </p:sp>
      <p:sp>
        <p:nvSpPr>
          <p:cNvPr id="16" name="文本框 15"/>
          <p:cNvSpPr txBox="1"/>
          <p:nvPr/>
        </p:nvSpPr>
        <p:spPr>
          <a:xfrm>
            <a:off x="946150" y="5100638"/>
            <a:ext cx="8197850" cy="119888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）博士学位论文：要求具有较高学术水平及学学术价值，能够深入进行同类性质问题的研究，有明显的创新性、启发性和引导性。</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5</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万</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~15</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万字。</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4800" b="1" kern="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sym typeface="+mn-ea"/>
              </a:rPr>
              <a:t>第四章 学位论文写作</a:t>
            </a:r>
            <a:endPar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3012"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成果形式（二）：学位论文</a:t>
            </a:r>
          </a:p>
        </p:txBody>
      </p:sp>
      <p:sp>
        <p:nvSpPr>
          <p:cNvPr id="12" name="Rectangle 15"/>
          <p:cNvSpPr/>
          <p:nvPr/>
        </p:nvSpPr>
        <p:spPr>
          <a:xfrm>
            <a:off x="874713" y="1674813"/>
            <a:ext cx="8223250" cy="521970"/>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l"/>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学位论文的写作要求：</a:t>
            </a:r>
          </a:p>
        </p:txBody>
      </p:sp>
      <p:sp>
        <p:nvSpPr>
          <p:cNvPr id="13" name="文本框 12"/>
          <p:cNvSpPr txBox="1"/>
          <p:nvPr/>
        </p:nvSpPr>
        <p:spPr>
          <a:xfrm>
            <a:off x="900113" y="2151063"/>
            <a:ext cx="8305800" cy="46037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）立论要有独创性</a:t>
            </a:r>
          </a:p>
        </p:txBody>
      </p:sp>
      <p:sp>
        <p:nvSpPr>
          <p:cNvPr id="14" name="文本框 13"/>
          <p:cNvSpPr txBox="1"/>
          <p:nvPr/>
        </p:nvSpPr>
        <p:spPr>
          <a:xfrm>
            <a:off x="900113" y="2673350"/>
            <a:ext cx="8318500" cy="46037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）论据要充分、真实</a:t>
            </a:r>
          </a:p>
        </p:txBody>
      </p:sp>
      <p:sp>
        <p:nvSpPr>
          <p:cNvPr id="17" name="文本框 16"/>
          <p:cNvSpPr txBox="1"/>
          <p:nvPr/>
        </p:nvSpPr>
        <p:spPr>
          <a:xfrm>
            <a:off x="900113" y="4238625"/>
            <a:ext cx="8197850" cy="46037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5</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）内容具有真实性</a:t>
            </a:r>
          </a:p>
        </p:txBody>
      </p:sp>
      <p:sp>
        <p:nvSpPr>
          <p:cNvPr id="18" name="文本框 17"/>
          <p:cNvSpPr txBox="1"/>
          <p:nvPr/>
        </p:nvSpPr>
        <p:spPr>
          <a:xfrm>
            <a:off x="893763" y="3195638"/>
            <a:ext cx="8318500" cy="46037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）论证要具有逻辑性</a:t>
            </a:r>
          </a:p>
        </p:txBody>
      </p:sp>
      <p:sp>
        <p:nvSpPr>
          <p:cNvPr id="19" name="文本框 18"/>
          <p:cNvSpPr txBox="1"/>
          <p:nvPr/>
        </p:nvSpPr>
        <p:spPr>
          <a:xfrm>
            <a:off x="900113" y="3716338"/>
            <a:ext cx="8318500" cy="46037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4</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）体例格式要规范</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4800" b="1" kern="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sym typeface="+mn-ea"/>
              </a:rPr>
              <a:t>第四章 学位论文写作</a:t>
            </a:r>
            <a:endPar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linds(horizont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7" grpId="0"/>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4036"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成果形式（二）：学位论文</a:t>
            </a:r>
          </a:p>
        </p:txBody>
      </p:sp>
      <p:sp>
        <p:nvSpPr>
          <p:cNvPr id="11" name="Rectangle 15"/>
          <p:cNvSpPr/>
          <p:nvPr/>
        </p:nvSpPr>
        <p:spPr>
          <a:xfrm>
            <a:off x="827405" y="1564640"/>
            <a:ext cx="8223250" cy="521970"/>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l"/>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学位论文的写作过程：</a:t>
            </a:r>
          </a:p>
        </p:txBody>
      </p:sp>
      <p:sp>
        <p:nvSpPr>
          <p:cNvPr id="15" name="文本框 14"/>
          <p:cNvSpPr txBox="1"/>
          <p:nvPr/>
        </p:nvSpPr>
        <p:spPr>
          <a:xfrm>
            <a:off x="860425" y="2087245"/>
            <a:ext cx="8307388" cy="82994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）论文的构思：思路、层次、顺序、段落、层次间的过渡、开头和结尾的呼应等。</a:t>
            </a:r>
          </a:p>
        </p:txBody>
      </p:sp>
      <p:sp>
        <p:nvSpPr>
          <p:cNvPr id="16" name="文本框 15"/>
          <p:cNvSpPr txBox="1"/>
          <p:nvPr/>
        </p:nvSpPr>
        <p:spPr>
          <a:xfrm>
            <a:off x="827405" y="3055303"/>
            <a:ext cx="8320088" cy="119888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）拟定论文提纲：论文提纲是一个反映基本观点、佐证材料、论证角度和步骤，以及依照逻辑关系层层展开的纲目体系。</a:t>
            </a:r>
          </a:p>
        </p:txBody>
      </p:sp>
      <p:sp>
        <p:nvSpPr>
          <p:cNvPr id="20" name="文本框 19"/>
          <p:cNvSpPr txBox="1"/>
          <p:nvPr/>
        </p:nvSpPr>
        <p:spPr>
          <a:xfrm>
            <a:off x="847725" y="5746750"/>
            <a:ext cx="8197850" cy="46037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4</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）论文的修改：修改观点、材料、结构、语言，标题等。</a:t>
            </a:r>
          </a:p>
        </p:txBody>
      </p:sp>
      <p:sp>
        <p:nvSpPr>
          <p:cNvPr id="21" name="文本框 20"/>
          <p:cNvSpPr txBox="1"/>
          <p:nvPr/>
        </p:nvSpPr>
        <p:spPr>
          <a:xfrm>
            <a:off x="847725" y="4330700"/>
            <a:ext cx="8320088" cy="119888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）起草论文初稿：在选题已确定、有足够材料、已确定好了论文的立论和研究方法，并通过对资料的分析，已对论文布局和结构确定好，且拟好了论文写作提纲基础上。</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4800" b="1" kern="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sym typeface="+mn-ea"/>
              </a:rPr>
              <a:t>第四章 学位论文写作</a:t>
            </a:r>
            <a:endPar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5060"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成果形式（二）：学位论文</a:t>
            </a:r>
          </a:p>
        </p:txBody>
      </p:sp>
      <p:sp>
        <p:nvSpPr>
          <p:cNvPr id="10" name="Rectangle 15"/>
          <p:cNvSpPr/>
          <p:nvPr/>
        </p:nvSpPr>
        <p:spPr>
          <a:xfrm>
            <a:off x="941388" y="1564323"/>
            <a:ext cx="8223250" cy="521970"/>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l"/>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学位论文答辩：</a:t>
            </a:r>
          </a:p>
        </p:txBody>
      </p:sp>
      <p:sp>
        <p:nvSpPr>
          <p:cNvPr id="12" name="文本框 11"/>
          <p:cNvSpPr txBox="1"/>
          <p:nvPr/>
        </p:nvSpPr>
        <p:spPr>
          <a:xfrm>
            <a:off x="900113" y="2168843"/>
            <a:ext cx="8305800" cy="193802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）学位论文答辩的意义</a:t>
            </a:r>
          </a:p>
          <a:p>
            <a:pPr marL="514350" marR="0" indent="-514350" defTabSz="914400" eaLnBrk="1" hangingPunct="1">
              <a:buClrTx/>
              <a:buSzTx/>
              <a:buFont typeface="+mj-ea"/>
              <a:buAutoNum type="circleNumDbPlain"/>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答辩是论文写作的继续</a:t>
            </a:r>
          </a:p>
          <a:p>
            <a:pPr marL="514350" marR="0" indent="-514350" defTabSz="914400" eaLnBrk="1" hangingPunct="1">
              <a:buClrTx/>
              <a:buSzTx/>
              <a:buFont typeface="+mj-ea"/>
              <a:buAutoNum type="circleNumDbPlain"/>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答辩是对指导教师评审论文的必要补充</a:t>
            </a:r>
          </a:p>
          <a:p>
            <a:pPr marL="514350" marR="0" indent="-514350" defTabSz="914400" eaLnBrk="1" hangingPunct="1">
              <a:buClrTx/>
              <a:buSzTx/>
              <a:buFont typeface="+mj-ea"/>
              <a:buAutoNum type="circleNumDbPlain"/>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学位论文答辩是展示毕业生能力的良机</a:t>
            </a:r>
          </a:p>
          <a:p>
            <a:pPr marL="514350" marR="0" indent="-514350" defTabSz="914400" eaLnBrk="1" hangingPunct="1">
              <a:buClrTx/>
              <a:buSzTx/>
              <a:buFont typeface="+mj-ea"/>
              <a:buAutoNum type="circleNumDbPlain"/>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学位论文答辩是倡导良好学风的保证</a:t>
            </a:r>
          </a:p>
        </p:txBody>
      </p:sp>
      <p:sp>
        <p:nvSpPr>
          <p:cNvPr id="13" name="文本框 12"/>
          <p:cNvSpPr txBox="1"/>
          <p:nvPr/>
        </p:nvSpPr>
        <p:spPr>
          <a:xfrm>
            <a:off x="946150" y="4211638"/>
            <a:ext cx="8307388" cy="1198880"/>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）学位论文答辩的准备</a:t>
            </a:r>
          </a:p>
          <a:p>
            <a:pPr marL="514350" marR="0" indent="-514350" defTabSz="914400" eaLnBrk="1" hangingPunct="1">
              <a:buClrTx/>
              <a:buSzTx/>
              <a:buFont typeface="+mj-ea"/>
              <a:buAutoNum type="circleNumDbPlain"/>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论文答辩的工作准备</a:t>
            </a:r>
          </a:p>
          <a:p>
            <a:pPr marL="514350" marR="0" indent="-514350" defTabSz="914400" eaLnBrk="1" hangingPunct="1">
              <a:buClrTx/>
              <a:buSzTx/>
              <a:buFont typeface="+mj-ea"/>
              <a:buAutoNum type="circleNumDbPlain"/>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论文报告提纲的准备</a:t>
            </a:r>
          </a:p>
        </p:txBody>
      </p:sp>
      <p:sp>
        <p:nvSpPr>
          <p:cNvPr id="14" name="文本框 13"/>
          <p:cNvSpPr txBox="1"/>
          <p:nvPr/>
        </p:nvSpPr>
        <p:spPr>
          <a:xfrm>
            <a:off x="990918" y="5719128"/>
            <a:ext cx="8305800" cy="46037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）学位论文的答辩</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4800" b="1" kern="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sym typeface="+mn-ea"/>
              </a:rPr>
              <a:t>第四章 学位论文写作</a:t>
            </a:r>
            <a:endPar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内容占位符 2"/>
          <p:cNvSpPr>
            <a:spLocks noGrp="1"/>
          </p:cNvSpPr>
          <p:nvPr>
            <p:ph idx="4294967295"/>
            <p:custDataLst>
              <p:tags r:id="rId2"/>
            </p:custDataLst>
          </p:nvPr>
        </p:nvSpPr>
        <p:spPr>
          <a:xfrm>
            <a:off x="377190" y="981075"/>
            <a:ext cx="8643620" cy="5327650"/>
          </a:xfrm>
        </p:spPr>
        <p:txBody>
          <a:bodyPr>
            <a:normAutofit/>
          </a:bodyPr>
          <a:lstStyle/>
          <a:p>
            <a:r>
              <a:rPr lang="zh-CN" altLang="en-US" sz="1600" b="1" dirty="0">
                <a:solidFill>
                  <a:srgbClr val="0000FF"/>
                </a:solidFill>
                <a:latin typeface="微软雅黑" panose="020B0503020204020204" charset="-122"/>
                <a:ea typeface="微软雅黑" panose="020B0503020204020204" charset="-122"/>
                <a:cs typeface="微软雅黑" panose="020B0503020204020204" charset="-122"/>
              </a:rPr>
              <a:t>张五常博士论文</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佃农理论</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，当年在</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法和经济学杂志</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上连载四期。</a:t>
            </a:r>
            <a:endPar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600" b="1" dirty="0">
                <a:solidFill>
                  <a:srgbClr val="0000FF"/>
                </a:solidFill>
                <a:latin typeface="微软雅黑" panose="020B0503020204020204" charset="-122"/>
                <a:ea typeface="微软雅黑" panose="020B0503020204020204" charset="-122"/>
                <a:cs typeface="微软雅黑" panose="020B0503020204020204" charset="-122"/>
              </a:rPr>
              <a:t>萨缪尔森博士</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(Dr.</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 </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Paul A. Samuelson)</a:t>
            </a:r>
          </a:p>
          <a:p>
            <a:pPr lvl="1"/>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美国著名经济学家，</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1970</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年诺贝尔经济学奖得主，美国麻省理工学院经济学教授。</a:t>
            </a:r>
            <a:endPar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lvl="1"/>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其博士论文答辩结束后，答辩委员会成员之一的熊彼特</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上世纪最伟大的经济学家之一</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转过头去问另一位成员里昂剔夫</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诺奖得主</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：“瓦西里，我们通过了么</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p>
          <a:p>
            <a:r>
              <a:rPr lang="en-US" altLang="zh-CN" sz="1600" b="0" dirty="0">
                <a:solidFill>
                  <a:srgbClr val="0000FF"/>
                </a:solidFill>
                <a:latin typeface="微软雅黑" panose="020B0503020204020204" charset="-122"/>
                <a:ea typeface="微软雅黑" panose="020B0503020204020204" charset="-122"/>
                <a:cs typeface="微软雅黑" panose="020B0503020204020204" charset="-122"/>
              </a:rPr>
              <a:t>Christopher </a:t>
            </a:r>
            <a:r>
              <a:rPr lang="en-US" altLang="zh-CN" sz="1600" b="0" dirty="0" err="1">
                <a:solidFill>
                  <a:srgbClr val="0000FF"/>
                </a:solidFill>
                <a:latin typeface="微软雅黑" panose="020B0503020204020204" charset="-122"/>
                <a:ea typeface="微软雅黑" panose="020B0503020204020204" charset="-122"/>
                <a:cs typeface="微软雅黑" panose="020B0503020204020204" charset="-122"/>
              </a:rPr>
              <a:t>A.Sims</a:t>
            </a:r>
            <a:r>
              <a:rPr lang="zh-CN" altLang="en-US" sz="1600" b="0" dirty="0">
                <a:solidFill>
                  <a:srgbClr val="0000FF"/>
                </a:solidFill>
                <a:latin typeface="微软雅黑" panose="020B0503020204020204" charset="-122"/>
                <a:ea typeface="微软雅黑" panose="020B0503020204020204" charset="-122"/>
                <a:cs typeface="微软雅黑" panose="020B0503020204020204" charset="-122"/>
              </a:rPr>
              <a:t>（克里斯托弗</a:t>
            </a:r>
            <a:r>
              <a:rPr lang="en-US" altLang="zh-CN" sz="1600" b="0" dirty="0">
                <a:solidFill>
                  <a:srgbClr val="0000FF"/>
                </a:solidFill>
                <a:latin typeface="微软雅黑" panose="020B0503020204020204" charset="-122"/>
                <a:ea typeface="微软雅黑" panose="020B0503020204020204" charset="-122"/>
                <a:cs typeface="微软雅黑" panose="020B0503020204020204" charset="-122"/>
              </a:rPr>
              <a:t>·</a:t>
            </a:r>
            <a:r>
              <a:rPr lang="zh-CN" altLang="en-US" sz="1600" b="0" dirty="0">
                <a:solidFill>
                  <a:srgbClr val="0000FF"/>
                </a:solidFill>
                <a:latin typeface="微软雅黑" panose="020B0503020204020204" charset="-122"/>
                <a:ea typeface="微软雅黑" panose="020B0503020204020204" charset="-122"/>
                <a:cs typeface="微软雅黑" panose="020B0503020204020204" charset="-122"/>
              </a:rPr>
              <a:t>西姆斯）</a:t>
            </a:r>
            <a:endPar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lvl="1"/>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2011</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年获得诺贝尔经济学奖。</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Sims</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于</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1971</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年在</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数理统计年鉴</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发表论文</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无穷维参数空间中的分布滞后估计</a:t>
            </a:r>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p>
          <a:p>
            <a:pPr lvl="1"/>
            <a:r>
              <a:rPr lang="en-US" altLang="zh-CN"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Sims</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写完这篇论文后没投经济学杂志，因为他显然知道没人看的懂。于是投给了最牛的数理统计杂志，结果编辑死活找不到审稿人，最后好不容易凑合拉来一个，审稿报告是这么写的：“</a:t>
            </a:r>
            <a:r>
              <a:rPr lang="zh-CN" altLang="en-US" sz="1600" b="0" dirty="0">
                <a:solidFill>
                  <a:srgbClr val="0000FF"/>
                </a:solidFill>
                <a:latin typeface="微软雅黑" panose="020B0503020204020204" charset="-122"/>
                <a:ea typeface="微软雅黑" panose="020B0503020204020204" charset="-122"/>
                <a:cs typeface="微软雅黑" panose="020B0503020204020204" charset="-122"/>
              </a:rPr>
              <a:t>我真的不明白这篇论文在说什么，但我检验了其中几个定理，好像是对的。所以我猜应该发表。</a:t>
            </a:r>
            <a:r>
              <a:rPr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endParaRPr kumimoji="1" lang="zh-CN" altLang="en-US" sz="16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2" name="标题 1"/>
          <p:cNvSpPr>
            <a:spLocks noGrp="1"/>
          </p:cNvSpPr>
          <p:nvPr>
            <p:custDataLst>
              <p:tags r:id="rId3"/>
            </p:custDataLst>
          </p:nvPr>
        </p:nvSpPr>
        <p:spPr>
          <a:xfrm>
            <a:off x="1200150" y="20638"/>
            <a:ext cx="7943850" cy="815975"/>
          </a:xfrm>
          <a:prstGeom prst="rect">
            <a:avLst/>
          </a:prstGeom>
          <a:noFill/>
          <a:ln w="9525">
            <a:noFill/>
          </a:ln>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kumimoji="1" lang="zh-CN" altLang="en-US" dirty="0">
                <a:solidFill>
                  <a:schemeClr val="dk2">
                    <a:lumMod val="25000"/>
                  </a:schemeClr>
                </a:solidFill>
                <a:latin typeface="微软雅黑" panose="020B0503020204020204" charset="-122"/>
                <a:ea typeface="微软雅黑" panose="020B0503020204020204" charset="-122"/>
              </a:rPr>
              <a:t>关于学位论文的花絮</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t>维特根斯坦的博士答辩：逻辑哲学导论</a:t>
            </a:r>
            <a:endParaRPr lang="en-US" altLang="zh-CN"/>
          </a:p>
        </p:txBody>
      </p:sp>
      <p:sp>
        <p:nvSpPr>
          <p:cNvPr id="3" name="内容占位符 2"/>
          <p:cNvSpPr>
            <a:spLocks noGrp="1"/>
          </p:cNvSpPr>
          <p:nvPr>
            <p:ph idx="1"/>
          </p:nvPr>
        </p:nvSpPr>
        <p:spPr/>
        <p:txBody>
          <a:bodyPr>
            <a:normAutofit fontScale="97500"/>
          </a:bodyPr>
          <a:lstStyle/>
          <a:p>
            <a:pPr>
              <a:lnSpc>
                <a:spcPct val="100000"/>
              </a:lnSpc>
              <a:spcAft>
                <a:spcPts val="600"/>
              </a:spcAft>
            </a:pPr>
            <a:r>
              <a:rPr lang="zh-CN" altLang="en-US" dirty="0"/>
              <a:t>维特根斯坦的剑桥博士论文答辩委员会成员是由三个国际学术大师组成的：罗素、摩尔、魏斯曼。</a:t>
            </a:r>
          </a:p>
          <a:p>
            <a:pPr lvl="1">
              <a:lnSpc>
                <a:spcPct val="100000"/>
              </a:lnSpc>
              <a:spcAft>
                <a:spcPts val="600"/>
              </a:spcAft>
            </a:pPr>
            <a:r>
              <a:rPr lang="zh-CN" altLang="en-US" dirty="0"/>
              <a:t>三个人在答辩前一直漫无边际地讨论着维特根斯坦博士论文里的问题。</a:t>
            </a:r>
          </a:p>
          <a:p>
            <a:pPr lvl="1">
              <a:lnSpc>
                <a:spcPct val="100000"/>
              </a:lnSpc>
              <a:spcAft>
                <a:spcPts val="600"/>
              </a:spcAft>
            </a:pPr>
            <a:r>
              <a:rPr lang="zh-CN" altLang="en-US" dirty="0"/>
              <a:t>时间很长了，还没有哪个敢开口问博士生维特根斯坦一个学术问题。这时罗素开口了，他转向摩尔说：“继续，你必须问他几个问题，你是教授。”</a:t>
            </a:r>
          </a:p>
          <a:p>
            <a:pPr lvl="1">
              <a:lnSpc>
                <a:spcPct val="100000"/>
              </a:lnSpc>
              <a:spcAft>
                <a:spcPts val="600"/>
              </a:spcAft>
            </a:pPr>
            <a:r>
              <a:rPr lang="zh-CN" altLang="en-US" dirty="0"/>
              <a:t>摩尔表示还没有弄懂维特根斯坦的问题，这时维特根斯坦含笑者走到摩尔与罗素面前，拍拍他们的肩膀，笑着说：不要担心，你们永远都弄不懂这些问题的。博士论文答辩就以这样方式通过了。</a:t>
            </a:r>
            <a:endParaRPr kumimoji="1" lang="zh-CN" altLang="en-US" dirty="0"/>
          </a:p>
        </p:txBody>
      </p:sp>
      <p:pic>
        <p:nvPicPr>
          <p:cNvPr id="4" name="图片 3"/>
          <p:cNvPicPr>
            <a:picLocks noChangeAspect="1"/>
          </p:cNvPicPr>
          <p:nvPr/>
        </p:nvPicPr>
        <p:blipFill>
          <a:blip r:embed="rId4"/>
          <a:stretch>
            <a:fillRect/>
          </a:stretch>
        </p:blipFill>
        <p:spPr>
          <a:xfrm>
            <a:off x="827584" y="4869159"/>
            <a:ext cx="1962187" cy="1476000"/>
          </a:xfrm>
          <a:prstGeom prst="rect">
            <a:avLst/>
          </a:prstGeom>
        </p:spPr>
      </p:pic>
      <p:sp>
        <p:nvSpPr>
          <p:cNvPr id="2" name="标题 1"/>
          <p:cNvSpPr>
            <a:spLocks noGrp="1"/>
          </p:cNvSpPr>
          <p:nvPr>
            <p:custDataLst>
              <p:tags r:id="rId2"/>
            </p:custDataLst>
          </p:nvPr>
        </p:nvSpPr>
        <p:spPr>
          <a:xfrm>
            <a:off x="1200150" y="20638"/>
            <a:ext cx="7943850" cy="815975"/>
          </a:xfrm>
          <a:prstGeom prst="rect">
            <a:avLst/>
          </a:prstGeom>
          <a:noFill/>
          <a:ln w="9525">
            <a:noFill/>
          </a:ln>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endParaRPr kumimoji="1" lang="en-US" altLang="zh-CN" dirty="0">
              <a:solidFill>
                <a:schemeClr val="dk2">
                  <a:lumMod val="25000"/>
                </a:schemeClr>
              </a:solidFill>
              <a:latin typeface="微软雅黑" panose="020B0503020204020204" charset="-122"/>
              <a:ea typeface="微软雅黑" panose="020B0503020204020204" charset="-122"/>
            </a:endParaRPr>
          </a:p>
        </p:txBody>
      </p:sp>
      <p:sp>
        <p:nvSpPr>
          <p:cNvPr id="6" name="文本框 5"/>
          <p:cNvSpPr txBox="1"/>
          <p:nvPr/>
        </p:nvSpPr>
        <p:spPr>
          <a:xfrm>
            <a:off x="3707765" y="4715510"/>
            <a:ext cx="5261610" cy="2056765"/>
          </a:xfrm>
          <a:prstGeom prst="rect">
            <a:avLst/>
          </a:prstGeom>
          <a:noFill/>
        </p:spPr>
        <p:txBody>
          <a:bodyPr wrap="square" rtlCol="0" anchor="t">
            <a:noAutofit/>
          </a:bodyPr>
          <a:lstStyle/>
          <a:p>
            <a:r>
              <a:rPr lang="zh-CN" altLang="en-US" sz="1800" dirty="0">
                <a:solidFill>
                  <a:srgbClr val="0033CC"/>
                </a:solidFill>
                <a:latin typeface="华文楷体" panose="02010600040101010101" pitchFamily="2" charset="-122"/>
                <a:ea typeface="华文楷体" panose="02010600040101010101" pitchFamily="2" charset="-122"/>
              </a:rPr>
              <a:t>哲学所能做的一切就是破除偶像。</a:t>
            </a:r>
          </a:p>
          <a:p>
            <a:r>
              <a:rPr lang="zh-CN" altLang="en-US" sz="1800" dirty="0">
                <a:solidFill>
                  <a:srgbClr val="0033CC"/>
                </a:solidFill>
                <a:latin typeface="华文楷体" panose="02010600040101010101" pitchFamily="2" charset="-122"/>
                <a:ea typeface="华文楷体" panose="02010600040101010101" pitchFamily="2" charset="-122"/>
              </a:rPr>
              <a:t>凡能够说的，都能够说清楚；凡不能谈论的，就应该保持沉默。</a:t>
            </a:r>
          </a:p>
          <a:p>
            <a:r>
              <a:rPr lang="zh-CN" altLang="en-US" sz="1800" dirty="0">
                <a:solidFill>
                  <a:srgbClr val="0033CC"/>
                </a:solidFill>
                <a:latin typeface="华文楷体" panose="02010600040101010101" pitchFamily="2" charset="-122"/>
                <a:ea typeface="华文楷体" panose="02010600040101010101" pitchFamily="2" charset="-122"/>
              </a:rPr>
              <a:t>人类生活的核心是思考。</a:t>
            </a:r>
          </a:p>
          <a:p>
            <a:r>
              <a:rPr lang="zh-CN" altLang="en-US" sz="1800" dirty="0">
                <a:solidFill>
                  <a:srgbClr val="0033CC"/>
                </a:solidFill>
                <a:latin typeface="华文楷体" panose="02010600040101010101" pitchFamily="2" charset="-122"/>
                <a:ea typeface="华文楷体" panose="02010600040101010101" pitchFamily="2" charset="-122"/>
              </a:rPr>
              <a:t>世界是事实的总和，而非事物的总和。</a:t>
            </a:r>
          </a:p>
          <a:p>
            <a:r>
              <a:rPr lang="zh-CN" altLang="en-US" sz="1800" dirty="0">
                <a:solidFill>
                  <a:srgbClr val="0033CC"/>
                </a:solidFill>
                <a:latin typeface="华文楷体" panose="02010600040101010101" pitchFamily="2" charset="-122"/>
                <a:ea typeface="华文楷体" panose="02010600040101010101" pitchFamily="2" charset="-122"/>
              </a:rPr>
              <a:t>我语言的边界，就是我世界的边界。</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内容占位符 2"/>
          <p:cNvSpPr>
            <a:spLocks noGrp="1"/>
          </p:cNvSpPr>
          <p:nvPr>
            <p:ph idx="4294967295"/>
            <p:custDataLst>
              <p:tags r:id="rId2"/>
            </p:custDataLst>
          </p:nvPr>
        </p:nvSpPr>
        <p:spPr>
          <a:xfrm>
            <a:off x="755650" y="908685"/>
            <a:ext cx="7869555" cy="3988435"/>
          </a:xfrm>
        </p:spPr>
        <p:txBody>
          <a:bodyPr>
            <a:noAutofit/>
          </a:bodyPr>
          <a:lstStyle/>
          <a:p>
            <a:pPr fontAlgn="base">
              <a:lnSpc>
                <a:spcPct val="120000"/>
              </a:lnSpc>
              <a:buFont typeface="Wingdings" panose="05000000000000000000" charset="0"/>
              <a:buChar char="l"/>
            </a:pP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路易</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维克多</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德布罗意（</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Louis </a:t>
            </a:r>
            <a:r>
              <a:rPr lang="en-US" altLang="zh-CN" sz="1400" b="0" dirty="0" err="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Victor·Duc</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 de Broglie</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1892.08.15—1987.03.19</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）出生于迪耶普，法国理论物理学家，波动力学的创始人，物质波理论的创立者，量子力学的奠基人之一。 </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1929</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年获诺贝尔物理学奖。</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1932</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年任巴黎大学理论物理学教授，</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1933</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年被选为法国科学院院士。</a:t>
            </a:r>
            <a:endPar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fontAlgn="base">
              <a:lnSpc>
                <a:spcPct val="120000"/>
              </a:lnSpc>
              <a:buFont typeface="Wingdings" panose="05000000000000000000" charset="0"/>
              <a:buChar char="l"/>
            </a:pP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德布罗意</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1924</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年的论文：</a:t>
            </a:r>
            <a:r>
              <a:rPr lang="en-US" altLang="zh-CN" sz="1400" b="0" dirty="0" err="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Recherches</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 sur la </a:t>
            </a:r>
            <a:r>
              <a:rPr lang="en-US" altLang="zh-CN" sz="1400" b="0" dirty="0" err="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théorie</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 des Quanta</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（关于量子论的研究）</a:t>
            </a:r>
          </a:p>
          <a:p>
            <a:pPr lvl="1" fontAlgn="base">
              <a:lnSpc>
                <a:spcPct val="120000"/>
              </a:lnSpc>
              <a:buFont typeface="Wingdings" panose="05000000000000000000" charset="0"/>
              <a:buChar char="l"/>
            </a:pPr>
            <a:r>
              <a:rPr lang="zh-CN" altLang="en-US"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（法文）</a:t>
            </a:r>
            <a:r>
              <a:rPr lang="en-US" altLang="zh-CN"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https://</a:t>
            </a:r>
            <a:r>
              <a:rPr lang="en-US" altLang="zh-CN" sz="1000" b="0" dirty="0" err="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tel.archives-ouvertes.fr</a:t>
            </a:r>
            <a:r>
              <a:rPr lang="en-US" altLang="zh-CN"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/file/index/</a:t>
            </a:r>
            <a:r>
              <a:rPr lang="en-US" altLang="zh-CN" sz="1000" b="0" dirty="0" err="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docid</a:t>
            </a:r>
            <a:r>
              <a:rPr lang="en-US" altLang="zh-CN"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/47078/filename/tel-00006807.pdf</a:t>
            </a:r>
          </a:p>
          <a:p>
            <a:pPr lvl="1" fontAlgn="base">
              <a:lnSpc>
                <a:spcPct val="120000"/>
              </a:lnSpc>
              <a:buFont typeface="Wingdings" panose="05000000000000000000" charset="0"/>
              <a:buChar char="l"/>
            </a:pPr>
            <a:r>
              <a:rPr lang="zh-CN" altLang="en-US"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（英文）</a:t>
            </a:r>
            <a:r>
              <a:rPr lang="en-US" altLang="zh-CN"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http://117.128.6.32/cache/</a:t>
            </a:r>
            <a:r>
              <a:rPr lang="en-US" altLang="zh-CN" sz="1000" b="0" dirty="0" err="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aflb.ensmp.fr</a:t>
            </a:r>
            <a:r>
              <a:rPr lang="en-US" altLang="zh-CN"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/LDB-oeuvres/De_Broglie_Kracklauer.pdf?ich_args2=469-12032720030446_0ba5c0b0710e118059f202fd7305778f_10001002_9c896c2fdec6f5d9933c518939a83798_2cf294b4cfecb95635fa82008d1145c0</a:t>
            </a:r>
            <a:endParaRPr kumimoji="1" lang="en-US" altLang="zh-CN" sz="100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fontAlgn="base">
              <a:lnSpc>
                <a:spcPct val="120000"/>
              </a:lnSpc>
              <a:buFont typeface="Wingdings" panose="05000000000000000000" charset="0"/>
              <a:buChar char="l"/>
            </a:pP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Interview with Louis de Broglie, 1967</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（德布罗意访谈，</a:t>
            </a:r>
            <a:r>
              <a:rPr lang="en-US" altLang="zh-CN"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1967</a:t>
            </a:r>
            <a:r>
              <a:rPr lang="zh-CN" altLang="en-US" sz="14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p>
          <a:p>
            <a:pPr lvl="1" fontAlgn="base">
              <a:lnSpc>
                <a:spcPct val="120000"/>
              </a:lnSpc>
              <a:buFont typeface="Wingdings" panose="05000000000000000000" charset="0"/>
              <a:buChar char="l"/>
            </a:pPr>
            <a:r>
              <a:rPr lang="en-US" altLang="zh-CN"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https://</a:t>
            </a:r>
            <a:r>
              <a:rPr lang="en-US" altLang="zh-CN" sz="1000" b="0" dirty="0" err="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www.bilibili.com</a:t>
            </a:r>
            <a:r>
              <a:rPr lang="en-US" altLang="zh-CN"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/video/av94991373</a:t>
            </a:r>
            <a:br>
              <a:rPr lang="zh-CN" altLang="en-US"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br>
            <a:endParaRPr lang="zh-CN" altLang="en-US"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20000"/>
              </a:lnSpc>
              <a:buFont typeface="Wingdings" panose="05000000000000000000" charset="0"/>
              <a:buChar char="l"/>
            </a:pPr>
            <a:endParaRPr kumimoji="1" lang="zh-CN" altLang="en-US" sz="1000" b="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5"/>
          <a:stretch>
            <a:fillRect/>
          </a:stretch>
        </p:blipFill>
        <p:spPr>
          <a:xfrm>
            <a:off x="1043961" y="4724718"/>
            <a:ext cx="2719711" cy="1902226"/>
          </a:xfrm>
          <a:prstGeom prst="rect">
            <a:avLst/>
          </a:prstGeom>
        </p:spPr>
      </p:pic>
      <p:sp>
        <p:nvSpPr>
          <p:cNvPr id="2" name="标题 1"/>
          <p:cNvSpPr>
            <a:spLocks noGrp="1"/>
          </p:cNvSpPr>
          <p:nvPr>
            <p:custDataLst>
              <p:tags r:id="rId3"/>
            </p:custDataLst>
          </p:nvPr>
        </p:nvSpPr>
        <p:spPr>
          <a:xfrm>
            <a:off x="1200150" y="20638"/>
            <a:ext cx="7943850" cy="815975"/>
          </a:xfrm>
          <a:prstGeom prst="rect">
            <a:avLst/>
          </a:prstGeom>
          <a:noFill/>
          <a:ln w="9525">
            <a:noFill/>
          </a:ln>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kumimoji="1" lang="zh-CN" altLang="en-US" dirty="0">
                <a:solidFill>
                  <a:schemeClr val="dk2">
                    <a:lumMod val="25000"/>
                  </a:schemeClr>
                </a:solidFill>
                <a:latin typeface="微软雅黑" panose="020B0503020204020204" charset="-122"/>
                <a:ea typeface="微软雅黑" panose="020B0503020204020204" charset="-122"/>
              </a:rPr>
              <a:t>一页纸的博士论文</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blinds(horizontal)">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电子科技大学本科学位论文规范解读</a:t>
            </a:r>
          </a:p>
        </p:txBody>
      </p:sp>
      <p:sp>
        <p:nvSpPr>
          <p:cNvPr id="3" name="内容占位符 2"/>
          <p:cNvSpPr>
            <a:spLocks noGrp="1"/>
          </p:cNvSpPr>
          <p:nvPr>
            <p:ph idx="1"/>
          </p:nvPr>
        </p:nvSpPr>
        <p:spPr/>
        <p:txBody>
          <a:bodyPr/>
          <a:lstStyle/>
          <a:p>
            <a:r>
              <a:rPr lang="zh-CN" altLang="en-US"/>
              <a:t>学校的相关规定与范文</a:t>
            </a:r>
          </a:p>
          <a:p>
            <a:pPr lvl="1"/>
            <a:r>
              <a:rPr lang="zh-CN" altLang="en-US"/>
              <a:t>《本科毕业设计（论文）管理办法》</a:t>
            </a:r>
          </a:p>
          <a:p>
            <a:pPr lvl="1"/>
            <a:endParaRPr lang="zh-CN" altLang="en-US"/>
          </a:p>
        </p:txBody>
      </p:sp>
      <p:pic>
        <p:nvPicPr>
          <p:cNvPr id="4" name="图片 3"/>
          <p:cNvPicPr>
            <a:picLocks noChangeAspect="1"/>
          </p:cNvPicPr>
          <p:nvPr>
            <p:custDataLst>
              <p:tags r:id="rId1"/>
            </p:custDataLst>
          </p:nvPr>
        </p:nvPicPr>
        <p:blipFill>
          <a:blip r:embed="rId4"/>
          <a:stretch>
            <a:fillRect/>
          </a:stretch>
        </p:blipFill>
        <p:spPr>
          <a:xfrm>
            <a:off x="467360" y="2369820"/>
            <a:ext cx="3211195" cy="4359910"/>
          </a:xfrm>
          <a:prstGeom prst="rect">
            <a:avLst/>
          </a:prstGeom>
          <a:ln>
            <a:solidFill>
              <a:schemeClr val="accent1"/>
            </a:solidFill>
          </a:ln>
        </p:spPr>
      </p:pic>
      <p:pic>
        <p:nvPicPr>
          <p:cNvPr id="5" name="图片 4"/>
          <p:cNvPicPr>
            <a:picLocks noChangeAspect="1"/>
          </p:cNvPicPr>
          <p:nvPr>
            <p:custDataLst>
              <p:tags r:id="rId2"/>
            </p:custDataLst>
          </p:nvPr>
        </p:nvPicPr>
        <p:blipFill>
          <a:blip r:embed="rId5"/>
          <a:stretch>
            <a:fillRect/>
          </a:stretch>
        </p:blipFill>
        <p:spPr>
          <a:xfrm>
            <a:off x="5004435" y="2151380"/>
            <a:ext cx="3340735" cy="4706620"/>
          </a:xfrm>
          <a:prstGeom prst="rect">
            <a:avLst/>
          </a:prstGeom>
          <a:ln>
            <a:solidFill>
              <a:schemeClr val="accent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电子科技大学本科学位论文规范解读</a:t>
            </a:r>
            <a:r>
              <a:rPr lang="en-US" altLang="zh-CN"/>
              <a:t>(2)</a:t>
            </a:r>
          </a:p>
        </p:txBody>
      </p:sp>
      <p:sp>
        <p:nvSpPr>
          <p:cNvPr id="3" name="内容占位符 2"/>
          <p:cNvSpPr>
            <a:spLocks noGrp="1"/>
          </p:cNvSpPr>
          <p:nvPr>
            <p:ph idx="1"/>
          </p:nvPr>
        </p:nvSpPr>
        <p:spPr/>
        <p:txBody>
          <a:bodyPr/>
          <a:lstStyle/>
          <a:p>
            <a:r>
              <a:rPr lang="zh-CN" altLang="en-US"/>
              <a:t>学校的相关规定与范文</a:t>
            </a:r>
          </a:p>
          <a:p>
            <a:pPr lvl="1"/>
            <a:r>
              <a:rPr lang="zh-CN" altLang="en-US"/>
              <a:t>《本科毕业设计（论文）管理办法》</a:t>
            </a:r>
          </a:p>
          <a:p>
            <a:pPr lvl="1"/>
            <a:endParaRPr lang="zh-CN" altLang="en-US"/>
          </a:p>
        </p:txBody>
      </p:sp>
      <p:pic>
        <p:nvPicPr>
          <p:cNvPr id="6" name="图片 5"/>
          <p:cNvPicPr>
            <a:picLocks noChangeAspect="1"/>
          </p:cNvPicPr>
          <p:nvPr>
            <p:custDataLst>
              <p:tags r:id="rId1"/>
            </p:custDataLst>
          </p:nvPr>
        </p:nvPicPr>
        <p:blipFill>
          <a:blip r:embed="rId5"/>
          <a:stretch>
            <a:fillRect/>
          </a:stretch>
        </p:blipFill>
        <p:spPr>
          <a:xfrm>
            <a:off x="107315" y="2996565"/>
            <a:ext cx="2607945" cy="1156970"/>
          </a:xfrm>
          <a:prstGeom prst="rect">
            <a:avLst/>
          </a:prstGeom>
          <a:ln>
            <a:solidFill>
              <a:schemeClr val="accent1"/>
            </a:solidFill>
          </a:ln>
        </p:spPr>
      </p:pic>
      <p:pic>
        <p:nvPicPr>
          <p:cNvPr id="7" name="图片 6"/>
          <p:cNvPicPr>
            <a:picLocks noChangeAspect="1"/>
          </p:cNvPicPr>
          <p:nvPr>
            <p:custDataLst>
              <p:tags r:id="rId2"/>
            </p:custDataLst>
          </p:nvPr>
        </p:nvPicPr>
        <p:blipFill>
          <a:blip r:embed="rId6"/>
          <a:stretch>
            <a:fillRect/>
          </a:stretch>
        </p:blipFill>
        <p:spPr>
          <a:xfrm>
            <a:off x="2771775" y="2276475"/>
            <a:ext cx="3027045" cy="3710305"/>
          </a:xfrm>
          <a:prstGeom prst="rect">
            <a:avLst/>
          </a:prstGeom>
          <a:ln>
            <a:solidFill>
              <a:schemeClr val="accent1"/>
            </a:solidFill>
          </a:ln>
        </p:spPr>
      </p:pic>
      <p:pic>
        <p:nvPicPr>
          <p:cNvPr id="8" name="图片 7"/>
          <p:cNvPicPr>
            <a:picLocks noChangeAspect="1"/>
          </p:cNvPicPr>
          <p:nvPr>
            <p:custDataLst>
              <p:tags r:id="rId3"/>
            </p:custDataLst>
          </p:nvPr>
        </p:nvPicPr>
        <p:blipFill>
          <a:blip r:embed="rId7"/>
          <a:stretch>
            <a:fillRect/>
          </a:stretch>
        </p:blipFill>
        <p:spPr>
          <a:xfrm>
            <a:off x="5890260" y="2276475"/>
            <a:ext cx="3190240" cy="3655695"/>
          </a:xfrm>
          <a:prstGeom prst="rect">
            <a:avLst/>
          </a:prstGeom>
          <a:ln>
            <a:solidFill>
              <a:schemeClr val="accent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电子科技大学本科学位论文规范解读（</a:t>
            </a:r>
            <a:r>
              <a:rPr lang="en-US" altLang="zh-CN"/>
              <a:t>3)</a:t>
            </a:r>
          </a:p>
        </p:txBody>
      </p:sp>
      <p:sp>
        <p:nvSpPr>
          <p:cNvPr id="3" name="内容占位符 2"/>
          <p:cNvSpPr>
            <a:spLocks noGrp="1"/>
          </p:cNvSpPr>
          <p:nvPr>
            <p:ph idx="1"/>
          </p:nvPr>
        </p:nvSpPr>
        <p:spPr/>
        <p:txBody>
          <a:bodyPr/>
          <a:lstStyle/>
          <a:p>
            <a:r>
              <a:rPr lang="zh-CN" altLang="en-US"/>
              <a:t>学校的相关规定与范文</a:t>
            </a:r>
          </a:p>
          <a:p>
            <a:pPr lvl="1"/>
            <a:r>
              <a:rPr lang="zh-CN" altLang="en-US"/>
              <a:t>《本科毕业设计（论文）管理办法》</a:t>
            </a:r>
          </a:p>
          <a:p>
            <a:pPr lvl="2"/>
            <a:r>
              <a:rPr lang="zh-CN" altLang="en-US"/>
              <a:t>附件二  学士学位论文撰写格式规范</a:t>
            </a:r>
          </a:p>
          <a:p>
            <a:pPr lvl="1"/>
            <a:endParaRPr lang="zh-CN" altLang="en-US"/>
          </a:p>
        </p:txBody>
      </p:sp>
      <p:pic>
        <p:nvPicPr>
          <p:cNvPr id="4" name="图片 3"/>
          <p:cNvPicPr>
            <a:picLocks noChangeAspect="1"/>
          </p:cNvPicPr>
          <p:nvPr>
            <p:custDataLst>
              <p:tags r:id="rId1"/>
            </p:custDataLst>
          </p:nvPr>
        </p:nvPicPr>
        <p:blipFill>
          <a:blip r:embed="rId6"/>
          <a:stretch>
            <a:fillRect/>
          </a:stretch>
        </p:blipFill>
        <p:spPr>
          <a:xfrm>
            <a:off x="179705" y="2656205"/>
            <a:ext cx="2251075" cy="3046095"/>
          </a:xfrm>
          <a:prstGeom prst="rect">
            <a:avLst/>
          </a:prstGeom>
          <a:ln>
            <a:solidFill>
              <a:schemeClr val="accent1"/>
            </a:solidFill>
          </a:ln>
        </p:spPr>
      </p:pic>
      <p:pic>
        <p:nvPicPr>
          <p:cNvPr id="5" name="图片 4"/>
          <p:cNvPicPr>
            <a:picLocks noChangeAspect="1"/>
          </p:cNvPicPr>
          <p:nvPr>
            <p:custDataLst>
              <p:tags r:id="rId2"/>
            </p:custDataLst>
          </p:nvPr>
        </p:nvPicPr>
        <p:blipFill>
          <a:blip r:embed="rId7"/>
          <a:stretch>
            <a:fillRect/>
          </a:stretch>
        </p:blipFill>
        <p:spPr>
          <a:xfrm>
            <a:off x="2555875" y="2656205"/>
            <a:ext cx="2440940" cy="3011805"/>
          </a:xfrm>
          <a:prstGeom prst="rect">
            <a:avLst/>
          </a:prstGeom>
          <a:ln>
            <a:solidFill>
              <a:schemeClr val="accent1"/>
            </a:solidFill>
          </a:ln>
        </p:spPr>
      </p:pic>
      <p:pic>
        <p:nvPicPr>
          <p:cNvPr id="9" name="图片 8"/>
          <p:cNvPicPr>
            <a:picLocks noChangeAspect="1"/>
          </p:cNvPicPr>
          <p:nvPr>
            <p:custDataLst>
              <p:tags r:id="rId3"/>
            </p:custDataLst>
          </p:nvPr>
        </p:nvPicPr>
        <p:blipFill>
          <a:blip r:embed="rId8"/>
          <a:stretch>
            <a:fillRect/>
          </a:stretch>
        </p:blipFill>
        <p:spPr>
          <a:xfrm>
            <a:off x="5364480" y="829945"/>
            <a:ext cx="2314575" cy="3013710"/>
          </a:xfrm>
          <a:prstGeom prst="rect">
            <a:avLst/>
          </a:prstGeom>
          <a:ln>
            <a:solidFill>
              <a:schemeClr val="accent1"/>
            </a:solidFill>
          </a:ln>
        </p:spPr>
      </p:pic>
      <p:pic>
        <p:nvPicPr>
          <p:cNvPr id="10" name="图片 9"/>
          <p:cNvPicPr>
            <a:picLocks noChangeAspect="1"/>
          </p:cNvPicPr>
          <p:nvPr>
            <p:custDataLst>
              <p:tags r:id="rId4"/>
            </p:custDataLst>
          </p:nvPr>
        </p:nvPicPr>
        <p:blipFill>
          <a:blip r:embed="rId9"/>
          <a:stretch>
            <a:fillRect/>
          </a:stretch>
        </p:blipFill>
        <p:spPr>
          <a:xfrm>
            <a:off x="5387340" y="3933190"/>
            <a:ext cx="2291715" cy="2019300"/>
          </a:xfrm>
          <a:prstGeom prst="rect">
            <a:avLst/>
          </a:prstGeom>
          <a:ln>
            <a:solidFill>
              <a:schemeClr val="accent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电子科技大学本科学位论文规范解读（</a:t>
            </a:r>
            <a:r>
              <a:rPr lang="en-US" altLang="zh-CN">
                <a:sym typeface="+mn-ea"/>
              </a:rPr>
              <a:t>4)</a:t>
            </a:r>
            <a:endParaRPr lang="zh-CN" altLang="en-US"/>
          </a:p>
        </p:txBody>
      </p:sp>
      <p:sp>
        <p:nvSpPr>
          <p:cNvPr id="3" name="内容占位符 2"/>
          <p:cNvSpPr>
            <a:spLocks noGrp="1"/>
          </p:cNvSpPr>
          <p:nvPr>
            <p:ph idx="1"/>
          </p:nvPr>
        </p:nvSpPr>
        <p:spPr/>
        <p:txBody>
          <a:bodyPr/>
          <a:lstStyle/>
          <a:p>
            <a:r>
              <a:t>书写规定</a:t>
            </a:r>
          </a:p>
          <a:p>
            <a:pPr lvl="1"/>
            <a:r>
              <a:t>语言表达</a:t>
            </a:r>
          </a:p>
          <a:p>
            <a:pPr lvl="1"/>
            <a:r>
              <a:t>内容要求</a:t>
            </a:r>
          </a:p>
        </p:txBody>
      </p:sp>
      <p:pic>
        <p:nvPicPr>
          <p:cNvPr id="4" name="图片 3"/>
          <p:cNvPicPr>
            <a:picLocks noChangeAspect="1"/>
          </p:cNvPicPr>
          <p:nvPr>
            <p:custDataLst>
              <p:tags r:id="rId1"/>
            </p:custDataLst>
          </p:nvPr>
        </p:nvPicPr>
        <p:blipFill>
          <a:blip r:embed="rId4"/>
          <a:stretch>
            <a:fillRect/>
          </a:stretch>
        </p:blipFill>
        <p:spPr>
          <a:xfrm>
            <a:off x="2555240" y="1268730"/>
            <a:ext cx="3233571" cy="4320000"/>
          </a:xfrm>
          <a:prstGeom prst="rect">
            <a:avLst/>
          </a:prstGeom>
          <a:ln>
            <a:solidFill>
              <a:schemeClr val="accent1"/>
            </a:solidFill>
          </a:ln>
        </p:spPr>
      </p:pic>
      <p:pic>
        <p:nvPicPr>
          <p:cNvPr id="5" name="图片 4"/>
          <p:cNvPicPr>
            <a:picLocks noChangeAspect="1"/>
          </p:cNvPicPr>
          <p:nvPr>
            <p:custDataLst>
              <p:tags r:id="rId2"/>
            </p:custDataLst>
          </p:nvPr>
        </p:nvPicPr>
        <p:blipFill>
          <a:blip r:embed="rId5"/>
          <a:stretch>
            <a:fillRect/>
          </a:stretch>
        </p:blipFill>
        <p:spPr>
          <a:xfrm>
            <a:off x="5868035" y="1268730"/>
            <a:ext cx="3119643" cy="4320000"/>
          </a:xfrm>
          <a:prstGeom prst="rect">
            <a:avLst/>
          </a:prstGeom>
          <a:ln>
            <a:solidFill>
              <a:schemeClr val="accent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电子科技大学本科学位论文规范解读（</a:t>
            </a:r>
            <a:r>
              <a:rPr lang="en-US" altLang="zh-CN">
                <a:sym typeface="+mn-ea"/>
              </a:rPr>
              <a:t>5)</a:t>
            </a:r>
            <a:endParaRPr lang="zh-CN" altLang="en-US"/>
          </a:p>
        </p:txBody>
      </p:sp>
      <p:sp>
        <p:nvSpPr>
          <p:cNvPr id="3" name="内容占位符 2"/>
          <p:cNvSpPr>
            <a:spLocks noGrp="1"/>
          </p:cNvSpPr>
          <p:nvPr>
            <p:ph idx="1"/>
          </p:nvPr>
        </p:nvSpPr>
        <p:spPr/>
        <p:txBody>
          <a:bodyPr/>
          <a:lstStyle/>
          <a:p>
            <a:r>
              <a:t>书写规定</a:t>
            </a:r>
          </a:p>
          <a:p>
            <a:pPr lvl="1"/>
            <a:r>
              <a:rPr>
                <a:sym typeface="+mn-ea"/>
              </a:rPr>
              <a:t>语言表达</a:t>
            </a:r>
          </a:p>
          <a:p>
            <a:pPr lvl="1"/>
            <a:r>
              <a:rPr>
                <a:sym typeface="+mn-ea"/>
              </a:rPr>
              <a:t>内容要求</a:t>
            </a:r>
          </a:p>
          <a:p>
            <a:pPr lvl="1"/>
            <a:r>
              <a:rPr>
                <a:solidFill>
                  <a:srgbClr val="FF0000"/>
                </a:solidFill>
                <a:sym typeface="+mn-ea"/>
              </a:rPr>
              <a:t>标题和层次</a:t>
            </a:r>
          </a:p>
          <a:p>
            <a:pPr lvl="1"/>
            <a:r>
              <a:rPr>
                <a:solidFill>
                  <a:srgbClr val="FF0000"/>
                </a:solidFill>
                <a:sym typeface="+mn-ea"/>
              </a:rPr>
              <a:t>引用文献标注</a:t>
            </a:r>
          </a:p>
          <a:p>
            <a:pPr lvl="1"/>
            <a:r>
              <a:rPr>
                <a:solidFill>
                  <a:srgbClr val="FF0000"/>
                </a:solidFill>
                <a:sym typeface="+mn-ea"/>
              </a:rPr>
              <a:t>脚注</a:t>
            </a:r>
          </a:p>
          <a:p>
            <a:pPr lvl="1"/>
            <a:r>
              <a:rPr>
                <a:solidFill>
                  <a:srgbClr val="FF0000"/>
                </a:solidFill>
                <a:sym typeface="+mn-ea"/>
              </a:rPr>
              <a:t>图、表和公式</a:t>
            </a:r>
            <a:endParaRPr>
              <a:sym typeface="+mn-ea"/>
            </a:endParaRPr>
          </a:p>
          <a:p>
            <a:pPr lvl="1"/>
            <a:endParaRPr>
              <a:sym typeface="+mn-ea"/>
            </a:endParaRPr>
          </a:p>
        </p:txBody>
      </p:sp>
      <p:pic>
        <p:nvPicPr>
          <p:cNvPr id="6" name="图片 5"/>
          <p:cNvPicPr>
            <a:picLocks noChangeAspect="1"/>
          </p:cNvPicPr>
          <p:nvPr>
            <p:custDataLst>
              <p:tags r:id="rId1"/>
            </p:custDataLst>
          </p:nvPr>
        </p:nvPicPr>
        <p:blipFill>
          <a:blip r:embed="rId4"/>
          <a:stretch>
            <a:fillRect/>
          </a:stretch>
        </p:blipFill>
        <p:spPr>
          <a:xfrm>
            <a:off x="2771775" y="999490"/>
            <a:ext cx="3103189" cy="4320000"/>
          </a:xfrm>
          <a:prstGeom prst="rect">
            <a:avLst/>
          </a:prstGeom>
          <a:ln>
            <a:solidFill>
              <a:schemeClr val="accent1"/>
            </a:solidFill>
          </a:ln>
        </p:spPr>
      </p:pic>
      <p:pic>
        <p:nvPicPr>
          <p:cNvPr id="7" name="图片 6"/>
          <p:cNvPicPr>
            <a:picLocks noChangeAspect="1"/>
          </p:cNvPicPr>
          <p:nvPr>
            <p:custDataLst>
              <p:tags r:id="rId2"/>
            </p:custDataLst>
          </p:nvPr>
        </p:nvPicPr>
        <p:blipFill>
          <a:blip r:embed="rId5"/>
          <a:stretch>
            <a:fillRect/>
          </a:stretch>
        </p:blipFill>
        <p:spPr>
          <a:xfrm>
            <a:off x="6012815" y="980440"/>
            <a:ext cx="3099408" cy="4320000"/>
          </a:xfrm>
          <a:prstGeom prst="rect">
            <a:avLst/>
          </a:prstGeom>
          <a:ln>
            <a:solidFill>
              <a:schemeClr val="accent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电子科技大学本科学位论文规范解读（</a:t>
            </a:r>
            <a:r>
              <a:rPr lang="en-US" altLang="zh-CN">
                <a:sym typeface="+mn-ea"/>
              </a:rPr>
              <a:t>6)</a:t>
            </a:r>
            <a:endParaRPr lang="zh-CN" altLang="en-US"/>
          </a:p>
        </p:txBody>
      </p:sp>
      <p:sp>
        <p:nvSpPr>
          <p:cNvPr id="3" name="内容占位符 2"/>
          <p:cNvSpPr>
            <a:spLocks noGrp="1"/>
          </p:cNvSpPr>
          <p:nvPr>
            <p:ph idx="1"/>
          </p:nvPr>
        </p:nvSpPr>
        <p:spPr/>
        <p:txBody>
          <a:bodyPr/>
          <a:lstStyle/>
          <a:p>
            <a:r>
              <a:t>书写规定</a:t>
            </a:r>
          </a:p>
          <a:p>
            <a:pPr marL="457200" lvl="2"/>
            <a:r>
              <a:rPr sz="2160">
                <a:sym typeface="+mn-ea"/>
              </a:rPr>
              <a:t>图、表和公式</a:t>
            </a:r>
          </a:p>
          <a:p>
            <a:endParaRPr sz="2160"/>
          </a:p>
          <a:p>
            <a:pPr lvl="1"/>
            <a:endParaRPr sz="2160"/>
          </a:p>
        </p:txBody>
      </p:sp>
      <p:pic>
        <p:nvPicPr>
          <p:cNvPr id="6" name="图片 5"/>
          <p:cNvPicPr>
            <a:picLocks noChangeAspect="1"/>
          </p:cNvPicPr>
          <p:nvPr>
            <p:custDataLst>
              <p:tags r:id="rId1"/>
            </p:custDataLst>
          </p:nvPr>
        </p:nvPicPr>
        <p:blipFill>
          <a:blip r:embed="rId4"/>
          <a:stretch>
            <a:fillRect/>
          </a:stretch>
        </p:blipFill>
        <p:spPr>
          <a:xfrm>
            <a:off x="2843530" y="1124585"/>
            <a:ext cx="3124286" cy="4320000"/>
          </a:xfrm>
          <a:prstGeom prst="rect">
            <a:avLst/>
          </a:prstGeom>
          <a:ln>
            <a:solidFill>
              <a:schemeClr val="accent1"/>
            </a:solidFill>
          </a:ln>
        </p:spPr>
      </p:pic>
      <p:pic>
        <p:nvPicPr>
          <p:cNvPr id="7" name="图片 6"/>
          <p:cNvPicPr>
            <a:picLocks noChangeAspect="1"/>
          </p:cNvPicPr>
          <p:nvPr>
            <p:custDataLst>
              <p:tags r:id="rId2"/>
            </p:custDataLst>
          </p:nvPr>
        </p:nvPicPr>
        <p:blipFill>
          <a:blip r:embed="rId5"/>
          <a:stretch>
            <a:fillRect/>
          </a:stretch>
        </p:blipFill>
        <p:spPr>
          <a:xfrm>
            <a:off x="5967730" y="1124585"/>
            <a:ext cx="3064993" cy="4320000"/>
          </a:xfrm>
          <a:prstGeom prst="rect">
            <a:avLst/>
          </a:prstGeom>
          <a:ln>
            <a:solidFill>
              <a:schemeClr val="accent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电子科技大学本科学位论文规范解读（</a:t>
            </a:r>
            <a:r>
              <a:rPr lang="en-US" altLang="zh-CN">
                <a:sym typeface="+mn-ea"/>
              </a:rPr>
              <a:t>7)</a:t>
            </a:r>
            <a:endParaRPr lang="zh-CN" altLang="en-US"/>
          </a:p>
        </p:txBody>
      </p:sp>
      <p:sp>
        <p:nvSpPr>
          <p:cNvPr id="3" name="内容占位符 2"/>
          <p:cNvSpPr>
            <a:spLocks noGrp="1"/>
          </p:cNvSpPr>
          <p:nvPr>
            <p:ph idx="1"/>
          </p:nvPr>
        </p:nvSpPr>
        <p:spPr/>
        <p:txBody>
          <a:bodyPr/>
          <a:lstStyle/>
          <a:p>
            <a:r>
              <a:t>书写规定</a:t>
            </a:r>
          </a:p>
          <a:p>
            <a:pPr marL="457200" lvl="2"/>
            <a:r>
              <a:rPr sz="2160">
                <a:solidFill>
                  <a:srgbClr val="0033CC"/>
                </a:solidFill>
                <a:sym typeface="+mn-ea"/>
              </a:rPr>
              <a:t>图、表和公式</a:t>
            </a:r>
          </a:p>
          <a:p>
            <a:pPr marL="457200" lvl="2"/>
            <a:r>
              <a:rPr sz="2160">
                <a:sym typeface="+mn-ea"/>
              </a:rPr>
              <a:t>参考文献</a:t>
            </a:r>
          </a:p>
          <a:p>
            <a:endParaRPr sz="2160"/>
          </a:p>
          <a:p>
            <a:pPr lvl="1"/>
            <a:endParaRPr sz="2160"/>
          </a:p>
        </p:txBody>
      </p:sp>
      <p:pic>
        <p:nvPicPr>
          <p:cNvPr id="4" name="图片 3"/>
          <p:cNvPicPr>
            <a:picLocks noChangeAspect="1"/>
          </p:cNvPicPr>
          <p:nvPr>
            <p:custDataLst>
              <p:tags r:id="rId1"/>
            </p:custDataLst>
          </p:nvPr>
        </p:nvPicPr>
        <p:blipFill>
          <a:blip r:embed="rId4"/>
          <a:stretch>
            <a:fillRect/>
          </a:stretch>
        </p:blipFill>
        <p:spPr>
          <a:xfrm>
            <a:off x="2339975" y="2060575"/>
            <a:ext cx="3267075" cy="3881755"/>
          </a:xfrm>
          <a:prstGeom prst="rect">
            <a:avLst/>
          </a:prstGeom>
          <a:ln>
            <a:solidFill>
              <a:schemeClr val="accent1"/>
            </a:solidFill>
          </a:ln>
        </p:spPr>
      </p:pic>
      <p:pic>
        <p:nvPicPr>
          <p:cNvPr id="5" name="图片 4"/>
          <p:cNvPicPr>
            <a:picLocks noChangeAspect="1"/>
          </p:cNvPicPr>
          <p:nvPr>
            <p:custDataLst>
              <p:tags r:id="rId2"/>
            </p:custDataLst>
          </p:nvPr>
        </p:nvPicPr>
        <p:blipFill>
          <a:blip r:embed="rId5"/>
          <a:stretch>
            <a:fillRect/>
          </a:stretch>
        </p:blipFill>
        <p:spPr>
          <a:xfrm>
            <a:off x="5723890" y="2060575"/>
            <a:ext cx="3318510" cy="2900680"/>
          </a:xfrm>
          <a:prstGeom prst="rect">
            <a:avLst/>
          </a:prstGeom>
          <a:ln>
            <a:solidFill>
              <a:schemeClr val="accent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电子科技大学本科学位论文规范解读（</a:t>
            </a:r>
            <a:r>
              <a:rPr lang="en-US" altLang="zh-CN">
                <a:sym typeface="+mn-ea"/>
              </a:rPr>
              <a:t>8)</a:t>
            </a:r>
            <a:endParaRPr lang="zh-CN" altLang="en-US"/>
          </a:p>
        </p:txBody>
      </p:sp>
      <p:pic>
        <p:nvPicPr>
          <p:cNvPr id="4" name="内容占位符 3"/>
          <p:cNvPicPr>
            <a:picLocks noGrp="1" noChangeAspect="1"/>
          </p:cNvPicPr>
          <p:nvPr>
            <p:ph idx="1"/>
            <p:custDataLst>
              <p:tags r:id="rId1"/>
            </p:custDataLst>
          </p:nvPr>
        </p:nvPicPr>
        <p:blipFill>
          <a:blip r:embed="rId4"/>
          <a:stretch>
            <a:fillRect/>
          </a:stretch>
        </p:blipFill>
        <p:spPr>
          <a:xfrm>
            <a:off x="4012565" y="1196975"/>
            <a:ext cx="4629150" cy="4638675"/>
          </a:xfrm>
          <a:prstGeom prst="rect">
            <a:avLst/>
          </a:prstGeom>
          <a:ln>
            <a:solidFill>
              <a:schemeClr val="accent1"/>
            </a:solidFill>
          </a:ln>
        </p:spPr>
      </p:pic>
      <p:sp>
        <p:nvSpPr>
          <p:cNvPr id="5" name="内容占位符 2"/>
          <p:cNvSpPr>
            <a:spLocks noGrp="1"/>
          </p:cNvSpPr>
          <p:nvPr>
            <p:custDataLst>
              <p:tags r:id="rId2"/>
            </p:custDataLst>
          </p:nvPr>
        </p:nvSpPr>
        <p:spPr>
          <a:xfrm>
            <a:off x="502285" y="999490"/>
            <a:ext cx="8139430" cy="4668520"/>
          </a:xfrm>
          <a:prstGeom prst="rect">
            <a:avLst/>
          </a:prstGeo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1" i="0" u="none" strike="noStrike" kern="1200" cap="none" spc="0" normalizeH="0" baseline="0" noProof="1" dirty="0">
                <a:solidFill>
                  <a:srgbClr val="0033CC"/>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1" i="0" u="none" strike="noStrike" kern="1200" cap="none" spc="0" normalizeH="0" baseline="0" noProof="1" dirty="0">
                <a:solidFill>
                  <a:srgbClr val="C00000"/>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t>书写规定</a:t>
            </a:r>
          </a:p>
          <a:p>
            <a:pPr marL="457200" lvl="2"/>
            <a:r>
              <a:rPr sz="2160">
                <a:solidFill>
                  <a:srgbClr val="0033CC"/>
                </a:solidFill>
                <a:sym typeface="+mn-ea"/>
              </a:rPr>
              <a:t>图、表和公式</a:t>
            </a:r>
          </a:p>
          <a:p>
            <a:pPr marL="457200" lvl="2" algn="l">
              <a:buClrTx/>
              <a:buSzTx/>
            </a:pPr>
            <a:r>
              <a:rPr sz="2160">
                <a:solidFill>
                  <a:srgbClr val="0033CC"/>
                </a:solidFill>
                <a:sym typeface="+mn-ea"/>
              </a:rPr>
              <a:t>参考文献</a:t>
            </a:r>
          </a:p>
          <a:p>
            <a:pPr marL="457200" lvl="2" algn="l">
              <a:buClrTx/>
              <a:buSzTx/>
            </a:pPr>
            <a:r>
              <a:rPr sz="2160">
                <a:solidFill>
                  <a:srgbClr val="0033CC"/>
                </a:solidFill>
                <a:sym typeface="+mn-ea"/>
              </a:rPr>
              <a:t>量和单位</a:t>
            </a:r>
          </a:p>
          <a:p>
            <a:pPr marL="457200" lvl="2" algn="l">
              <a:buClrTx/>
              <a:buSzTx/>
            </a:pPr>
            <a:r>
              <a:rPr sz="2160">
                <a:solidFill>
                  <a:srgbClr val="0033CC"/>
                </a:solidFill>
                <a:sym typeface="+mn-ea"/>
              </a:rPr>
              <a:t>数字</a:t>
            </a:r>
          </a:p>
          <a:p>
            <a:pPr marL="457200" lvl="2" algn="l">
              <a:buClrTx/>
              <a:buSzTx/>
            </a:pPr>
            <a:r>
              <a:rPr sz="2160">
                <a:solidFill>
                  <a:srgbClr val="0033CC"/>
                </a:solidFill>
                <a:sym typeface="+mn-ea"/>
              </a:rPr>
              <a:t>定理环境和证明环境等</a:t>
            </a:r>
          </a:p>
          <a:p>
            <a:endParaRPr sz="2160"/>
          </a:p>
          <a:p>
            <a:pPr lvl="1"/>
            <a:endParaRPr sz="216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关于本科学位论抽检的那些故事</a:t>
            </a:r>
          </a:p>
        </p:txBody>
      </p:sp>
      <p:pic>
        <p:nvPicPr>
          <p:cNvPr id="4" name="内容占位符 3"/>
          <p:cNvPicPr>
            <a:picLocks noGrp="1" noChangeAspect="1"/>
          </p:cNvPicPr>
          <p:nvPr>
            <p:ph idx="1"/>
            <p:custDataLst>
              <p:tags r:id="rId1"/>
            </p:custDataLst>
          </p:nvPr>
        </p:nvPicPr>
        <p:blipFill>
          <a:blip r:embed="rId3"/>
          <a:stretch>
            <a:fillRect/>
          </a:stretch>
        </p:blipFill>
        <p:spPr>
          <a:xfrm>
            <a:off x="395605" y="980440"/>
            <a:ext cx="6677025" cy="4668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学位写作的现状分析及存在的问题</a:t>
            </a:r>
          </a:p>
        </p:txBody>
      </p:sp>
      <p:sp>
        <p:nvSpPr>
          <p:cNvPr id="3" name="内容占位符 2"/>
          <p:cNvSpPr>
            <a:spLocks noGrp="1"/>
          </p:cNvSpPr>
          <p:nvPr>
            <p:ph idx="1"/>
          </p:nvPr>
        </p:nvSpPr>
        <p:spPr/>
        <p:txBody>
          <a:bodyPr/>
          <a:lstStyle/>
          <a:p>
            <a:r>
              <a:rPr lang="zh-CN" altLang="en-US"/>
              <a:t>缺乏主动性</a:t>
            </a:r>
          </a:p>
          <a:p>
            <a:pPr lvl="1"/>
            <a:r>
              <a:rPr lang="zh-CN" altLang="en-US" sz="2000"/>
              <a:t>教师指导、主动探索</a:t>
            </a:r>
            <a:endParaRPr lang="zh-CN" altLang="en-US"/>
          </a:p>
          <a:p>
            <a:r>
              <a:rPr lang="zh-CN" altLang="en-US"/>
              <a:t>内容不恰当</a:t>
            </a:r>
          </a:p>
          <a:p>
            <a:pPr lvl="1"/>
            <a:r>
              <a:rPr lang="zh-CN" altLang="en-US" sz="2000"/>
              <a:t>表达的准确性、写作的思路、论文工作的重点</a:t>
            </a:r>
          </a:p>
          <a:p>
            <a:pPr lvl="0"/>
            <a:r>
              <a:rPr lang="zh-CN" altLang="en-US" sz="2400"/>
              <a:t>选题不恰当</a:t>
            </a:r>
          </a:p>
          <a:p>
            <a:pPr lvl="1"/>
            <a:r>
              <a:rPr lang="zh-CN" altLang="en-US" sz="2000"/>
              <a:t>选题大小与研究的深浅、问题深度与广度、选题的新旧</a:t>
            </a:r>
          </a:p>
          <a:p>
            <a:pPr lvl="0"/>
            <a:r>
              <a:rPr lang="zh-CN" altLang="en-US" sz="2400"/>
              <a:t>缺少写作的训练与创新</a:t>
            </a:r>
            <a:r>
              <a:rPr>
                <a:sym typeface="+mn-ea"/>
              </a:rPr>
              <a:t>思维的锻炼</a:t>
            </a:r>
          </a:p>
          <a:p>
            <a:pPr lvl="0"/>
            <a:endParaRPr lang="zh-CN" altLang="en-US"/>
          </a:p>
          <a:p>
            <a:endParaRPr lang="zh-CN" altLang="en-US"/>
          </a:p>
        </p:txBody>
      </p:sp>
      <p:sp>
        <p:nvSpPr>
          <p:cNvPr id="4" name="文本框 3"/>
          <p:cNvSpPr txBox="1"/>
          <p:nvPr/>
        </p:nvSpPr>
        <p:spPr>
          <a:xfrm>
            <a:off x="899795" y="5085080"/>
            <a:ext cx="7262495" cy="1568450"/>
          </a:xfrm>
          <a:prstGeom prst="rect">
            <a:avLst/>
          </a:prstGeom>
          <a:noFill/>
        </p:spPr>
        <p:txBody>
          <a:bodyPr wrap="square" rtlCol="0">
            <a:spAutoFit/>
          </a:bodyPr>
          <a:lstStyle/>
          <a:p>
            <a:r>
              <a:rPr lang="zh-CN" altLang="en-US" b="1">
                <a:solidFill>
                  <a:srgbClr val="0033CC"/>
                </a:solidFill>
                <a:latin typeface="华文楷体" panose="02010600040101010101" pitchFamily="2" charset="-122"/>
                <a:ea typeface="华文楷体" panose="02010600040101010101" pitchFamily="2" charset="-122"/>
              </a:rPr>
              <a:t>经常写，才能写；</a:t>
            </a:r>
          </a:p>
          <a:p>
            <a:r>
              <a:rPr lang="zh-CN" altLang="en-US" b="1">
                <a:solidFill>
                  <a:srgbClr val="0033CC"/>
                </a:solidFill>
                <a:latin typeface="华文楷体" panose="02010600040101010101" pitchFamily="2" charset="-122"/>
                <a:ea typeface="华文楷体" panose="02010600040101010101" pitchFamily="2" charset="-122"/>
              </a:rPr>
              <a:t>掌握正确的写作方法与技能；</a:t>
            </a:r>
          </a:p>
          <a:p>
            <a:r>
              <a:rPr lang="zh-CN" altLang="en-US" b="1">
                <a:solidFill>
                  <a:srgbClr val="0033CC"/>
                </a:solidFill>
                <a:latin typeface="华文楷体" panose="02010600040101010101" pitchFamily="2" charset="-122"/>
                <a:ea typeface="华文楷体" panose="02010600040101010101" pitchFamily="2" charset="-122"/>
              </a:rPr>
              <a:t>开启批判性思维，独立思辨。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50B5-30C6-C82F-982A-ED9919C4C2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226B15-303E-95F7-7C26-6E6793CD14D0}"/>
              </a:ext>
            </a:extLst>
          </p:cNvPr>
          <p:cNvSpPr>
            <a:spLocks noGrp="1"/>
          </p:cNvSpPr>
          <p:nvPr>
            <p:ph type="title"/>
          </p:nvPr>
        </p:nvSpPr>
        <p:spPr/>
        <p:txBody>
          <a:bodyPr/>
          <a:lstStyle/>
          <a:p>
            <a:r>
              <a:rPr lang="zh-CN" altLang="en-US" dirty="0"/>
              <a:t>课堂作业：范文阅读</a:t>
            </a:r>
          </a:p>
        </p:txBody>
      </p:sp>
      <p:graphicFrame>
        <p:nvGraphicFramePr>
          <p:cNvPr id="7" name="对象 6">
            <a:extLst>
              <a:ext uri="{FF2B5EF4-FFF2-40B4-BE49-F238E27FC236}">
                <a16:creationId xmlns:a16="http://schemas.microsoft.com/office/drawing/2014/main" id="{5AE7021E-1540-C311-E330-818A07F17158}"/>
              </a:ext>
            </a:extLst>
          </p:cNvPr>
          <p:cNvGraphicFramePr>
            <a:graphicFrameLocks noChangeAspect="1"/>
          </p:cNvGraphicFramePr>
          <p:nvPr>
            <p:extLst>
              <p:ext uri="{D42A27DB-BD31-4B8C-83A1-F6EECF244321}">
                <p14:modId xmlns:p14="http://schemas.microsoft.com/office/powerpoint/2010/main" val="3633547899"/>
              </p:ext>
            </p:extLst>
          </p:nvPr>
        </p:nvGraphicFramePr>
        <p:xfrm>
          <a:off x="327025" y="2276872"/>
          <a:ext cx="4244975" cy="517525"/>
        </p:xfrm>
        <a:graphic>
          <a:graphicData uri="http://schemas.openxmlformats.org/presentationml/2006/ole">
            <mc:AlternateContent xmlns:mc="http://schemas.openxmlformats.org/markup-compatibility/2006">
              <mc:Choice xmlns:v="urn:schemas-microsoft-com:vml" Requires="v">
                <p:oleObj name="包装程序外壳对象" showAsIcon="1" r:id="rId2" imgW="4245327" imgH="517249" progId="Package">
                  <p:embed/>
                </p:oleObj>
              </mc:Choice>
              <mc:Fallback>
                <p:oleObj name="包装程序外壳对象" showAsIcon="1" r:id="rId2" imgW="4245327" imgH="517249" progId="Package">
                  <p:embed/>
                  <p:pic>
                    <p:nvPicPr>
                      <p:cNvPr id="0" name=""/>
                      <p:cNvPicPr/>
                      <p:nvPr/>
                    </p:nvPicPr>
                    <p:blipFill>
                      <a:blip r:embed="rId3"/>
                      <a:stretch>
                        <a:fillRect/>
                      </a:stretch>
                    </p:blipFill>
                    <p:spPr>
                      <a:xfrm>
                        <a:off x="327025" y="2276872"/>
                        <a:ext cx="4244975" cy="51752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A7BDD0D-0864-574E-0EA1-D6F78DFB36AB}"/>
              </a:ext>
            </a:extLst>
          </p:cNvPr>
          <p:cNvGraphicFramePr>
            <a:graphicFrameLocks noChangeAspect="1"/>
          </p:cNvGraphicFramePr>
          <p:nvPr>
            <p:extLst>
              <p:ext uri="{D42A27DB-BD31-4B8C-83A1-F6EECF244321}">
                <p14:modId xmlns:p14="http://schemas.microsoft.com/office/powerpoint/2010/main" val="2523440957"/>
              </p:ext>
            </p:extLst>
          </p:nvPr>
        </p:nvGraphicFramePr>
        <p:xfrm>
          <a:off x="347662" y="4293096"/>
          <a:ext cx="4224338" cy="517525"/>
        </p:xfrm>
        <a:graphic>
          <a:graphicData uri="http://schemas.openxmlformats.org/presentationml/2006/ole">
            <mc:AlternateContent xmlns:mc="http://schemas.openxmlformats.org/markup-compatibility/2006">
              <mc:Choice xmlns:v="urn:schemas-microsoft-com:vml" Requires="v">
                <p:oleObj name="包装程序外壳对象" showAsIcon="1" r:id="rId4" imgW="4223860" imgH="517249" progId="Package">
                  <p:embed/>
                </p:oleObj>
              </mc:Choice>
              <mc:Fallback>
                <p:oleObj name="包装程序外壳对象" showAsIcon="1" r:id="rId4" imgW="4223860" imgH="517249" progId="Package">
                  <p:embed/>
                  <p:pic>
                    <p:nvPicPr>
                      <p:cNvPr id="0" name=""/>
                      <p:cNvPicPr/>
                      <p:nvPr/>
                    </p:nvPicPr>
                    <p:blipFill>
                      <a:blip r:embed="rId5"/>
                      <a:stretch>
                        <a:fillRect/>
                      </a:stretch>
                    </p:blipFill>
                    <p:spPr>
                      <a:xfrm>
                        <a:off x="347662" y="4293096"/>
                        <a:ext cx="4224338" cy="517525"/>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C654D916-E38B-9CF3-F511-479700787E50}"/>
              </a:ext>
            </a:extLst>
          </p:cNvPr>
          <p:cNvSpPr txBox="1"/>
          <p:nvPr/>
        </p:nvSpPr>
        <p:spPr>
          <a:xfrm>
            <a:off x="683568" y="1340768"/>
            <a:ext cx="2031325" cy="461665"/>
          </a:xfrm>
          <a:prstGeom prst="rect">
            <a:avLst/>
          </a:prstGeom>
          <a:noFill/>
        </p:spPr>
        <p:txBody>
          <a:bodyPr wrap="none" rtlCol="0">
            <a:spAutoFit/>
          </a:bodyPr>
          <a:lstStyle/>
          <a:p>
            <a:r>
              <a:rPr lang="zh-CN" altLang="en-US" sz="2400" b="1" dirty="0">
                <a:solidFill>
                  <a:srgbClr val="0033CC"/>
                </a:solidFill>
                <a:latin typeface="+mn-ea"/>
                <a:ea typeface="+mn-ea"/>
              </a:rPr>
              <a:t>硕士论文范文</a:t>
            </a:r>
          </a:p>
        </p:txBody>
      </p:sp>
      <p:sp>
        <p:nvSpPr>
          <p:cNvPr id="10" name="文本框 9">
            <a:extLst>
              <a:ext uri="{FF2B5EF4-FFF2-40B4-BE49-F238E27FC236}">
                <a16:creationId xmlns:a16="http://schemas.microsoft.com/office/drawing/2014/main" id="{92733372-7759-2C6F-F37A-064479BB16C0}"/>
              </a:ext>
            </a:extLst>
          </p:cNvPr>
          <p:cNvSpPr txBox="1"/>
          <p:nvPr/>
        </p:nvSpPr>
        <p:spPr>
          <a:xfrm>
            <a:off x="683568" y="3380460"/>
            <a:ext cx="2031325" cy="461665"/>
          </a:xfrm>
          <a:prstGeom prst="rect">
            <a:avLst/>
          </a:prstGeom>
          <a:noFill/>
        </p:spPr>
        <p:txBody>
          <a:bodyPr wrap="none" rtlCol="0">
            <a:spAutoFit/>
          </a:bodyPr>
          <a:lstStyle/>
          <a:p>
            <a:r>
              <a:rPr lang="zh-CN" altLang="en-US" sz="2400" b="1" dirty="0">
                <a:solidFill>
                  <a:srgbClr val="0033CC"/>
                </a:solidFill>
                <a:latin typeface="+mn-ea"/>
                <a:ea typeface="+mn-ea"/>
              </a:rPr>
              <a:t>博士论文范文</a:t>
            </a:r>
          </a:p>
        </p:txBody>
      </p:sp>
    </p:spTree>
    <p:extLst>
      <p:ext uri="{BB962C8B-B14F-4D97-AF65-F5344CB8AC3E}">
        <p14:creationId xmlns:p14="http://schemas.microsoft.com/office/powerpoint/2010/main" val="7492704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745a8e2-5d59-4d18-b7af-69b577265f90"/>
  <p:tag name="COMMONDATA" val="eyJoZGlkIjoiMmUzNzE3MjMxYWEyMjk4NTA5YTc5NmVlYjhmNWJkOTIifQ=="/>
  <p:tag name="RESOURCE_RECORD_KEY" val="{&quot;10&quot;:[17430497],&quot;65&quot;:[20200994],&quot;70&quot;:[3327960]}"/>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099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0994"/>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AG_VERSION" val="1.0"/>
  <p:tag name="KSO_WM_BEAUTIFY_FLAG" val="#wm#"/>
  <p:tag name="KSO_WM_TEMPLATE_CATEGORY" val="custom"/>
  <p:tag name="KSO_WM_TEMPLATE_INDEX" val="20200994"/>
  <p:tag name="KSO_WM_TEMPLATE_THUMBS_INDEX" val="1、5、6、7、8、9、10、11、12、13、15"/>
  <p:tag name="KSO_WM_TEMPLATE_MASTER_TYPE" val="1"/>
  <p:tag name="KSO_WM_TEMPLATE_COLOR_TYPE" val="1"/>
  <p:tag name="KSO_WM_TEMPLATE_MASTER_THUMB_INDEX" val="12"/>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UNIT_LARGE_SHAPE"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UNIT_BK_DARK_LIGHT" val="2"/>
  <p:tag name="KSO_WM_SLIDE_BACKGROUND_TYPE" val="frame"/>
  <p:tag name="KSO_WM_SLIDE_BK_DARK_LIGHT" val="2"/>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ottomTop"/>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navigation"/>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604_1"/>
  <p:tag name="KSO_WM_TEMPLATE_CATEGORY" val="custom"/>
  <p:tag name="KSO_WM_TEMPLATE_INDEX" val="20180699"/>
  <p:tag name="KSO_WM_TEMPLATE_SUBCATEGORY" val="0"/>
  <p:tag name="KSO_WM_TEMPLATE_THUMBS_INDEX" val="1、4、5、6、11、12、16、18、26、27、"/>
  <p:tag name="KSO_WM_TEMPLATE_MASTER_TYPE" val="1"/>
  <p:tag name="KSO_WM_TEMPLATE_COLOR_TYPE" val="0"/>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Lst>
</file>

<file path=ppt/tags/tag19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20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0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1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2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3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42.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3.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
  <p:tag name="KSO_WM_SLIDE_LAYOUT_CNT" val="1_1"/>
  <p:tag name="KSO_WM_SLIDE_TYPE" val="title"/>
  <p:tag name="KSO_WM_BEAUTIFY_FLAG" val="#wm#"/>
  <p:tag name="KSO_WM_COMBINE_RELATE_SLIDE_ID" val="background20177604_1"/>
  <p:tag name="KSO_WM_TEMPLATE_CATEGORY" val="custom"/>
  <p:tag name="KSO_WM_TEMPLATE_INDEX" val="20180699"/>
  <p:tag name="KSO_WM_SLIDE_ID" val="custom20180699_1"/>
  <p:tag name="KSO_WM_SLIDE_INDEX" val="1"/>
  <p:tag name="KSO_WM_TEMPLATE_SUBCATEGORY" val="0"/>
  <p:tag name="KSO_WM_TEMPLATE_THUMBS_INDEX" val="1、4、5、6、11、12、16、18、26、27、"/>
  <p:tag name="KSO_WM_TEMPLATE_MASTER_TYPE" val="1"/>
  <p:tag name="KSO_WM_TEMPLATE_COLOR_TYPE" val="0"/>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26"/>
  <p:tag name="KSO_WM_UNIT_TYPE" val="b"/>
  <p:tag name="KSO_WM_UNIT_INDEX" val="1"/>
  <p:tag name="KSO_WM_UNIT_PRESET_TEXT" val="单击此处添加副标题内容"/>
  <p:tag name="KSO_WM_TEMPLATE_CATEGORY" val="custom"/>
  <p:tag name="KSO_WM_TEMPLATE_INDEX" val="20204735"/>
  <p:tag name="KSO_WM_UNIT_ID" val="custom20204735_1*b*1"/>
  <p:tag name="KSO_WM_UNIT_ISNUMDGMTITLE" val="0"/>
  <p:tag name="KSO_WM_UNIT_TEXT_FILL_FORE_SCHEMECOLOR_INDEX_BRIGHTNESS" val="0"/>
  <p:tag name="KSO_WM_UNIT_TEXT_FILL_FORE_SCHEMECOLOR_INDEX" val="13"/>
  <p:tag name="KSO_WM_UNIT_TEXT_FILL_TYPE"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b"/>
  <p:tag name="KSO_WM_UNIT_INDEX" val="1"/>
  <p:tag name="KSO_WM_UNIT_LAYERLEVEL" val="1"/>
  <p:tag name="KSO_WM_UNIT_VALUE" val="52"/>
  <p:tag name="KSO_WM_UNIT_ISCONTENTSTITLE" val="0"/>
  <p:tag name="KSO_WM_UNIT_HIGHLIGHT" val="0"/>
  <p:tag name="KSO_WM_UNIT_COMPATIBLE" val="0"/>
  <p:tag name="KSO_WM_UNIT_PRESET_TEXT_INDEX" val="4"/>
  <p:tag name="KSO_WM_UNIT_PRESET_TEXT_LEN" val="57"/>
  <p:tag name="KSO_WM_UNIT_ID" val="custom20180699_1*b*1"/>
  <p:tag name="KSO_WM_UNIT_ISNUMDGMTITLE" val="0"/>
  <p:tag name="KSO_WM_UNIT_NOCLEAR" val="0"/>
  <p:tag name="KSO_WM_UNIT_DIAGRAM_ISNUMVISUAL" val="0"/>
  <p:tag name="KSO_WM_UNIT_DIAGRAM_ISREFERUNIT" val="0"/>
  <p:tag name="KSO_WM_UNIT_TEXT_FILL_FORE_SCHEMECOLOR_INDEX_BRIGHTNESS" val="0"/>
  <p:tag name="KSO_WM_UNIT_TEXT_FILL_FORE_SCHEMECOLOR_INDEX" val="14"/>
  <p:tag name="KSO_WM_UNIT_TEXT_FILL_TYPE"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a"/>
  <p:tag name="KSO_WM_UNIT_INDEX" val="1"/>
  <p:tag name="KSO_WM_UNIT_LAYERLEVEL" val="1"/>
  <p:tag name="KSO_WM_UNIT_VALUE" val="11"/>
  <p:tag name="KSO_WM_UNIT_ISCONTENTSTITLE" val="0"/>
  <p:tag name="KSO_WM_UNIT_HIGHLIGHT" val="0"/>
  <p:tag name="KSO_WM_UNIT_COMPATIBLE" val="0"/>
  <p:tag name="KSO_WM_UNIT_ID" val="custom20180699_1*a*1"/>
  <p:tag name="KSO_WM_UNIT_PRESET_TEXT" val="科技风深蓝色计划书"/>
  <p:tag name="KSO_WM_UNIT_ISNUMDGMTITLE" val="0"/>
  <p:tag name="KSO_WM_UNIT_NOCLEAR" val="0"/>
  <p:tag name="KSO_WM_UNIT_DIAGRAM_ISNUMVISUAL" val="0"/>
  <p:tag name="KSO_WM_UNIT_DIAGRAM_ISREFERUNIT" val="0"/>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薄荷味的夏天"/>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0994_1*a*1"/>
  <p:tag name="KSO_WM_TEMPLATE_CATEGORY" val="custom"/>
  <p:tag name="KSO_WM_TEMPLATE_INDEX" val="20200994"/>
  <p:tag name="KSO_WM_UNIT_LAYERLEVEL" val="1"/>
  <p:tag name="KSO_WM_TAG_VERSION" val="1.0"/>
  <p:tag name="KSO_WM_BEAUTIFY_FLAG" val="#wm#"/>
  <p:tag name="KSO_WM_UNIT_ISNUMDGMTITLE" val="0"/>
  <p:tag name="KSO_WM_UNIT_TEXT_FILL_FORE_SCHEMECOLOR_INDEX_BRIGHTNESS" val="0"/>
  <p:tag name="KSO_WM_UNIT_TEXT_FILL_FORE_SCHEMECOLOR_INDEX" val="5"/>
  <p:tag name="KSO_WM_UNIT_TEXT_FILL_TYPE" val="1"/>
</p:tagLst>
</file>

<file path=ppt/tags/tag25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55.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5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5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5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5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2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6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6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2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
      <a:dk1>
        <a:srgbClr val="000000"/>
      </a:dk1>
      <a:lt1>
        <a:srgbClr val="FFFFFF"/>
      </a:lt1>
      <a:dk2>
        <a:srgbClr val="E4F0E4"/>
      </a:dk2>
      <a:lt2>
        <a:srgbClr val="FFFFFF"/>
      </a:lt2>
      <a:accent1>
        <a:srgbClr val="8EAF98"/>
      </a:accent1>
      <a:accent2>
        <a:srgbClr val="99B596"/>
      </a:accent2>
      <a:accent3>
        <a:srgbClr val="A6BB92"/>
      </a:accent3>
      <a:accent4>
        <a:srgbClr val="B5C08E"/>
      </a:accent4>
      <a:accent5>
        <a:srgbClr val="C6C58C"/>
      </a:accent5>
      <a:accent6>
        <a:srgbClr val="D8C78B"/>
      </a:accent6>
      <a:hlink>
        <a:srgbClr val="99CCE3"/>
      </a:hlink>
      <a:folHlink>
        <a:srgbClr val="A27CA4"/>
      </a:folHlink>
    </a:clrScheme>
    <a:fontScheme name="自定义 1">
      <a:majorFont>
        <a:latin typeface="微软雅黑"/>
        <a:ea typeface="汉仪旗黑-85S"/>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20180699">
      <a:dk1>
        <a:srgbClr val="404040"/>
      </a:dk1>
      <a:lt1>
        <a:srgbClr val="FFFFFF"/>
      </a:lt1>
      <a:dk2>
        <a:srgbClr val="ECECEC"/>
      </a:dk2>
      <a:lt2>
        <a:srgbClr val="FFFFFF"/>
      </a:lt2>
      <a:accent1>
        <a:srgbClr val="FFC000"/>
      </a:accent1>
      <a:accent2>
        <a:srgbClr val="E2C85F"/>
      </a:accent2>
      <a:accent3>
        <a:srgbClr val="BDCF95"/>
      </a:accent3>
      <a:accent4>
        <a:srgbClr val="92CCB7"/>
      </a:accent4>
      <a:accent5>
        <a:srgbClr val="68BFC6"/>
      </a:accent5>
      <a:accent6>
        <a:srgbClr val="00B2D5"/>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Designs\Notebook.pot</Template>
  <TotalTime>2366</TotalTime>
  <Words>2231</Words>
  <Application>Microsoft Office PowerPoint</Application>
  <PresentationFormat>全屏显示(4:3)</PresentationFormat>
  <Paragraphs>128</Paragraphs>
  <Slides>20</Slides>
  <Notes>0</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1</vt:i4>
      </vt:variant>
      <vt:variant>
        <vt:lpstr>幻灯片标题</vt:lpstr>
      </vt:variant>
      <vt:variant>
        <vt:i4>20</vt:i4>
      </vt:variant>
    </vt:vector>
  </HeadingPairs>
  <TitlesOfParts>
    <vt:vector size="30" baseType="lpstr">
      <vt:lpstr>方正粗黑宋简体</vt:lpstr>
      <vt:lpstr>方正楷体_GB2312</vt:lpstr>
      <vt:lpstr>华文楷体</vt:lpstr>
      <vt:lpstr>Arial</vt:lpstr>
      <vt:lpstr>Times New Roman</vt:lpstr>
      <vt:lpstr>Wingdings</vt:lpstr>
      <vt:lpstr>微软雅黑</vt:lpstr>
      <vt:lpstr>1_Office 主题​​</vt:lpstr>
      <vt:lpstr>3_Office 主题​​</vt:lpstr>
      <vt:lpstr>包装程序外壳对象</vt:lpstr>
      <vt:lpstr>  《专业写作基础》 </vt:lpstr>
      <vt:lpstr>PowerPoint 演示文稿</vt:lpstr>
      <vt:lpstr>PowerPoint 演示文稿</vt:lpstr>
      <vt:lpstr>PowerPoint 演示文稿</vt:lpstr>
      <vt:lpstr>PowerPoint 演示文稿</vt:lpstr>
      <vt:lpstr>PowerPoint 演示文稿</vt:lpstr>
      <vt:lpstr>PowerPoint 演示文稿</vt:lpstr>
      <vt:lpstr>维特根斯坦的博士答辩：逻辑哲学导论</vt:lpstr>
      <vt:lpstr>PowerPoint 演示文稿</vt:lpstr>
      <vt:lpstr>电子科技大学本科学位论文规范解读</vt:lpstr>
      <vt:lpstr>电子科技大学本科学位论文规范解读(2)</vt:lpstr>
      <vt:lpstr>电子科技大学本科学位论文规范解读（3)</vt:lpstr>
      <vt:lpstr>电子科技大学本科学位论文规范解读（4)</vt:lpstr>
      <vt:lpstr>电子科技大学本科学位论文规范解读（5)</vt:lpstr>
      <vt:lpstr>电子科技大学本科学位论文规范解读（6)</vt:lpstr>
      <vt:lpstr>电子科技大学本科学位论文规范解读（7)</vt:lpstr>
      <vt:lpstr>电子科技大学本科学位论文规范解读（8)</vt:lpstr>
      <vt:lpstr>关于本科学位论抽检的那些故事</vt:lpstr>
      <vt:lpstr>学位写作的现状分析及存在的问题</vt:lpstr>
      <vt:lpstr>课堂作业：范文阅读</vt:lpstr>
    </vt:vector>
  </TitlesOfParts>
  <Company>dna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电子系统RF与天线</dc:title>
  <dc:creator>yyw</dc:creator>
  <cp:lastModifiedBy>Jiang Wu</cp:lastModifiedBy>
  <cp:revision>870</cp:revision>
  <dcterms:created xsi:type="dcterms:W3CDTF">2005-02-24T04:03:00Z</dcterms:created>
  <dcterms:modified xsi:type="dcterms:W3CDTF">2026-10-19T03:43:03Z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EFAC288604F1472C9F25B7881AF5CE61_13</vt:lpwstr>
  </property>
</Properties>
</file>